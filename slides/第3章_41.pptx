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handoutMasterIdLst>
    <p:handoutMasterId r:id="rId105"/>
  </p:handoutMasterIdLst>
  <p:sldIdLst>
    <p:sldId id="330" r:id="rId3"/>
    <p:sldId id="535" r:id="rId4"/>
    <p:sldId id="536" r:id="rId5"/>
    <p:sldId id="537" r:id="rId6"/>
    <p:sldId id="538" r:id="rId7"/>
    <p:sldId id="539" r:id="rId8"/>
    <p:sldId id="540" r:id="rId9"/>
    <p:sldId id="435" r:id="rId10"/>
    <p:sldId id="541" r:id="rId11"/>
    <p:sldId id="542" r:id="rId12"/>
    <p:sldId id="437" r:id="rId13"/>
    <p:sldId id="543" r:id="rId14"/>
    <p:sldId id="544" r:id="rId15"/>
    <p:sldId id="546" r:id="rId16"/>
    <p:sldId id="547" r:id="rId17"/>
    <p:sldId id="431" r:id="rId18"/>
    <p:sldId id="548" r:id="rId19"/>
    <p:sldId id="549" r:id="rId20"/>
    <p:sldId id="438" r:id="rId21"/>
    <p:sldId id="439" r:id="rId22"/>
    <p:sldId id="550" r:id="rId23"/>
    <p:sldId id="551" r:id="rId24"/>
    <p:sldId id="440" r:id="rId25"/>
    <p:sldId id="441" r:id="rId26"/>
    <p:sldId id="553" r:id="rId27"/>
    <p:sldId id="443" r:id="rId28"/>
    <p:sldId id="554" r:id="rId29"/>
    <p:sldId id="445" r:id="rId30"/>
    <p:sldId id="446" r:id="rId31"/>
    <p:sldId id="555" r:id="rId32"/>
    <p:sldId id="556" r:id="rId33"/>
    <p:sldId id="447" r:id="rId34"/>
    <p:sldId id="448" r:id="rId35"/>
    <p:sldId id="449" r:id="rId36"/>
    <p:sldId id="450" r:id="rId37"/>
    <p:sldId id="451" r:id="rId38"/>
    <p:sldId id="452" r:id="rId39"/>
    <p:sldId id="453" r:id="rId40"/>
    <p:sldId id="454" r:id="rId41"/>
    <p:sldId id="455" r:id="rId42"/>
    <p:sldId id="456" r:id="rId43"/>
    <p:sldId id="457" r:id="rId44"/>
    <p:sldId id="458" r:id="rId45"/>
    <p:sldId id="459" r:id="rId46"/>
    <p:sldId id="460" r:id="rId47"/>
    <p:sldId id="461" r:id="rId48"/>
    <p:sldId id="462" r:id="rId49"/>
    <p:sldId id="463" r:id="rId50"/>
    <p:sldId id="464" r:id="rId51"/>
    <p:sldId id="465" r:id="rId52"/>
    <p:sldId id="466" r:id="rId53"/>
    <p:sldId id="467" r:id="rId54"/>
    <p:sldId id="468" r:id="rId55"/>
    <p:sldId id="471" r:id="rId56"/>
    <p:sldId id="470" r:id="rId57"/>
    <p:sldId id="469" r:id="rId58"/>
    <p:sldId id="472" r:id="rId59"/>
    <p:sldId id="473" r:id="rId60"/>
    <p:sldId id="474" r:id="rId61"/>
    <p:sldId id="475" r:id="rId62"/>
    <p:sldId id="476" r:id="rId63"/>
    <p:sldId id="477" r:id="rId64"/>
    <p:sldId id="478" r:id="rId65"/>
    <p:sldId id="479" r:id="rId66"/>
    <p:sldId id="480" r:id="rId67"/>
    <p:sldId id="481" r:id="rId68"/>
    <p:sldId id="482" r:id="rId69"/>
    <p:sldId id="483" r:id="rId70"/>
    <p:sldId id="484" r:id="rId71"/>
    <p:sldId id="485" r:id="rId72"/>
    <p:sldId id="486" r:id="rId73"/>
    <p:sldId id="487" r:id="rId74"/>
    <p:sldId id="488" r:id="rId75"/>
    <p:sldId id="489" r:id="rId76"/>
    <p:sldId id="490" r:id="rId77"/>
    <p:sldId id="491" r:id="rId78"/>
    <p:sldId id="492" r:id="rId79"/>
    <p:sldId id="493" r:id="rId80"/>
    <p:sldId id="494" r:id="rId81"/>
    <p:sldId id="495" r:id="rId82"/>
    <p:sldId id="557" r:id="rId83"/>
    <p:sldId id="496" r:id="rId84"/>
    <p:sldId id="497" r:id="rId85"/>
    <p:sldId id="498" r:id="rId86"/>
    <p:sldId id="558" r:id="rId87"/>
    <p:sldId id="499" r:id="rId88"/>
    <p:sldId id="500" r:id="rId89"/>
    <p:sldId id="501" r:id="rId90"/>
    <p:sldId id="502" r:id="rId91"/>
    <p:sldId id="503" r:id="rId92"/>
    <p:sldId id="504" r:id="rId93"/>
    <p:sldId id="518" r:id="rId94"/>
    <p:sldId id="519" r:id="rId95"/>
    <p:sldId id="520" r:id="rId96"/>
    <p:sldId id="524" r:id="rId97"/>
    <p:sldId id="525" r:id="rId98"/>
    <p:sldId id="523" r:id="rId99"/>
    <p:sldId id="505" r:id="rId100"/>
    <p:sldId id="506" r:id="rId101"/>
    <p:sldId id="559" r:id="rId102"/>
    <p:sldId id="560" r:id="rId103"/>
  </p:sldIdLst>
  <p:sldSz cx="9144000" cy="6858000" type="screen4x3"/>
  <p:notesSz cx="6736080" cy="9866630"/>
  <p:defaultTextStyle>
    <a:defPPr>
      <a:defRPr lang="zh-CN"/>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00"/>
    <a:srgbClr val="973990"/>
    <a:srgbClr val="33CC33"/>
    <a:srgbClr val="FF00FF"/>
    <a:srgbClr val="006600"/>
    <a:srgbClr val="00CC00"/>
    <a:srgbClr val="FF3300"/>
    <a:srgbClr val="B90A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455"/>
    <p:restoredTop sz="94511"/>
  </p:normalViewPr>
  <p:slideViewPr>
    <p:cSldViewPr showGuides="1">
      <p:cViewPr varScale="1">
        <p:scale>
          <a:sx n="100" d="100"/>
          <a:sy n="100" d="100"/>
        </p:scale>
        <p:origin x="-147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58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handoutMaster" Target="handoutMasters/handoutMaster1.xml"/><Relationship Id="rId104" Type="http://schemas.openxmlformats.org/officeDocument/2006/relationships/notesMaster" Target="notesMasters/notesMaster1.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emf"/><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e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49.e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55.emf"/><Relationship Id="rId5" Type="http://schemas.openxmlformats.org/officeDocument/2006/relationships/image" Target="../media/image54.emf"/><Relationship Id="rId4" Type="http://schemas.openxmlformats.org/officeDocument/2006/relationships/image" Target="../media/image53.emf"/><Relationship Id="rId3" Type="http://schemas.openxmlformats.org/officeDocument/2006/relationships/image" Target="../media/image52.emf"/><Relationship Id="rId2" Type="http://schemas.openxmlformats.org/officeDocument/2006/relationships/image" Target="../media/image51.wmf"/><Relationship Id="rId1"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image" Target="../media/image56.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66.wmf"/><Relationship Id="rId7" Type="http://schemas.openxmlformats.org/officeDocument/2006/relationships/image" Target="../media/image65.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emf"/><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74.wmf"/><Relationship Id="rId7" Type="http://schemas.openxmlformats.org/officeDocument/2006/relationships/image" Target="../media/image73.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emf"/><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5.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30.vml.rels><?xml version="1.0" encoding="UTF-8" standalone="yes"?>
<Relationships xmlns="http://schemas.openxmlformats.org/package/2006/relationships"><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108.e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33.vml.rels><?xml version="1.0" encoding="UTF-8" standalone="yes"?>
<Relationships xmlns="http://schemas.openxmlformats.org/package/2006/relationships"><Relationship Id="rId7" Type="http://schemas.openxmlformats.org/officeDocument/2006/relationships/image" Target="../media/image120.emf"/><Relationship Id="rId6" Type="http://schemas.openxmlformats.org/officeDocument/2006/relationships/image" Target="../media/image119.emf"/><Relationship Id="rId5" Type="http://schemas.openxmlformats.org/officeDocument/2006/relationships/image" Target="../media/image118.emf"/><Relationship Id="rId4" Type="http://schemas.openxmlformats.org/officeDocument/2006/relationships/image" Target="../media/image117.emf"/><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134.emf"/><Relationship Id="rId8" Type="http://schemas.openxmlformats.org/officeDocument/2006/relationships/image" Target="../media/image133.emf"/><Relationship Id="rId7" Type="http://schemas.openxmlformats.org/officeDocument/2006/relationships/image" Target="../media/image132.emf"/><Relationship Id="rId6" Type="http://schemas.openxmlformats.org/officeDocument/2006/relationships/image" Target="../media/image131.wmf"/><Relationship Id="rId5" Type="http://schemas.openxmlformats.org/officeDocument/2006/relationships/image" Target="../media/image130.wmf"/><Relationship Id="rId4" Type="http://schemas.openxmlformats.org/officeDocument/2006/relationships/image" Target="../media/image102.wmf"/><Relationship Id="rId3" Type="http://schemas.openxmlformats.org/officeDocument/2006/relationships/image" Target="../media/image129.emf"/><Relationship Id="rId2" Type="http://schemas.openxmlformats.org/officeDocument/2006/relationships/image" Target="../media/image128.emf"/><Relationship Id="rId1" Type="http://schemas.openxmlformats.org/officeDocument/2006/relationships/image" Target="../media/image127.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34.emf"/><Relationship Id="rId7" Type="http://schemas.openxmlformats.org/officeDocument/2006/relationships/image" Target="../media/image141.e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 Id="rId3" Type="http://schemas.openxmlformats.org/officeDocument/2006/relationships/image" Target="../media/image137.emf"/><Relationship Id="rId2" Type="http://schemas.openxmlformats.org/officeDocument/2006/relationships/image" Target="../media/image136.emf"/><Relationship Id="rId1" Type="http://schemas.openxmlformats.org/officeDocument/2006/relationships/image" Target="../media/image135.e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134.emf"/><Relationship Id="rId8" Type="http://schemas.openxmlformats.org/officeDocument/2006/relationships/image" Target="../media/image149.emf"/><Relationship Id="rId7" Type="http://schemas.openxmlformats.org/officeDocument/2006/relationships/image" Target="../media/image148.emf"/><Relationship Id="rId6" Type="http://schemas.openxmlformats.org/officeDocument/2006/relationships/image" Target="../media/image147.emf"/><Relationship Id="rId5" Type="http://schemas.openxmlformats.org/officeDocument/2006/relationships/image" Target="../media/image146.emf"/><Relationship Id="rId4" Type="http://schemas.openxmlformats.org/officeDocument/2006/relationships/image" Target="../media/image145.emf"/><Relationship Id="rId3" Type="http://schemas.openxmlformats.org/officeDocument/2006/relationships/image" Target="../media/image144.emf"/><Relationship Id="rId2" Type="http://schemas.openxmlformats.org/officeDocument/2006/relationships/image" Target="../media/image143.emf"/><Relationship Id="rId12" Type="http://schemas.openxmlformats.org/officeDocument/2006/relationships/image" Target="../media/image152.emf"/><Relationship Id="rId11" Type="http://schemas.openxmlformats.org/officeDocument/2006/relationships/image" Target="../media/image151.emf"/><Relationship Id="rId10" Type="http://schemas.openxmlformats.org/officeDocument/2006/relationships/image" Target="../media/image150.emf"/><Relationship Id="rId1" Type="http://schemas.openxmlformats.org/officeDocument/2006/relationships/image" Target="../media/image142.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160.wmf"/><Relationship Id="rId3" Type="http://schemas.openxmlformats.org/officeDocument/2006/relationships/image" Target="../media/image159.png"/><Relationship Id="rId2" Type="http://schemas.openxmlformats.org/officeDocument/2006/relationships/image" Target="../media/image158.wmf"/><Relationship Id="rId1" Type="http://schemas.openxmlformats.org/officeDocument/2006/relationships/image" Target="../media/image157.wmf"/></Relationships>
</file>

<file path=ppt/drawings/_rels/vmlDrawing41.vml.rels><?xml version="1.0" encoding="UTF-8" standalone="yes"?>
<Relationships xmlns="http://schemas.openxmlformats.org/package/2006/relationships"><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drawings/_rels/vmlDrawing42.vml.rels><?xml version="1.0" encoding="UTF-8" standalone="yes"?>
<Relationships xmlns="http://schemas.openxmlformats.org/package/2006/relationships"><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emf"/><Relationship Id="rId3" Type="http://schemas.openxmlformats.org/officeDocument/2006/relationships/image" Target="../media/image167.emf"/><Relationship Id="rId2" Type="http://schemas.openxmlformats.org/officeDocument/2006/relationships/image" Target="../media/image166.wmf"/><Relationship Id="rId1" Type="http://schemas.openxmlformats.org/officeDocument/2006/relationships/image" Target="../media/image165.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78.png"/><Relationship Id="rId7" Type="http://schemas.openxmlformats.org/officeDocument/2006/relationships/image" Target="../media/image177.e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emf"/><Relationship Id="rId1" Type="http://schemas.openxmlformats.org/officeDocument/2006/relationships/image" Target="../media/image171.emf"/></Relationships>
</file>

<file path=ppt/drawings/_rels/vmlDrawing44.vml.rels><?xml version="1.0" encoding="UTF-8" standalone="yes"?>
<Relationships xmlns="http://schemas.openxmlformats.org/package/2006/relationships"><Relationship Id="rId7" Type="http://schemas.openxmlformats.org/officeDocument/2006/relationships/image" Target="../media/image185.wmf"/><Relationship Id="rId6" Type="http://schemas.openxmlformats.org/officeDocument/2006/relationships/image" Target="../media/image184.emf"/><Relationship Id="rId5" Type="http://schemas.openxmlformats.org/officeDocument/2006/relationships/image" Target="../media/image183.emf"/><Relationship Id="rId4" Type="http://schemas.openxmlformats.org/officeDocument/2006/relationships/image" Target="../media/image182.emf"/><Relationship Id="rId3" Type="http://schemas.openxmlformats.org/officeDocument/2006/relationships/image" Target="../media/image181.emf"/><Relationship Id="rId2" Type="http://schemas.openxmlformats.org/officeDocument/2006/relationships/image" Target="../media/image180.wmf"/><Relationship Id="rId1" Type="http://schemas.openxmlformats.org/officeDocument/2006/relationships/image" Target="../media/image179.wmf"/></Relationships>
</file>

<file path=ppt/drawings/_rels/vmlDrawing45.vml.rels><?xml version="1.0" encoding="UTF-8" standalone="yes"?>
<Relationships xmlns="http://schemas.openxmlformats.org/package/2006/relationships"><Relationship Id="rId4" Type="http://schemas.openxmlformats.org/officeDocument/2006/relationships/image" Target="../media/image188.emf"/><Relationship Id="rId3" Type="http://schemas.openxmlformats.org/officeDocument/2006/relationships/image" Target="../media/image185.wmf"/><Relationship Id="rId2" Type="http://schemas.openxmlformats.org/officeDocument/2006/relationships/image" Target="../media/image187.emf"/><Relationship Id="rId1" Type="http://schemas.openxmlformats.org/officeDocument/2006/relationships/image" Target="../media/image186.emf"/></Relationships>
</file>

<file path=ppt/drawings/_rels/vmlDrawing46.vml.rels><?xml version="1.0" encoding="UTF-8" standalone="yes"?>
<Relationships xmlns="http://schemas.openxmlformats.org/package/2006/relationships"><Relationship Id="rId6" Type="http://schemas.openxmlformats.org/officeDocument/2006/relationships/image" Target="../media/image191.wmf"/><Relationship Id="rId5" Type="http://schemas.openxmlformats.org/officeDocument/2006/relationships/image" Target="../media/image155.wmf"/><Relationship Id="rId4" Type="http://schemas.openxmlformats.org/officeDocument/2006/relationships/image" Target="../media/image154.wmf"/><Relationship Id="rId3" Type="http://schemas.openxmlformats.org/officeDocument/2006/relationships/image" Target="../media/image190.wmf"/><Relationship Id="rId2" Type="http://schemas.openxmlformats.org/officeDocument/2006/relationships/image" Target="../media/image180.wmf"/><Relationship Id="rId1" Type="http://schemas.openxmlformats.org/officeDocument/2006/relationships/image" Target="../media/image189.wmf"/></Relationships>
</file>

<file path=ppt/drawings/_rels/vmlDrawing47.vml.rels><?xml version="1.0" encoding="UTF-8" standalone="yes"?>
<Relationships xmlns="http://schemas.openxmlformats.org/package/2006/relationships"><Relationship Id="rId5" Type="http://schemas.openxmlformats.org/officeDocument/2006/relationships/image" Target="../media/image193.wmf"/><Relationship Id="rId4" Type="http://schemas.openxmlformats.org/officeDocument/2006/relationships/image" Target="../media/image159.png"/><Relationship Id="rId3" Type="http://schemas.openxmlformats.org/officeDocument/2006/relationships/image" Target="../media/image160.wmf"/><Relationship Id="rId2" Type="http://schemas.openxmlformats.org/officeDocument/2006/relationships/image" Target="../media/image192.wmf"/><Relationship Id="rId1" Type="http://schemas.openxmlformats.org/officeDocument/2006/relationships/image" Target="../media/image157.w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49.vml.rels><?xml version="1.0" encoding="UTF-8" standalone="yes"?>
<Relationships xmlns="http://schemas.openxmlformats.org/package/2006/relationships"><Relationship Id="rId9" Type="http://schemas.openxmlformats.org/officeDocument/2006/relationships/image" Target="../media/image207.emf"/><Relationship Id="rId8" Type="http://schemas.openxmlformats.org/officeDocument/2006/relationships/image" Target="../media/image206.emf"/><Relationship Id="rId7" Type="http://schemas.openxmlformats.org/officeDocument/2006/relationships/image" Target="../media/image205.e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emf"/><Relationship Id="rId2" Type="http://schemas.openxmlformats.org/officeDocument/2006/relationships/image" Target="../media/image200.wmf"/><Relationship Id="rId15" Type="http://schemas.openxmlformats.org/officeDocument/2006/relationships/image" Target="../media/image213.emf"/><Relationship Id="rId14" Type="http://schemas.openxmlformats.org/officeDocument/2006/relationships/image" Target="../media/image212.emf"/><Relationship Id="rId13" Type="http://schemas.openxmlformats.org/officeDocument/2006/relationships/image" Target="../media/image211.emf"/><Relationship Id="rId12" Type="http://schemas.openxmlformats.org/officeDocument/2006/relationships/image" Target="../media/image210.emf"/><Relationship Id="rId11" Type="http://schemas.openxmlformats.org/officeDocument/2006/relationships/image" Target="../media/image209.emf"/><Relationship Id="rId10" Type="http://schemas.openxmlformats.org/officeDocument/2006/relationships/image" Target="../media/image208.emf"/><Relationship Id="rId1" Type="http://schemas.openxmlformats.org/officeDocument/2006/relationships/image" Target="../media/image199.wmf"/></Relationships>
</file>

<file path=ppt/drawings/_rels/vmlDrawing50.vml.rels><?xml version="1.0" encoding="UTF-8" standalone="yes"?>
<Relationships xmlns="http://schemas.openxmlformats.org/package/2006/relationships"><Relationship Id="rId7" Type="http://schemas.openxmlformats.org/officeDocument/2006/relationships/image" Target="../media/image220.wmf"/><Relationship Id="rId6" Type="http://schemas.openxmlformats.org/officeDocument/2006/relationships/image" Target="../media/image219.wmf"/><Relationship Id="rId5" Type="http://schemas.openxmlformats.org/officeDocument/2006/relationships/image" Target="../media/image218.wmf"/><Relationship Id="rId4" Type="http://schemas.openxmlformats.org/officeDocument/2006/relationships/image" Target="../media/image217.wmf"/><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2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22.wmf"/></Relationships>
</file>

<file path=ppt/drawings/_rels/vmlDrawing53.vml.rels><?xml version="1.0" encoding="UTF-8" standalone="yes"?>
<Relationships xmlns="http://schemas.openxmlformats.org/package/2006/relationships"><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31.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233.wmf"/><Relationship Id="rId1" Type="http://schemas.openxmlformats.org/officeDocument/2006/relationships/image" Target="../media/image232.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242.emf"/><Relationship Id="rId8" Type="http://schemas.openxmlformats.org/officeDocument/2006/relationships/image" Target="../media/image241.emf"/><Relationship Id="rId7" Type="http://schemas.openxmlformats.org/officeDocument/2006/relationships/image" Target="../media/image240.emf"/><Relationship Id="rId6" Type="http://schemas.openxmlformats.org/officeDocument/2006/relationships/image" Target="../media/image239.emf"/><Relationship Id="rId5" Type="http://schemas.openxmlformats.org/officeDocument/2006/relationships/image" Target="../media/image238.emf"/><Relationship Id="rId4" Type="http://schemas.openxmlformats.org/officeDocument/2006/relationships/image" Target="../media/image237.emf"/><Relationship Id="rId3" Type="http://schemas.openxmlformats.org/officeDocument/2006/relationships/image" Target="../media/image236.wmf"/><Relationship Id="rId2" Type="http://schemas.openxmlformats.org/officeDocument/2006/relationships/image" Target="../media/image235.emf"/><Relationship Id="rId12" Type="http://schemas.openxmlformats.org/officeDocument/2006/relationships/image" Target="../media/image245.emf"/><Relationship Id="rId11" Type="http://schemas.openxmlformats.org/officeDocument/2006/relationships/image" Target="../media/image244.emf"/><Relationship Id="rId10" Type="http://schemas.openxmlformats.org/officeDocument/2006/relationships/image" Target="../media/image243.emf"/><Relationship Id="rId1" Type="http://schemas.openxmlformats.org/officeDocument/2006/relationships/image" Target="../media/image234.emf"/></Relationships>
</file>

<file path=ppt/drawings/_rels/vmlDrawing57.vml.rels><?xml version="1.0" encoding="UTF-8" standalone="yes"?>
<Relationships xmlns="http://schemas.openxmlformats.org/package/2006/relationships"><Relationship Id="rId9" Type="http://schemas.openxmlformats.org/officeDocument/2006/relationships/image" Target="../media/image254.emf"/><Relationship Id="rId8" Type="http://schemas.openxmlformats.org/officeDocument/2006/relationships/image" Target="../media/image253.emf"/><Relationship Id="rId7" Type="http://schemas.openxmlformats.org/officeDocument/2006/relationships/image" Target="../media/image252.emf"/><Relationship Id="rId6" Type="http://schemas.openxmlformats.org/officeDocument/2006/relationships/image" Target="../media/image251.emf"/><Relationship Id="rId5" Type="http://schemas.openxmlformats.org/officeDocument/2006/relationships/image" Target="../media/image250.emf"/><Relationship Id="rId4" Type="http://schemas.openxmlformats.org/officeDocument/2006/relationships/image" Target="../media/image249.emf"/><Relationship Id="rId3" Type="http://schemas.openxmlformats.org/officeDocument/2006/relationships/image" Target="../media/image248.emf"/><Relationship Id="rId2" Type="http://schemas.openxmlformats.org/officeDocument/2006/relationships/image" Target="../media/image247.emf"/><Relationship Id="rId15" Type="http://schemas.openxmlformats.org/officeDocument/2006/relationships/image" Target="../media/image260.emf"/><Relationship Id="rId14" Type="http://schemas.openxmlformats.org/officeDocument/2006/relationships/image" Target="../media/image259.emf"/><Relationship Id="rId13" Type="http://schemas.openxmlformats.org/officeDocument/2006/relationships/image" Target="../media/image258.emf"/><Relationship Id="rId12" Type="http://schemas.openxmlformats.org/officeDocument/2006/relationships/image" Target="../media/image257.emf"/><Relationship Id="rId11" Type="http://schemas.openxmlformats.org/officeDocument/2006/relationships/image" Target="../media/image256.emf"/><Relationship Id="rId10" Type="http://schemas.openxmlformats.org/officeDocument/2006/relationships/image" Target="../media/image255.emf"/><Relationship Id="rId1" Type="http://schemas.openxmlformats.org/officeDocument/2006/relationships/image" Target="../media/image246.emf"/></Relationships>
</file>

<file path=ppt/drawings/_rels/vmlDrawing58.vml.rels><?xml version="1.0" encoding="UTF-8" standalone="yes"?>
<Relationships xmlns="http://schemas.openxmlformats.org/package/2006/relationships"><Relationship Id="rId9" Type="http://schemas.openxmlformats.org/officeDocument/2006/relationships/image" Target="../media/image269.emf"/><Relationship Id="rId8" Type="http://schemas.openxmlformats.org/officeDocument/2006/relationships/image" Target="../media/image268.emf"/><Relationship Id="rId7" Type="http://schemas.openxmlformats.org/officeDocument/2006/relationships/image" Target="../media/image267.emf"/><Relationship Id="rId6" Type="http://schemas.openxmlformats.org/officeDocument/2006/relationships/image" Target="../media/image266.emf"/><Relationship Id="rId5" Type="http://schemas.openxmlformats.org/officeDocument/2006/relationships/image" Target="../media/image265.emf"/><Relationship Id="rId4" Type="http://schemas.openxmlformats.org/officeDocument/2006/relationships/image" Target="../media/image264.emf"/><Relationship Id="rId3" Type="http://schemas.openxmlformats.org/officeDocument/2006/relationships/image" Target="../media/image263.wmf"/><Relationship Id="rId2" Type="http://schemas.openxmlformats.org/officeDocument/2006/relationships/image" Target="../media/image262.emf"/><Relationship Id="rId13" Type="http://schemas.openxmlformats.org/officeDocument/2006/relationships/image" Target="../media/image273.emf"/><Relationship Id="rId12" Type="http://schemas.openxmlformats.org/officeDocument/2006/relationships/image" Target="../media/image272.emf"/><Relationship Id="rId11" Type="http://schemas.openxmlformats.org/officeDocument/2006/relationships/image" Target="../media/image271.emf"/><Relationship Id="rId10" Type="http://schemas.openxmlformats.org/officeDocument/2006/relationships/image" Target="../media/image270.emf"/><Relationship Id="rId1" Type="http://schemas.openxmlformats.org/officeDocument/2006/relationships/image" Target="../media/image261.emf"/></Relationships>
</file>

<file path=ppt/drawings/_rels/vmlDrawing59.vml.rels><?xml version="1.0" encoding="UTF-8" standalone="yes"?>
<Relationships xmlns="http://schemas.openxmlformats.org/package/2006/relationships"><Relationship Id="rId9" Type="http://schemas.openxmlformats.org/officeDocument/2006/relationships/image" Target="../media/image282.emf"/><Relationship Id="rId8" Type="http://schemas.openxmlformats.org/officeDocument/2006/relationships/image" Target="../media/image281.emf"/><Relationship Id="rId7" Type="http://schemas.openxmlformats.org/officeDocument/2006/relationships/image" Target="../media/image280.emf"/><Relationship Id="rId6" Type="http://schemas.openxmlformats.org/officeDocument/2006/relationships/image" Target="../media/image279.emf"/><Relationship Id="rId5" Type="http://schemas.openxmlformats.org/officeDocument/2006/relationships/image" Target="../media/image278.emf"/><Relationship Id="rId4" Type="http://schemas.openxmlformats.org/officeDocument/2006/relationships/image" Target="../media/image277.emf"/><Relationship Id="rId3" Type="http://schemas.openxmlformats.org/officeDocument/2006/relationships/image" Target="../media/image276.emf"/><Relationship Id="rId2" Type="http://schemas.openxmlformats.org/officeDocument/2006/relationships/image" Target="../media/image275.emf"/><Relationship Id="rId1" Type="http://schemas.openxmlformats.org/officeDocument/2006/relationships/image" Target="../media/image274.e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85.wmf"/><Relationship Id="rId2" Type="http://schemas.openxmlformats.org/officeDocument/2006/relationships/image" Target="../media/image284.wmf"/><Relationship Id="rId1" Type="http://schemas.openxmlformats.org/officeDocument/2006/relationships/image" Target="../media/image283.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287.wmf"/><Relationship Id="rId1" Type="http://schemas.openxmlformats.org/officeDocument/2006/relationships/image" Target="../media/image286.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290.wmf"/><Relationship Id="rId2" Type="http://schemas.openxmlformats.org/officeDocument/2006/relationships/image" Target="../media/image289.wmf"/><Relationship Id="rId1" Type="http://schemas.openxmlformats.org/officeDocument/2006/relationships/image" Target="../media/image288.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91.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294.wmf"/><Relationship Id="rId2" Type="http://schemas.openxmlformats.org/officeDocument/2006/relationships/image" Target="../media/image293.wmf"/><Relationship Id="rId1" Type="http://schemas.openxmlformats.org/officeDocument/2006/relationships/image" Target="../media/image292.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image" Target="../media/image298.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301.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303.wmf"/><Relationship Id="rId1" Type="http://schemas.openxmlformats.org/officeDocument/2006/relationships/image" Target="../media/image302.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304.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306.wmf"/><Relationship Id="rId1" Type="http://schemas.openxmlformats.org/officeDocument/2006/relationships/image" Target="../media/image305.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308.wmf"/><Relationship Id="rId1" Type="http://schemas.openxmlformats.org/officeDocument/2006/relationships/image" Target="../media/image307.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10.wmf"/><Relationship Id="rId2" Type="http://schemas.openxmlformats.org/officeDocument/2006/relationships/image" Target="../media/image160.wmf"/><Relationship Id="rId1" Type="http://schemas.openxmlformats.org/officeDocument/2006/relationships/image" Target="../media/image309.wmf"/></Relationships>
</file>

<file path=ppt/drawings/_rels/vmlDrawing73.vml.rels><?xml version="1.0" encoding="UTF-8" standalone="yes"?>
<Relationships xmlns="http://schemas.openxmlformats.org/package/2006/relationships"><Relationship Id="rId5" Type="http://schemas.openxmlformats.org/officeDocument/2006/relationships/image" Target="../media/image315.wmf"/><Relationship Id="rId4" Type="http://schemas.openxmlformats.org/officeDocument/2006/relationships/image" Target="../media/image314.wmf"/><Relationship Id="rId3" Type="http://schemas.openxmlformats.org/officeDocument/2006/relationships/image" Target="../media/image313.wmf"/><Relationship Id="rId2" Type="http://schemas.openxmlformats.org/officeDocument/2006/relationships/image" Target="../media/image312.wmf"/><Relationship Id="rId1" Type="http://schemas.openxmlformats.org/officeDocument/2006/relationships/image" Target="../media/image311.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317.wmf"/><Relationship Id="rId1" Type="http://schemas.openxmlformats.org/officeDocument/2006/relationships/image" Target="../media/image316.wmf"/></Relationships>
</file>

<file path=ppt/drawings/_rels/vmlDrawing75.vml.rels><?xml version="1.0" encoding="UTF-8" standalone="yes"?>
<Relationships xmlns="http://schemas.openxmlformats.org/package/2006/relationships"><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 Id="rId3" Type="http://schemas.openxmlformats.org/officeDocument/2006/relationships/image" Target="../media/image320.wmf"/><Relationship Id="rId2" Type="http://schemas.openxmlformats.org/officeDocument/2006/relationships/image" Target="../media/image319.wmf"/><Relationship Id="rId1" Type="http://schemas.openxmlformats.org/officeDocument/2006/relationships/image" Target="../media/image318.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326.wmf"/><Relationship Id="rId2" Type="http://schemas.openxmlformats.org/officeDocument/2006/relationships/image" Target="../media/image325.wmf"/><Relationship Id="rId1" Type="http://schemas.openxmlformats.org/officeDocument/2006/relationships/image" Target="../media/image324.wmf"/></Relationships>
</file>

<file path=ppt/drawings/_rels/vmlDrawing77.vml.rels><?xml version="1.0" encoding="UTF-8" standalone="yes"?>
<Relationships xmlns="http://schemas.openxmlformats.org/package/2006/relationships"><Relationship Id="rId2" Type="http://schemas.openxmlformats.org/officeDocument/2006/relationships/image" Target="../media/image328.wmf"/><Relationship Id="rId1" Type="http://schemas.openxmlformats.org/officeDocument/2006/relationships/image" Target="../media/image327.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331.wmf"/><Relationship Id="rId2" Type="http://schemas.openxmlformats.org/officeDocument/2006/relationships/image" Target="../media/image330.wmf"/><Relationship Id="rId1" Type="http://schemas.openxmlformats.org/officeDocument/2006/relationships/image" Target="../media/image329.wmf"/></Relationships>
</file>

<file path=ppt/drawings/_rels/vmlDrawing79.vml.rels><?xml version="1.0" encoding="UTF-8" standalone="yes"?>
<Relationships xmlns="http://schemas.openxmlformats.org/package/2006/relationships"><Relationship Id="rId5" Type="http://schemas.openxmlformats.org/officeDocument/2006/relationships/image" Target="../media/image336.wmf"/><Relationship Id="rId4" Type="http://schemas.openxmlformats.org/officeDocument/2006/relationships/image" Target="../media/image335.wmf"/><Relationship Id="rId3" Type="http://schemas.openxmlformats.org/officeDocument/2006/relationships/image" Target="../media/image334.wmf"/><Relationship Id="rId2" Type="http://schemas.openxmlformats.org/officeDocument/2006/relationships/image" Target="../media/image333.wmf"/><Relationship Id="rId1" Type="http://schemas.openxmlformats.org/officeDocument/2006/relationships/image" Target="../media/image332.wmf"/></Relationships>
</file>

<file path=ppt/drawings/_rels/vmlDrawing80.vml.rels><?xml version="1.0" encoding="UTF-8" standalone="yes"?>
<Relationships xmlns="http://schemas.openxmlformats.org/package/2006/relationships"><Relationship Id="rId7" Type="http://schemas.openxmlformats.org/officeDocument/2006/relationships/image" Target="../media/image343.wmf"/><Relationship Id="rId6" Type="http://schemas.openxmlformats.org/officeDocument/2006/relationships/image" Target="../media/image342.wmf"/><Relationship Id="rId5" Type="http://schemas.openxmlformats.org/officeDocument/2006/relationships/image" Target="../media/image341.wmf"/><Relationship Id="rId4" Type="http://schemas.openxmlformats.org/officeDocument/2006/relationships/image" Target="../media/image340.wmf"/><Relationship Id="rId3" Type="http://schemas.openxmlformats.org/officeDocument/2006/relationships/image" Target="../media/image339.wmf"/><Relationship Id="rId2" Type="http://schemas.openxmlformats.org/officeDocument/2006/relationships/image" Target="../media/image338.wmf"/><Relationship Id="rId1" Type="http://schemas.openxmlformats.org/officeDocument/2006/relationships/image" Target="../media/image337.wmf"/></Relationships>
</file>

<file path=ppt/drawings/_rels/vmlDrawing81.vml.rels><?xml version="1.0" encoding="UTF-8" standalone="yes"?>
<Relationships xmlns="http://schemas.openxmlformats.org/package/2006/relationships"><Relationship Id="rId2" Type="http://schemas.openxmlformats.org/officeDocument/2006/relationships/image" Target="../media/image345.wmf"/><Relationship Id="rId1" Type="http://schemas.openxmlformats.org/officeDocument/2006/relationships/image" Target="../media/image344.wmf"/></Relationships>
</file>

<file path=ppt/drawings/_rels/vmlDrawing82.vml.rels><?xml version="1.0" encoding="UTF-8" standalone="yes"?>
<Relationships xmlns="http://schemas.openxmlformats.org/package/2006/relationships"><Relationship Id="rId4" Type="http://schemas.openxmlformats.org/officeDocument/2006/relationships/image" Target="../media/image348.wmf"/><Relationship Id="rId3" Type="http://schemas.openxmlformats.org/officeDocument/2006/relationships/image" Target="../media/image347.wmf"/><Relationship Id="rId2" Type="http://schemas.openxmlformats.org/officeDocument/2006/relationships/image" Target="../media/image346.wmf"/><Relationship Id="rId1" Type="http://schemas.openxmlformats.org/officeDocument/2006/relationships/image" Target="../media/image345.wmf"/></Relationships>
</file>

<file path=ppt/drawings/_rels/vmlDrawing83.vml.rels><?xml version="1.0" encoding="UTF-8" standalone="yes"?>
<Relationships xmlns="http://schemas.openxmlformats.org/package/2006/relationships"><Relationship Id="rId2" Type="http://schemas.openxmlformats.org/officeDocument/2006/relationships/image" Target="../media/image350.wmf"/><Relationship Id="rId1" Type="http://schemas.openxmlformats.org/officeDocument/2006/relationships/image" Target="../media/image349.w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351.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354.wmf"/><Relationship Id="rId2" Type="http://schemas.openxmlformats.org/officeDocument/2006/relationships/image" Target="../media/image353.wmf"/><Relationship Id="rId1" Type="http://schemas.openxmlformats.org/officeDocument/2006/relationships/image" Target="../media/image352.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357.wmf"/><Relationship Id="rId2" Type="http://schemas.openxmlformats.org/officeDocument/2006/relationships/image" Target="../media/image356.wmf"/><Relationship Id="rId1" Type="http://schemas.openxmlformats.org/officeDocument/2006/relationships/image" Target="../media/image355.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359.wmf"/><Relationship Id="rId1" Type="http://schemas.openxmlformats.org/officeDocument/2006/relationships/image" Target="../media/image358.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349.wmf"/><Relationship Id="rId2" Type="http://schemas.openxmlformats.org/officeDocument/2006/relationships/image" Target="../media/image348.wmf"/><Relationship Id="rId1" Type="http://schemas.openxmlformats.org/officeDocument/2006/relationships/image" Target="../media/image347.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360.w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361.wmf"/></Relationships>
</file>

<file path=ppt/drawings/_rels/vmlDrawing91.vml.rels><?xml version="1.0" encoding="UTF-8" standalone="yes"?>
<Relationships xmlns="http://schemas.openxmlformats.org/package/2006/relationships"><Relationship Id="rId3" Type="http://schemas.openxmlformats.org/officeDocument/2006/relationships/image" Target="../media/image364.wmf"/><Relationship Id="rId2" Type="http://schemas.openxmlformats.org/officeDocument/2006/relationships/image" Target="../media/image363.wmf"/><Relationship Id="rId1" Type="http://schemas.openxmlformats.org/officeDocument/2006/relationships/image" Target="../media/image362.wmf"/></Relationships>
</file>

<file path=ppt/drawings/_rels/vmlDrawing92.vml.rels><?xml version="1.0" encoding="UTF-8" standalone="yes"?>
<Relationships xmlns="http://schemas.openxmlformats.org/package/2006/relationships"><Relationship Id="rId6" Type="http://schemas.openxmlformats.org/officeDocument/2006/relationships/image" Target="../media/image371.wmf"/><Relationship Id="rId5" Type="http://schemas.openxmlformats.org/officeDocument/2006/relationships/image" Target="../media/image370.wmf"/><Relationship Id="rId4" Type="http://schemas.openxmlformats.org/officeDocument/2006/relationships/image" Target="../media/image369.wmf"/><Relationship Id="rId3" Type="http://schemas.openxmlformats.org/officeDocument/2006/relationships/image" Target="../media/image368.wmf"/><Relationship Id="rId2" Type="http://schemas.openxmlformats.org/officeDocument/2006/relationships/image" Target="../media/image367.wmf"/><Relationship Id="rId1" Type="http://schemas.openxmlformats.org/officeDocument/2006/relationships/image" Target="../media/image36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14763" y="0"/>
            <a:ext cx="2919413" cy="4953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8B9244A1-CC10-4DFE-90E1-2CFAAEB9C6EE}" type="datetimeFigureOut">
              <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14763" y="9371013"/>
            <a:ext cx="2919413" cy="495300"/>
          </a:xfrm>
          <a:prstGeom prst="rect">
            <a:avLst/>
          </a:prstGeom>
        </p:spPr>
        <p:txBody>
          <a:bodyPr vert="horz" wrap="square" lIns="91440" tIns="45720" rIns="91440" bIns="45720" numCol="1" anchor="b" anchorCtr="0" compatLnSpc="1"/>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23266" name="Rectangle 2"/>
          <p:cNvSpPr>
            <a:spLocks noGrp="1" noChangeArrowheads="1"/>
          </p:cNvSpPr>
          <p:nvPr>
            <p:ph type="hdr" sz="quarter"/>
          </p:nvPr>
        </p:nvSpPr>
        <p:spPr bwMode="auto">
          <a:xfrm>
            <a:off x="0" y="0"/>
            <a:ext cx="2919413" cy="493713"/>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3267" name="Rectangle 3"/>
          <p:cNvSpPr>
            <a:spLocks noGrp="1" noChangeArrowheads="1"/>
          </p:cNvSpPr>
          <p:nvPr>
            <p:ph type="dt" idx="1"/>
          </p:nvPr>
        </p:nvSpPr>
        <p:spPr bwMode="auto">
          <a:xfrm>
            <a:off x="3814763" y="0"/>
            <a:ext cx="2919413"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500" name="Rectangle 4"/>
          <p:cNvSpPr>
            <a:spLocks noRot="1" noTextEdit="1"/>
          </p:cNvSpPr>
          <p:nvPr>
            <p:ph type="sldImg" idx="2"/>
          </p:nvPr>
        </p:nvSpPr>
        <p:spPr>
          <a:xfrm>
            <a:off x="901700" y="739775"/>
            <a:ext cx="4932363" cy="3700463"/>
          </a:xfrm>
          <a:prstGeom prst="rect">
            <a:avLst/>
          </a:prstGeom>
          <a:noFill/>
          <a:ln w="9525" cap="flat" cmpd="sng">
            <a:solidFill>
              <a:srgbClr val="000000"/>
            </a:solidFill>
            <a:prstDash val="solid"/>
            <a:miter/>
            <a:headEnd type="none" w="med" len="med"/>
            <a:tailEnd type="none" w="med" len="med"/>
          </a:ln>
        </p:spPr>
      </p:sp>
      <p:sp>
        <p:nvSpPr>
          <p:cNvPr id="523269" name="Rectangle 5"/>
          <p:cNvSpPr>
            <a:spLocks noGrp="1" noChangeArrowheads="1"/>
          </p:cNvSpPr>
          <p:nvPr>
            <p:ph type="body" sz="quarter" idx="3"/>
          </p:nvPr>
        </p:nvSpPr>
        <p:spPr bwMode="auto">
          <a:xfrm>
            <a:off x="673100" y="4686300"/>
            <a:ext cx="5389563" cy="4440238"/>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3270" name="Rectangle 6"/>
          <p:cNvSpPr>
            <a:spLocks noGrp="1" noChangeArrowheads="1"/>
          </p:cNvSpPr>
          <p:nvPr>
            <p:ph type="ftr" sz="quarter" idx="4"/>
          </p:nvPr>
        </p:nvSpPr>
        <p:spPr bwMode="auto">
          <a:xfrm>
            <a:off x="0" y="9371013"/>
            <a:ext cx="2919413" cy="493713"/>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3271" name="Rectangle 7"/>
          <p:cNvSpPr>
            <a:spLocks noGrp="1" noChangeArrowheads="1"/>
          </p:cNvSpPr>
          <p:nvPr>
            <p:ph type="sldNum" sz="quarter" idx="5"/>
          </p:nvPr>
        </p:nvSpPr>
        <p:spPr bwMode="auto">
          <a:xfrm>
            <a:off x="3814763" y="9371013"/>
            <a:ext cx="2919413" cy="493713"/>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3075"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7" name="Rectangle 4"/>
          <p:cNvSpPr>
            <a:spLocks noGrp="1" noChangeArrowheads="1"/>
          </p:cNvSpPr>
          <p:nvPr>
            <p:ph type="dt" sz="half" idx="2"/>
          </p:nvPr>
        </p:nvSpPr>
        <p:spPr bwMode="auto">
          <a:xfrm>
            <a:off x="301625" y="6076950"/>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FD9AFDA-5CC3-45AB-AD10-F4FCAB6062EF}"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076950"/>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076950"/>
            <a:ext cx="2289175" cy="476250"/>
          </a:xfrm>
          <a:prstGeom prst="rect">
            <a:avLst/>
          </a:prstGeom>
          <a:ln>
            <a:miter lim="800000"/>
          </a:ln>
        </p:spPr>
        <p:txBody>
          <a:bodyPr vert="horz" wrap="square" lIns="91440" tIns="45720" rIns="91440" bIns="45720" numCol="1" anchor="t" anchorCtr="0" compatLnSpc="1"/>
          <a:p>
            <a:pPr algn="r" eaLnBrk="1" hangingPunct="1"/>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8" name="Rectangle 4"/>
          <p:cNvSpPr>
            <a:spLocks noGrp="1" noChangeArrowheads="1"/>
          </p:cNvSpPr>
          <p:nvPr>
            <p:ph type="dt" sz="half" idx="2"/>
          </p:nvPr>
        </p:nvSpPr>
        <p:spPr bwMode="auto">
          <a:xfrm>
            <a:off x="122238" y="659765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CC677B5-694D-40B5-AD29-181061BB8725}"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675438" y="6597650"/>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eaLnBrk="1" hangingPunct="1"/>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2" name="Rectangle 7"/>
          <p:cNvSpPr>
            <a:spLocks noGrp="1"/>
          </p:cNvSpPr>
          <p:nvPr>
            <p:ph type="title"/>
          </p:nvPr>
        </p:nvSpPr>
        <p:spPr>
          <a:xfrm>
            <a:off x="457200" y="274638"/>
            <a:ext cx="82296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3" name="Rectangle 8"/>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5.bin"/><Relationship Id="rId4" Type="http://schemas.openxmlformats.org/officeDocument/2006/relationships/image" Target="../media/image3.wmf"/><Relationship Id="rId3" Type="http://schemas.openxmlformats.org/officeDocument/2006/relationships/oleObject" Target="../embeddings/oleObject4.bin"/><Relationship Id="rId2" Type="http://schemas.openxmlformats.org/officeDocument/2006/relationships/image" Target="../media/image2.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0.wmf"/><Relationship Id="rId7" Type="http://schemas.openxmlformats.org/officeDocument/2006/relationships/oleObject" Target="../embeddings/oleObject10.bin"/><Relationship Id="rId6" Type="http://schemas.openxmlformats.org/officeDocument/2006/relationships/image" Target="../media/image9.wmf"/><Relationship Id="rId5" Type="http://schemas.openxmlformats.org/officeDocument/2006/relationships/oleObject" Target="../embeddings/oleObject9.bin"/><Relationship Id="rId4" Type="http://schemas.openxmlformats.org/officeDocument/2006/relationships/image" Target="../media/image8.wmf"/><Relationship Id="rId3" Type="http://schemas.openxmlformats.org/officeDocument/2006/relationships/oleObject" Target="../embeddings/oleObject8.bin"/><Relationship Id="rId2" Type="http://schemas.openxmlformats.org/officeDocument/2006/relationships/image" Target="../media/image7.wmf"/><Relationship Id="rId12" Type="http://schemas.openxmlformats.org/officeDocument/2006/relationships/vmlDrawing" Target="../drawings/vmlDrawing5.vml"/><Relationship Id="rId11" Type="http://schemas.openxmlformats.org/officeDocument/2006/relationships/slideLayout" Target="../slideLayouts/slideLayout2.xml"/><Relationship Id="rId10" Type="http://schemas.openxmlformats.org/officeDocument/2006/relationships/image" Target="../media/image11.wmf"/><Relationship Id="rId1"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wmf"/><Relationship Id="rId7" Type="http://schemas.openxmlformats.org/officeDocument/2006/relationships/oleObject" Target="../embeddings/oleObject15.bin"/><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emf"/><Relationship Id="rId3" Type="http://schemas.openxmlformats.org/officeDocument/2006/relationships/oleObject" Target="../embeddings/oleObject13.bin"/><Relationship Id="rId2" Type="http://schemas.openxmlformats.org/officeDocument/2006/relationships/image" Target="../media/image12.emf"/><Relationship Id="rId10" Type="http://schemas.openxmlformats.org/officeDocument/2006/relationships/vmlDrawing" Target="../drawings/vmlDrawing6.vml"/><Relationship Id="rId1"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7.emf"/><Relationship Id="rId3" Type="http://schemas.openxmlformats.org/officeDocument/2006/relationships/oleObject" Target="../embeddings/oleObject17.bin"/><Relationship Id="rId2" Type="http://schemas.openxmlformats.org/officeDocument/2006/relationships/image" Target="../media/image16.wmf"/><Relationship Id="rId1"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oleObject" Target="../embeddings/oleObject21.bin"/><Relationship Id="rId6" Type="http://schemas.openxmlformats.org/officeDocument/2006/relationships/image" Target="../media/image20.wmf"/><Relationship Id="rId5" Type="http://schemas.openxmlformats.org/officeDocument/2006/relationships/oleObject" Target="../embeddings/oleObject20.bin"/><Relationship Id="rId4" Type="http://schemas.openxmlformats.org/officeDocument/2006/relationships/image" Target="../media/image19.wmf"/><Relationship Id="rId3" Type="http://schemas.openxmlformats.org/officeDocument/2006/relationships/oleObject" Target="../embeddings/oleObject19.bin"/><Relationship Id="rId2" Type="http://schemas.openxmlformats.org/officeDocument/2006/relationships/image" Target="../media/image18.wmf"/><Relationship Id="rId1"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2.xml"/><Relationship Id="rId7" Type="http://schemas.openxmlformats.org/officeDocument/2006/relationships/oleObject" Target="../embeddings/oleObject25.bin"/><Relationship Id="rId6" Type="http://schemas.openxmlformats.org/officeDocument/2006/relationships/image" Target="../media/image20.wmf"/><Relationship Id="rId5" Type="http://schemas.openxmlformats.org/officeDocument/2006/relationships/oleObject" Target="../embeddings/oleObject24.bin"/><Relationship Id="rId4" Type="http://schemas.openxmlformats.org/officeDocument/2006/relationships/image" Target="../media/image19.wmf"/><Relationship Id="rId3" Type="http://schemas.openxmlformats.org/officeDocument/2006/relationships/oleObject" Target="../embeddings/oleObject23.bin"/><Relationship Id="rId2" Type="http://schemas.openxmlformats.org/officeDocument/2006/relationships/image" Target="../media/image18.wmf"/><Relationship Id="rId1"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24.wmf"/><Relationship Id="rId7" Type="http://schemas.openxmlformats.org/officeDocument/2006/relationships/oleObject" Target="../embeddings/oleObject29.bin"/><Relationship Id="rId6" Type="http://schemas.openxmlformats.org/officeDocument/2006/relationships/image" Target="../media/image23.wmf"/><Relationship Id="rId5" Type="http://schemas.openxmlformats.org/officeDocument/2006/relationships/oleObject" Target="../embeddings/oleObject28.bin"/><Relationship Id="rId4" Type="http://schemas.openxmlformats.org/officeDocument/2006/relationships/image" Target="../media/image22.wmf"/><Relationship Id="rId3" Type="http://schemas.openxmlformats.org/officeDocument/2006/relationships/oleObject" Target="../embeddings/oleObject27.bin"/><Relationship Id="rId2" Type="http://schemas.openxmlformats.org/officeDocument/2006/relationships/image" Target="../media/image21.wmf"/><Relationship Id="rId14" Type="http://schemas.openxmlformats.org/officeDocument/2006/relationships/vmlDrawing" Target="../drawings/vmlDrawing10.vml"/><Relationship Id="rId13" Type="http://schemas.openxmlformats.org/officeDocument/2006/relationships/slideLayout" Target="../slideLayouts/slideLayout2.xml"/><Relationship Id="rId12" Type="http://schemas.openxmlformats.org/officeDocument/2006/relationships/image" Target="../media/image26.wmf"/><Relationship Id="rId11" Type="http://schemas.openxmlformats.org/officeDocument/2006/relationships/oleObject" Target="../embeddings/oleObject31.bin"/><Relationship Id="rId10" Type="http://schemas.openxmlformats.org/officeDocument/2006/relationships/image" Target="../media/image25.wmf"/><Relationship Id="rId1"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34.bin"/><Relationship Id="rId4" Type="http://schemas.openxmlformats.org/officeDocument/2006/relationships/image" Target="../media/image28.wmf"/><Relationship Id="rId3" Type="http://schemas.openxmlformats.org/officeDocument/2006/relationships/oleObject" Target="../embeddings/oleObject33.bin"/><Relationship Id="rId2" Type="http://schemas.openxmlformats.org/officeDocument/2006/relationships/image" Target="../media/image27.wmf"/><Relationship Id="rId1" Type="http://schemas.openxmlformats.org/officeDocument/2006/relationships/oleObject" Target="../embeddings/oleObject32.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33.wmf"/><Relationship Id="rId7" Type="http://schemas.openxmlformats.org/officeDocument/2006/relationships/oleObject" Target="../embeddings/oleObject38.bin"/><Relationship Id="rId6" Type="http://schemas.openxmlformats.org/officeDocument/2006/relationships/image" Target="../media/image32.wmf"/><Relationship Id="rId5" Type="http://schemas.openxmlformats.org/officeDocument/2006/relationships/oleObject" Target="../embeddings/oleObject37.bin"/><Relationship Id="rId4" Type="http://schemas.openxmlformats.org/officeDocument/2006/relationships/image" Target="../media/image31.wmf"/><Relationship Id="rId3" Type="http://schemas.openxmlformats.org/officeDocument/2006/relationships/oleObject" Target="../embeddings/oleObject36.bin"/><Relationship Id="rId2" Type="http://schemas.openxmlformats.org/officeDocument/2006/relationships/image" Target="../media/image30.wmf"/><Relationship Id="rId17" Type="http://schemas.openxmlformats.org/officeDocument/2006/relationships/vmlDrawing" Target="../drawings/vmlDrawing12.vml"/><Relationship Id="rId16" Type="http://schemas.openxmlformats.org/officeDocument/2006/relationships/slideLayout" Target="../slideLayouts/slideLayout7.xml"/><Relationship Id="rId15" Type="http://schemas.openxmlformats.org/officeDocument/2006/relationships/audio" Target="../media/audio3.wav"/><Relationship Id="rId14" Type="http://schemas.openxmlformats.org/officeDocument/2006/relationships/audio" Target="../media/audio2.wav"/><Relationship Id="rId13" Type="http://schemas.openxmlformats.org/officeDocument/2006/relationships/image" Target="../media/image37.wmf"/><Relationship Id="rId12" Type="http://schemas.openxmlformats.org/officeDocument/2006/relationships/image" Target="../media/image36.wmf"/><Relationship Id="rId11" Type="http://schemas.openxmlformats.org/officeDocument/2006/relationships/image" Target="../media/image35.wmf"/><Relationship Id="rId10" Type="http://schemas.openxmlformats.org/officeDocument/2006/relationships/image" Target="../media/image34.wmf"/><Relationship Id="rId1" Type="http://schemas.openxmlformats.org/officeDocument/2006/relationships/oleObject" Target="../embeddings/oleObject35.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39.wmf"/><Relationship Id="rId3" Type="http://schemas.openxmlformats.org/officeDocument/2006/relationships/oleObject" Target="../embeddings/oleObject41.bin"/><Relationship Id="rId2" Type="http://schemas.openxmlformats.org/officeDocument/2006/relationships/image" Target="../media/image38.wmf"/><Relationship Id="rId1" Type="http://schemas.openxmlformats.org/officeDocument/2006/relationships/oleObject" Target="../embeddings/oleObject40.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3.wmf"/><Relationship Id="rId7" Type="http://schemas.openxmlformats.org/officeDocument/2006/relationships/oleObject" Target="../embeddings/oleObject45.bin"/><Relationship Id="rId6" Type="http://schemas.openxmlformats.org/officeDocument/2006/relationships/image" Target="../media/image42.wmf"/><Relationship Id="rId5" Type="http://schemas.openxmlformats.org/officeDocument/2006/relationships/oleObject" Target="../embeddings/oleObject44.bin"/><Relationship Id="rId4" Type="http://schemas.openxmlformats.org/officeDocument/2006/relationships/image" Target="../media/image41.wmf"/><Relationship Id="rId3" Type="http://schemas.openxmlformats.org/officeDocument/2006/relationships/oleObject" Target="../embeddings/oleObject43.bin"/><Relationship Id="rId2" Type="http://schemas.openxmlformats.org/officeDocument/2006/relationships/image" Target="../media/image40.emf"/><Relationship Id="rId10" Type="http://schemas.openxmlformats.org/officeDocument/2006/relationships/vmlDrawing" Target="../drawings/vmlDrawing14.vml"/><Relationship Id="rId1" Type="http://schemas.openxmlformats.org/officeDocument/2006/relationships/oleObject" Target="../embeddings/oleObject42.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47.wmf"/><Relationship Id="rId7" Type="http://schemas.openxmlformats.org/officeDocument/2006/relationships/oleObject" Target="../embeddings/oleObject49.bin"/><Relationship Id="rId6" Type="http://schemas.openxmlformats.org/officeDocument/2006/relationships/image" Target="../media/image46.emf"/><Relationship Id="rId5" Type="http://schemas.openxmlformats.org/officeDocument/2006/relationships/oleObject" Target="../embeddings/oleObject48.bin"/><Relationship Id="rId4" Type="http://schemas.openxmlformats.org/officeDocument/2006/relationships/image" Target="../media/image45.emf"/><Relationship Id="rId3" Type="http://schemas.openxmlformats.org/officeDocument/2006/relationships/oleObject" Target="../embeddings/oleObject47.bin"/><Relationship Id="rId2" Type="http://schemas.openxmlformats.org/officeDocument/2006/relationships/image" Target="../media/image44.emf"/><Relationship Id="rId14" Type="http://schemas.openxmlformats.org/officeDocument/2006/relationships/vmlDrawing" Target="../drawings/vmlDrawing15.vml"/><Relationship Id="rId13" Type="http://schemas.openxmlformats.org/officeDocument/2006/relationships/slideLayout" Target="../slideLayouts/slideLayout2.xml"/><Relationship Id="rId12" Type="http://schemas.openxmlformats.org/officeDocument/2006/relationships/image" Target="../media/image49.emf"/><Relationship Id="rId11" Type="http://schemas.openxmlformats.org/officeDocument/2006/relationships/oleObject" Target="../embeddings/oleObject51.bin"/><Relationship Id="rId10" Type="http://schemas.openxmlformats.org/officeDocument/2006/relationships/image" Target="../media/image48.wmf"/><Relationship Id="rId1"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3.emf"/><Relationship Id="rId7" Type="http://schemas.openxmlformats.org/officeDocument/2006/relationships/oleObject" Target="../embeddings/oleObject55.bin"/><Relationship Id="rId6" Type="http://schemas.openxmlformats.org/officeDocument/2006/relationships/image" Target="../media/image52.emf"/><Relationship Id="rId5" Type="http://schemas.openxmlformats.org/officeDocument/2006/relationships/oleObject" Target="../embeddings/oleObject54.bin"/><Relationship Id="rId4" Type="http://schemas.openxmlformats.org/officeDocument/2006/relationships/image" Target="../media/image51.wmf"/><Relationship Id="rId3" Type="http://schemas.openxmlformats.org/officeDocument/2006/relationships/oleObject" Target="../embeddings/oleObject53.bin"/><Relationship Id="rId2" Type="http://schemas.openxmlformats.org/officeDocument/2006/relationships/image" Target="../media/image50.wmf"/><Relationship Id="rId14" Type="http://schemas.openxmlformats.org/officeDocument/2006/relationships/vmlDrawing" Target="../drawings/vmlDrawing16.vml"/><Relationship Id="rId13" Type="http://schemas.openxmlformats.org/officeDocument/2006/relationships/slideLayout" Target="../slideLayouts/slideLayout1.xml"/><Relationship Id="rId12" Type="http://schemas.openxmlformats.org/officeDocument/2006/relationships/image" Target="../media/image55.emf"/><Relationship Id="rId11" Type="http://schemas.openxmlformats.org/officeDocument/2006/relationships/oleObject" Target="../embeddings/oleObject57.bin"/><Relationship Id="rId10" Type="http://schemas.openxmlformats.org/officeDocument/2006/relationships/image" Target="../media/image54.emf"/><Relationship Id="rId1" Type="http://schemas.openxmlformats.org/officeDocument/2006/relationships/oleObject" Target="../embeddings/oleObject52.bin"/></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oleObject" Target="../embeddings/oleObject60.bin"/><Relationship Id="rId4" Type="http://schemas.openxmlformats.org/officeDocument/2006/relationships/image" Target="../media/image57.emf"/><Relationship Id="rId3" Type="http://schemas.openxmlformats.org/officeDocument/2006/relationships/oleObject" Target="../embeddings/oleObject59.bin"/><Relationship Id="rId2" Type="http://schemas.openxmlformats.org/officeDocument/2006/relationships/image" Target="../media/image56.emf"/><Relationship Id="rId1" Type="http://schemas.openxmlformats.org/officeDocument/2006/relationships/oleObject" Target="../embeddings/oleObject58.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62.emf"/><Relationship Id="rId7" Type="http://schemas.openxmlformats.org/officeDocument/2006/relationships/oleObject" Target="../embeddings/oleObject64.bin"/><Relationship Id="rId6" Type="http://schemas.openxmlformats.org/officeDocument/2006/relationships/image" Target="../media/image61.emf"/><Relationship Id="rId5" Type="http://schemas.openxmlformats.org/officeDocument/2006/relationships/oleObject" Target="../embeddings/oleObject63.bin"/><Relationship Id="rId4" Type="http://schemas.openxmlformats.org/officeDocument/2006/relationships/image" Target="../media/image60.emf"/><Relationship Id="rId3" Type="http://schemas.openxmlformats.org/officeDocument/2006/relationships/oleObject" Target="../embeddings/oleObject62.bin"/><Relationship Id="rId2" Type="http://schemas.openxmlformats.org/officeDocument/2006/relationships/image" Target="../media/image59.emf"/><Relationship Id="rId18" Type="http://schemas.openxmlformats.org/officeDocument/2006/relationships/vmlDrawing" Target="../drawings/vmlDrawing18.vml"/><Relationship Id="rId17" Type="http://schemas.openxmlformats.org/officeDocument/2006/relationships/slideLayout" Target="../slideLayouts/slideLayout2.xml"/><Relationship Id="rId16" Type="http://schemas.openxmlformats.org/officeDocument/2006/relationships/image" Target="../media/image66.wmf"/><Relationship Id="rId15" Type="http://schemas.openxmlformats.org/officeDocument/2006/relationships/oleObject" Target="../embeddings/oleObject68.bin"/><Relationship Id="rId14" Type="http://schemas.openxmlformats.org/officeDocument/2006/relationships/image" Target="../media/image65.wmf"/><Relationship Id="rId13" Type="http://schemas.openxmlformats.org/officeDocument/2006/relationships/oleObject" Target="../embeddings/oleObject67.bin"/><Relationship Id="rId12" Type="http://schemas.openxmlformats.org/officeDocument/2006/relationships/image" Target="../media/image64.wmf"/><Relationship Id="rId11" Type="http://schemas.openxmlformats.org/officeDocument/2006/relationships/oleObject" Target="../embeddings/oleObject66.bin"/><Relationship Id="rId10" Type="http://schemas.openxmlformats.org/officeDocument/2006/relationships/image" Target="../media/image63.wmf"/><Relationship Id="rId1" Type="http://schemas.openxmlformats.org/officeDocument/2006/relationships/oleObject" Target="../embeddings/oleObject61.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70.emf"/><Relationship Id="rId7" Type="http://schemas.openxmlformats.org/officeDocument/2006/relationships/oleObject" Target="../embeddings/oleObject72.bin"/><Relationship Id="rId6" Type="http://schemas.openxmlformats.org/officeDocument/2006/relationships/image" Target="../media/image69.emf"/><Relationship Id="rId5" Type="http://schemas.openxmlformats.org/officeDocument/2006/relationships/oleObject" Target="../embeddings/oleObject71.bin"/><Relationship Id="rId4" Type="http://schemas.openxmlformats.org/officeDocument/2006/relationships/image" Target="../media/image68.emf"/><Relationship Id="rId3" Type="http://schemas.openxmlformats.org/officeDocument/2006/relationships/oleObject" Target="../embeddings/oleObject70.bin"/><Relationship Id="rId2" Type="http://schemas.openxmlformats.org/officeDocument/2006/relationships/image" Target="../media/image67.emf"/><Relationship Id="rId18" Type="http://schemas.openxmlformats.org/officeDocument/2006/relationships/vmlDrawing" Target="../drawings/vmlDrawing19.vml"/><Relationship Id="rId17" Type="http://schemas.openxmlformats.org/officeDocument/2006/relationships/slideLayout" Target="../slideLayouts/slideLayout12.xml"/><Relationship Id="rId16" Type="http://schemas.openxmlformats.org/officeDocument/2006/relationships/image" Target="../media/image74.wmf"/><Relationship Id="rId15" Type="http://schemas.openxmlformats.org/officeDocument/2006/relationships/oleObject" Target="../embeddings/oleObject76.bin"/><Relationship Id="rId14" Type="http://schemas.openxmlformats.org/officeDocument/2006/relationships/image" Target="../media/image73.wmf"/><Relationship Id="rId13" Type="http://schemas.openxmlformats.org/officeDocument/2006/relationships/oleObject" Target="../embeddings/oleObject75.bin"/><Relationship Id="rId12" Type="http://schemas.openxmlformats.org/officeDocument/2006/relationships/image" Target="../media/image72.wmf"/><Relationship Id="rId11" Type="http://schemas.openxmlformats.org/officeDocument/2006/relationships/oleObject" Target="../embeddings/oleObject74.bin"/><Relationship Id="rId10" Type="http://schemas.openxmlformats.org/officeDocument/2006/relationships/image" Target="../media/image71.wmf"/><Relationship Id="rId1" Type="http://schemas.openxmlformats.org/officeDocument/2006/relationships/oleObject" Target="../embeddings/oleObject69.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2.xml"/><Relationship Id="rId6" Type="http://schemas.openxmlformats.org/officeDocument/2006/relationships/image" Target="../media/image77.wmf"/><Relationship Id="rId5" Type="http://schemas.openxmlformats.org/officeDocument/2006/relationships/oleObject" Target="../embeddings/oleObject79.bin"/><Relationship Id="rId4" Type="http://schemas.openxmlformats.org/officeDocument/2006/relationships/image" Target="../media/image76.wmf"/><Relationship Id="rId3" Type="http://schemas.openxmlformats.org/officeDocument/2006/relationships/oleObject" Target="../embeddings/oleObject78.bin"/><Relationship Id="rId2" Type="http://schemas.openxmlformats.org/officeDocument/2006/relationships/image" Target="../media/image75.wmf"/><Relationship Id="rId1" Type="http://schemas.openxmlformats.org/officeDocument/2006/relationships/oleObject" Target="../embeddings/oleObject77.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84.bin"/><Relationship Id="rId8" Type="http://schemas.openxmlformats.org/officeDocument/2006/relationships/image" Target="../media/image80.wmf"/><Relationship Id="rId7" Type="http://schemas.openxmlformats.org/officeDocument/2006/relationships/oleObject" Target="../embeddings/oleObject83.bin"/><Relationship Id="rId6" Type="http://schemas.openxmlformats.org/officeDocument/2006/relationships/image" Target="../media/image79.wmf"/><Relationship Id="rId5" Type="http://schemas.openxmlformats.org/officeDocument/2006/relationships/oleObject" Target="../embeddings/oleObject82.bin"/><Relationship Id="rId4" Type="http://schemas.openxmlformats.org/officeDocument/2006/relationships/image" Target="../media/image78.wmf"/><Relationship Id="rId3" Type="http://schemas.openxmlformats.org/officeDocument/2006/relationships/oleObject" Target="../embeddings/oleObject81.bin"/><Relationship Id="rId2" Type="http://schemas.openxmlformats.org/officeDocument/2006/relationships/image" Target="../media/image75.wmf"/><Relationship Id="rId12" Type="http://schemas.openxmlformats.org/officeDocument/2006/relationships/vmlDrawing" Target="../drawings/vmlDrawing21.vml"/><Relationship Id="rId11" Type="http://schemas.openxmlformats.org/officeDocument/2006/relationships/slideLayout" Target="../slideLayouts/slideLayout2.xml"/><Relationship Id="rId10" Type="http://schemas.openxmlformats.org/officeDocument/2006/relationships/image" Target="../media/image81.wmf"/><Relationship Id="rId1" Type="http://schemas.openxmlformats.org/officeDocument/2006/relationships/oleObject" Target="../embeddings/oleObject80.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7.xml"/><Relationship Id="rId4" Type="http://schemas.openxmlformats.org/officeDocument/2006/relationships/image" Target="../media/image83.wmf"/><Relationship Id="rId3" Type="http://schemas.openxmlformats.org/officeDocument/2006/relationships/oleObject" Target="../embeddings/oleObject86.bin"/><Relationship Id="rId2" Type="http://schemas.openxmlformats.org/officeDocument/2006/relationships/image" Target="../media/image82.wmf"/><Relationship Id="rId1" Type="http://schemas.openxmlformats.org/officeDocument/2006/relationships/oleObject" Target="../embeddings/oleObject85.bin"/></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7.wmf"/><Relationship Id="rId7" Type="http://schemas.openxmlformats.org/officeDocument/2006/relationships/oleObject" Target="../embeddings/oleObject90.bin"/><Relationship Id="rId6" Type="http://schemas.openxmlformats.org/officeDocument/2006/relationships/image" Target="../media/image86.wmf"/><Relationship Id="rId5" Type="http://schemas.openxmlformats.org/officeDocument/2006/relationships/oleObject" Target="../embeddings/oleObject89.bin"/><Relationship Id="rId4" Type="http://schemas.openxmlformats.org/officeDocument/2006/relationships/image" Target="../media/image85.wmf"/><Relationship Id="rId3" Type="http://schemas.openxmlformats.org/officeDocument/2006/relationships/oleObject" Target="../embeddings/oleObject88.bin"/><Relationship Id="rId2" Type="http://schemas.openxmlformats.org/officeDocument/2006/relationships/image" Target="../media/image84.wmf"/><Relationship Id="rId10" Type="http://schemas.openxmlformats.org/officeDocument/2006/relationships/vmlDrawing" Target="../drawings/vmlDrawing23.vml"/><Relationship Id="rId1" Type="http://schemas.openxmlformats.org/officeDocument/2006/relationships/oleObject" Target="../embeddings/oleObject87.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image" Target="../media/image89.wmf"/><Relationship Id="rId3" Type="http://schemas.openxmlformats.org/officeDocument/2006/relationships/oleObject" Target="../embeddings/oleObject92.bin"/><Relationship Id="rId2" Type="http://schemas.openxmlformats.org/officeDocument/2006/relationships/image" Target="../media/image88.emf"/><Relationship Id="rId1" Type="http://schemas.openxmlformats.org/officeDocument/2006/relationships/oleObject" Target="../embeddings/oleObject91.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91.wmf"/><Relationship Id="rId3" Type="http://schemas.openxmlformats.org/officeDocument/2006/relationships/oleObject" Target="../embeddings/oleObject94.bin"/><Relationship Id="rId2" Type="http://schemas.openxmlformats.org/officeDocument/2006/relationships/image" Target="../media/image90.wmf"/><Relationship Id="rId1" Type="http://schemas.openxmlformats.org/officeDocument/2006/relationships/oleObject" Target="../embeddings/oleObject93.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2.xml"/><Relationship Id="rId6" Type="http://schemas.openxmlformats.org/officeDocument/2006/relationships/image" Target="../media/image94.wmf"/><Relationship Id="rId5" Type="http://schemas.openxmlformats.org/officeDocument/2006/relationships/oleObject" Target="../embeddings/oleObject97.bin"/><Relationship Id="rId4" Type="http://schemas.openxmlformats.org/officeDocument/2006/relationships/image" Target="../media/image93.wmf"/><Relationship Id="rId3" Type="http://schemas.openxmlformats.org/officeDocument/2006/relationships/oleObject" Target="../embeddings/oleObject96.bin"/><Relationship Id="rId2" Type="http://schemas.openxmlformats.org/officeDocument/2006/relationships/image" Target="../media/image92.wmf"/><Relationship Id="rId1" Type="http://schemas.openxmlformats.org/officeDocument/2006/relationships/oleObject" Target="../embeddings/oleObject95.bin"/></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12.xml"/><Relationship Id="rId4" Type="http://schemas.openxmlformats.org/officeDocument/2006/relationships/image" Target="../media/image94.wmf"/><Relationship Id="rId3" Type="http://schemas.openxmlformats.org/officeDocument/2006/relationships/oleObject" Target="../embeddings/oleObject99.bin"/><Relationship Id="rId2" Type="http://schemas.openxmlformats.org/officeDocument/2006/relationships/image" Target="../media/image95.wmf"/><Relationship Id="rId1" Type="http://schemas.openxmlformats.org/officeDocument/2006/relationships/oleObject" Target="../embeddings/oleObject98.bin"/></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2.xml"/><Relationship Id="rId4" Type="http://schemas.openxmlformats.org/officeDocument/2006/relationships/image" Target="../media/image97.wmf"/><Relationship Id="rId3" Type="http://schemas.openxmlformats.org/officeDocument/2006/relationships/oleObject" Target="../embeddings/oleObject101.bin"/><Relationship Id="rId2" Type="http://schemas.openxmlformats.org/officeDocument/2006/relationships/image" Target="../media/image96.wmf"/><Relationship Id="rId1" Type="http://schemas.openxmlformats.org/officeDocument/2006/relationships/oleObject" Target="../embeddings/oleObject100.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98.wmf"/><Relationship Id="rId1" Type="http://schemas.openxmlformats.org/officeDocument/2006/relationships/oleObject" Target="../embeddings/oleObject102.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07.bin"/><Relationship Id="rId8" Type="http://schemas.openxmlformats.org/officeDocument/2006/relationships/image" Target="../media/image102.wmf"/><Relationship Id="rId7" Type="http://schemas.openxmlformats.org/officeDocument/2006/relationships/oleObject" Target="../embeddings/oleObject106.bin"/><Relationship Id="rId6" Type="http://schemas.openxmlformats.org/officeDocument/2006/relationships/image" Target="../media/image101.emf"/><Relationship Id="rId5" Type="http://schemas.openxmlformats.org/officeDocument/2006/relationships/oleObject" Target="../embeddings/oleObject105.bin"/><Relationship Id="rId4" Type="http://schemas.openxmlformats.org/officeDocument/2006/relationships/image" Target="../media/image100.emf"/><Relationship Id="rId3" Type="http://schemas.openxmlformats.org/officeDocument/2006/relationships/oleObject" Target="../embeddings/oleObject104.bin"/><Relationship Id="rId2" Type="http://schemas.openxmlformats.org/officeDocument/2006/relationships/image" Target="../media/image99.emf"/><Relationship Id="rId14" Type="http://schemas.openxmlformats.org/officeDocument/2006/relationships/vmlDrawing" Target="../drawings/vmlDrawing30.vml"/><Relationship Id="rId13" Type="http://schemas.openxmlformats.org/officeDocument/2006/relationships/slideLayout" Target="../slideLayouts/slideLayout2.xml"/><Relationship Id="rId12" Type="http://schemas.openxmlformats.org/officeDocument/2006/relationships/image" Target="../media/image104.wmf"/><Relationship Id="rId11" Type="http://schemas.openxmlformats.org/officeDocument/2006/relationships/oleObject" Target="../embeddings/oleObject108.bin"/><Relationship Id="rId10" Type="http://schemas.openxmlformats.org/officeDocument/2006/relationships/image" Target="../media/image103.wmf"/><Relationship Id="rId1" Type="http://schemas.openxmlformats.org/officeDocument/2006/relationships/oleObject" Target="../embeddings/oleObject103.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8.emf"/><Relationship Id="rId7" Type="http://schemas.openxmlformats.org/officeDocument/2006/relationships/oleObject" Target="../embeddings/oleObject112.bin"/><Relationship Id="rId6" Type="http://schemas.openxmlformats.org/officeDocument/2006/relationships/image" Target="../media/image107.wmf"/><Relationship Id="rId5" Type="http://schemas.openxmlformats.org/officeDocument/2006/relationships/oleObject" Target="../embeddings/oleObject111.bin"/><Relationship Id="rId4" Type="http://schemas.openxmlformats.org/officeDocument/2006/relationships/image" Target="../media/image106.wmf"/><Relationship Id="rId3" Type="http://schemas.openxmlformats.org/officeDocument/2006/relationships/oleObject" Target="../embeddings/oleObject110.bin"/><Relationship Id="rId2" Type="http://schemas.openxmlformats.org/officeDocument/2006/relationships/image" Target="../media/image105.wmf"/><Relationship Id="rId10" Type="http://schemas.openxmlformats.org/officeDocument/2006/relationships/vmlDrawing" Target="../drawings/vmlDrawing31.vml"/><Relationship Id="rId1" Type="http://schemas.openxmlformats.org/officeDocument/2006/relationships/oleObject" Target="../embeddings/oleObject109.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12.wmf"/><Relationship Id="rId7" Type="http://schemas.openxmlformats.org/officeDocument/2006/relationships/oleObject" Target="../embeddings/oleObject116.bin"/><Relationship Id="rId6" Type="http://schemas.openxmlformats.org/officeDocument/2006/relationships/image" Target="../media/image111.wmf"/><Relationship Id="rId5" Type="http://schemas.openxmlformats.org/officeDocument/2006/relationships/oleObject" Target="../embeddings/oleObject115.bin"/><Relationship Id="rId4" Type="http://schemas.openxmlformats.org/officeDocument/2006/relationships/image" Target="../media/image110.wmf"/><Relationship Id="rId3" Type="http://schemas.openxmlformats.org/officeDocument/2006/relationships/oleObject" Target="../embeddings/oleObject114.bin"/><Relationship Id="rId2" Type="http://schemas.openxmlformats.org/officeDocument/2006/relationships/image" Target="../media/image109.wmf"/><Relationship Id="rId12" Type="http://schemas.openxmlformats.org/officeDocument/2006/relationships/vmlDrawing" Target="../drawings/vmlDrawing32.vml"/><Relationship Id="rId11" Type="http://schemas.openxmlformats.org/officeDocument/2006/relationships/slideLayout" Target="../slideLayouts/slideLayout2.xml"/><Relationship Id="rId10" Type="http://schemas.openxmlformats.org/officeDocument/2006/relationships/image" Target="../media/image113.wmf"/><Relationship Id="rId1" Type="http://schemas.openxmlformats.org/officeDocument/2006/relationships/oleObject" Target="../embeddings/oleObject113.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22.bin"/><Relationship Id="rId8" Type="http://schemas.openxmlformats.org/officeDocument/2006/relationships/image" Target="../media/image117.emf"/><Relationship Id="rId7" Type="http://schemas.openxmlformats.org/officeDocument/2006/relationships/oleObject" Target="../embeddings/oleObject121.bin"/><Relationship Id="rId6" Type="http://schemas.openxmlformats.org/officeDocument/2006/relationships/image" Target="../media/image116.wmf"/><Relationship Id="rId5" Type="http://schemas.openxmlformats.org/officeDocument/2006/relationships/oleObject" Target="../embeddings/oleObject120.bin"/><Relationship Id="rId4" Type="http://schemas.openxmlformats.org/officeDocument/2006/relationships/image" Target="../media/image115.wmf"/><Relationship Id="rId3" Type="http://schemas.openxmlformats.org/officeDocument/2006/relationships/oleObject" Target="../embeddings/oleObject119.bin"/><Relationship Id="rId2" Type="http://schemas.openxmlformats.org/officeDocument/2006/relationships/image" Target="../media/image114.wmf"/><Relationship Id="rId16" Type="http://schemas.openxmlformats.org/officeDocument/2006/relationships/vmlDrawing" Target="../drawings/vmlDrawing33.vml"/><Relationship Id="rId15" Type="http://schemas.openxmlformats.org/officeDocument/2006/relationships/slideLayout" Target="../slideLayouts/slideLayout2.xml"/><Relationship Id="rId14" Type="http://schemas.openxmlformats.org/officeDocument/2006/relationships/image" Target="../media/image120.emf"/><Relationship Id="rId13" Type="http://schemas.openxmlformats.org/officeDocument/2006/relationships/oleObject" Target="../embeddings/oleObject124.bin"/><Relationship Id="rId12" Type="http://schemas.openxmlformats.org/officeDocument/2006/relationships/image" Target="../media/image119.emf"/><Relationship Id="rId11" Type="http://schemas.openxmlformats.org/officeDocument/2006/relationships/oleObject" Target="../embeddings/oleObject123.bin"/><Relationship Id="rId10" Type="http://schemas.openxmlformats.org/officeDocument/2006/relationships/image" Target="../media/image118.emf"/><Relationship Id="rId1" Type="http://schemas.openxmlformats.org/officeDocument/2006/relationships/oleObject" Target="../embeddings/oleObject118.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2.xml"/><Relationship Id="rId6" Type="http://schemas.openxmlformats.org/officeDocument/2006/relationships/image" Target="../media/image123.wmf"/><Relationship Id="rId5" Type="http://schemas.openxmlformats.org/officeDocument/2006/relationships/oleObject" Target="../embeddings/oleObject127.bin"/><Relationship Id="rId4" Type="http://schemas.openxmlformats.org/officeDocument/2006/relationships/image" Target="../media/image122.wmf"/><Relationship Id="rId3" Type="http://schemas.openxmlformats.org/officeDocument/2006/relationships/oleObject" Target="../embeddings/oleObject126.bin"/><Relationship Id="rId2" Type="http://schemas.openxmlformats.org/officeDocument/2006/relationships/image" Target="../media/image121.wmf"/><Relationship Id="rId1" Type="http://schemas.openxmlformats.org/officeDocument/2006/relationships/oleObject" Target="../embeddings/oleObject125.bin"/></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35.vml"/><Relationship Id="rId7" Type="http://schemas.openxmlformats.org/officeDocument/2006/relationships/slideLayout" Target="../slideLayouts/slideLayout2.xml"/><Relationship Id="rId6" Type="http://schemas.openxmlformats.org/officeDocument/2006/relationships/image" Target="../media/image126.wmf"/><Relationship Id="rId5" Type="http://schemas.openxmlformats.org/officeDocument/2006/relationships/oleObject" Target="../embeddings/oleObject130.bin"/><Relationship Id="rId4" Type="http://schemas.openxmlformats.org/officeDocument/2006/relationships/image" Target="../media/image125.wmf"/><Relationship Id="rId3" Type="http://schemas.openxmlformats.org/officeDocument/2006/relationships/oleObject" Target="../embeddings/oleObject129.bin"/><Relationship Id="rId2" Type="http://schemas.openxmlformats.org/officeDocument/2006/relationships/image" Target="../media/image124.wmf"/><Relationship Id="rId1" Type="http://schemas.openxmlformats.org/officeDocument/2006/relationships/oleObject" Target="../embeddings/oleObject128.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35.bin"/><Relationship Id="rId8" Type="http://schemas.openxmlformats.org/officeDocument/2006/relationships/image" Target="../media/image102.wmf"/><Relationship Id="rId7" Type="http://schemas.openxmlformats.org/officeDocument/2006/relationships/oleObject" Target="../embeddings/oleObject134.bin"/><Relationship Id="rId6" Type="http://schemas.openxmlformats.org/officeDocument/2006/relationships/image" Target="../media/image129.emf"/><Relationship Id="rId5" Type="http://schemas.openxmlformats.org/officeDocument/2006/relationships/oleObject" Target="../embeddings/oleObject133.bin"/><Relationship Id="rId4" Type="http://schemas.openxmlformats.org/officeDocument/2006/relationships/image" Target="../media/image128.emf"/><Relationship Id="rId3" Type="http://schemas.openxmlformats.org/officeDocument/2006/relationships/oleObject" Target="../embeddings/oleObject132.bin"/><Relationship Id="rId20" Type="http://schemas.openxmlformats.org/officeDocument/2006/relationships/vmlDrawing" Target="../drawings/vmlDrawing36.vml"/><Relationship Id="rId2" Type="http://schemas.openxmlformats.org/officeDocument/2006/relationships/image" Target="../media/image127.wmf"/><Relationship Id="rId19" Type="http://schemas.openxmlformats.org/officeDocument/2006/relationships/slideLayout" Target="../slideLayouts/slideLayout2.xml"/><Relationship Id="rId18" Type="http://schemas.openxmlformats.org/officeDocument/2006/relationships/image" Target="../media/image134.emf"/><Relationship Id="rId17" Type="http://schemas.openxmlformats.org/officeDocument/2006/relationships/oleObject" Target="../embeddings/oleObject139.bin"/><Relationship Id="rId16" Type="http://schemas.openxmlformats.org/officeDocument/2006/relationships/image" Target="../media/image133.emf"/><Relationship Id="rId15" Type="http://schemas.openxmlformats.org/officeDocument/2006/relationships/oleObject" Target="../embeddings/oleObject138.bin"/><Relationship Id="rId14" Type="http://schemas.openxmlformats.org/officeDocument/2006/relationships/image" Target="../media/image132.emf"/><Relationship Id="rId13" Type="http://schemas.openxmlformats.org/officeDocument/2006/relationships/oleObject" Target="../embeddings/oleObject137.bin"/><Relationship Id="rId12" Type="http://schemas.openxmlformats.org/officeDocument/2006/relationships/image" Target="../media/image131.wmf"/><Relationship Id="rId11" Type="http://schemas.openxmlformats.org/officeDocument/2006/relationships/oleObject" Target="../embeddings/oleObject136.bin"/><Relationship Id="rId10" Type="http://schemas.openxmlformats.org/officeDocument/2006/relationships/image" Target="../media/image130.wmf"/><Relationship Id="rId1" Type="http://schemas.openxmlformats.org/officeDocument/2006/relationships/oleObject" Target="../embeddings/oleObject131.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44.bin"/><Relationship Id="rId8" Type="http://schemas.openxmlformats.org/officeDocument/2006/relationships/image" Target="../media/image138.wmf"/><Relationship Id="rId7" Type="http://schemas.openxmlformats.org/officeDocument/2006/relationships/oleObject" Target="../embeddings/oleObject143.bin"/><Relationship Id="rId6" Type="http://schemas.openxmlformats.org/officeDocument/2006/relationships/image" Target="../media/image137.emf"/><Relationship Id="rId5" Type="http://schemas.openxmlformats.org/officeDocument/2006/relationships/oleObject" Target="../embeddings/oleObject142.bin"/><Relationship Id="rId4" Type="http://schemas.openxmlformats.org/officeDocument/2006/relationships/image" Target="../media/image136.emf"/><Relationship Id="rId3" Type="http://schemas.openxmlformats.org/officeDocument/2006/relationships/oleObject" Target="../embeddings/oleObject141.bin"/><Relationship Id="rId2" Type="http://schemas.openxmlformats.org/officeDocument/2006/relationships/image" Target="../media/image135.emf"/><Relationship Id="rId18" Type="http://schemas.openxmlformats.org/officeDocument/2006/relationships/vmlDrawing" Target="../drawings/vmlDrawing37.vml"/><Relationship Id="rId17" Type="http://schemas.openxmlformats.org/officeDocument/2006/relationships/slideLayout" Target="../slideLayouts/slideLayout2.xml"/><Relationship Id="rId16" Type="http://schemas.openxmlformats.org/officeDocument/2006/relationships/image" Target="../media/image134.emf"/><Relationship Id="rId15" Type="http://schemas.openxmlformats.org/officeDocument/2006/relationships/oleObject" Target="../embeddings/oleObject147.bin"/><Relationship Id="rId14" Type="http://schemas.openxmlformats.org/officeDocument/2006/relationships/image" Target="../media/image141.emf"/><Relationship Id="rId13" Type="http://schemas.openxmlformats.org/officeDocument/2006/relationships/oleObject" Target="../embeddings/oleObject146.bin"/><Relationship Id="rId12" Type="http://schemas.openxmlformats.org/officeDocument/2006/relationships/image" Target="../media/image140.wmf"/><Relationship Id="rId11" Type="http://schemas.openxmlformats.org/officeDocument/2006/relationships/oleObject" Target="../embeddings/oleObject145.bin"/><Relationship Id="rId10" Type="http://schemas.openxmlformats.org/officeDocument/2006/relationships/image" Target="../media/image139.wmf"/><Relationship Id="rId1" Type="http://schemas.openxmlformats.org/officeDocument/2006/relationships/oleObject" Target="../embeddings/oleObject140.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145.emf"/><Relationship Id="rId7" Type="http://schemas.openxmlformats.org/officeDocument/2006/relationships/oleObject" Target="../embeddings/oleObject151.bin"/><Relationship Id="rId6" Type="http://schemas.openxmlformats.org/officeDocument/2006/relationships/image" Target="../media/image144.emf"/><Relationship Id="rId5" Type="http://schemas.openxmlformats.org/officeDocument/2006/relationships/oleObject" Target="../embeddings/oleObject150.bin"/><Relationship Id="rId4" Type="http://schemas.openxmlformats.org/officeDocument/2006/relationships/image" Target="../media/image143.emf"/><Relationship Id="rId3" Type="http://schemas.openxmlformats.org/officeDocument/2006/relationships/oleObject" Target="../embeddings/oleObject149.bin"/><Relationship Id="rId26" Type="http://schemas.openxmlformats.org/officeDocument/2006/relationships/vmlDrawing" Target="../drawings/vmlDrawing38.vml"/><Relationship Id="rId25" Type="http://schemas.openxmlformats.org/officeDocument/2006/relationships/slideLayout" Target="../slideLayouts/slideLayout2.xml"/><Relationship Id="rId24" Type="http://schemas.openxmlformats.org/officeDocument/2006/relationships/image" Target="../media/image152.emf"/><Relationship Id="rId23" Type="http://schemas.openxmlformats.org/officeDocument/2006/relationships/oleObject" Target="../embeddings/oleObject159.bin"/><Relationship Id="rId22" Type="http://schemas.openxmlformats.org/officeDocument/2006/relationships/image" Target="../media/image151.emf"/><Relationship Id="rId21" Type="http://schemas.openxmlformats.org/officeDocument/2006/relationships/oleObject" Target="../embeddings/oleObject158.bin"/><Relationship Id="rId20" Type="http://schemas.openxmlformats.org/officeDocument/2006/relationships/image" Target="../media/image150.emf"/><Relationship Id="rId2" Type="http://schemas.openxmlformats.org/officeDocument/2006/relationships/image" Target="../media/image142.wmf"/><Relationship Id="rId19" Type="http://schemas.openxmlformats.org/officeDocument/2006/relationships/oleObject" Target="../embeddings/oleObject157.bin"/><Relationship Id="rId18" Type="http://schemas.openxmlformats.org/officeDocument/2006/relationships/image" Target="../media/image134.emf"/><Relationship Id="rId17" Type="http://schemas.openxmlformats.org/officeDocument/2006/relationships/oleObject" Target="../embeddings/oleObject156.bin"/><Relationship Id="rId16" Type="http://schemas.openxmlformats.org/officeDocument/2006/relationships/image" Target="../media/image149.emf"/><Relationship Id="rId15" Type="http://schemas.openxmlformats.org/officeDocument/2006/relationships/oleObject" Target="../embeddings/oleObject155.bin"/><Relationship Id="rId14" Type="http://schemas.openxmlformats.org/officeDocument/2006/relationships/image" Target="../media/image148.emf"/><Relationship Id="rId13" Type="http://schemas.openxmlformats.org/officeDocument/2006/relationships/oleObject" Target="../embeddings/oleObject154.bin"/><Relationship Id="rId12" Type="http://schemas.openxmlformats.org/officeDocument/2006/relationships/image" Target="../media/image147.emf"/><Relationship Id="rId11" Type="http://schemas.openxmlformats.org/officeDocument/2006/relationships/oleObject" Target="../embeddings/oleObject153.bin"/><Relationship Id="rId10" Type="http://schemas.openxmlformats.org/officeDocument/2006/relationships/image" Target="../media/image146.emf"/><Relationship Id="rId1" Type="http://schemas.openxmlformats.org/officeDocument/2006/relationships/oleObject" Target="../embeddings/oleObject148.bin"/></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6.wmf"/><Relationship Id="rId7" Type="http://schemas.openxmlformats.org/officeDocument/2006/relationships/oleObject" Target="../embeddings/oleObject163.bin"/><Relationship Id="rId6" Type="http://schemas.openxmlformats.org/officeDocument/2006/relationships/image" Target="../media/image155.wmf"/><Relationship Id="rId5" Type="http://schemas.openxmlformats.org/officeDocument/2006/relationships/oleObject" Target="../embeddings/oleObject162.bin"/><Relationship Id="rId4" Type="http://schemas.openxmlformats.org/officeDocument/2006/relationships/image" Target="../media/image154.wmf"/><Relationship Id="rId3" Type="http://schemas.openxmlformats.org/officeDocument/2006/relationships/oleObject" Target="../embeddings/oleObject161.bin"/><Relationship Id="rId2" Type="http://schemas.openxmlformats.org/officeDocument/2006/relationships/image" Target="../media/image153.wmf"/><Relationship Id="rId10" Type="http://schemas.openxmlformats.org/officeDocument/2006/relationships/vmlDrawing" Target="../drawings/vmlDrawing39.vml"/><Relationship Id="rId1" Type="http://schemas.openxmlformats.org/officeDocument/2006/relationships/oleObject" Target="../embeddings/oleObject160.bin"/></Relationships>
</file>

<file path=ppt/slides/_rels/slide48.xml.rels><?xml version="1.0" encoding="UTF-8" standalone="yes"?>
<Relationships xmlns="http://schemas.openxmlformats.org/package/2006/relationships"><Relationship Id="rId9" Type="http://schemas.openxmlformats.org/officeDocument/2006/relationships/image" Target="../media/image160.wmf"/><Relationship Id="rId8" Type="http://schemas.openxmlformats.org/officeDocument/2006/relationships/oleObject" Target="../embeddings/oleObject168.bin"/><Relationship Id="rId7" Type="http://schemas.openxmlformats.org/officeDocument/2006/relationships/oleObject" Target="../embeddings/oleObject167.bin"/><Relationship Id="rId6" Type="http://schemas.openxmlformats.org/officeDocument/2006/relationships/image" Target="../media/image159.png"/><Relationship Id="rId5" Type="http://schemas.openxmlformats.org/officeDocument/2006/relationships/oleObject" Target="../embeddings/oleObject166.bin"/><Relationship Id="rId4" Type="http://schemas.openxmlformats.org/officeDocument/2006/relationships/image" Target="../media/image158.wmf"/><Relationship Id="rId3" Type="http://schemas.openxmlformats.org/officeDocument/2006/relationships/oleObject" Target="../embeddings/oleObject165.bin"/><Relationship Id="rId2" Type="http://schemas.openxmlformats.org/officeDocument/2006/relationships/image" Target="../media/image157.wmf"/><Relationship Id="rId12" Type="http://schemas.openxmlformats.org/officeDocument/2006/relationships/vmlDrawing" Target="../drawings/vmlDrawing40.vml"/><Relationship Id="rId11" Type="http://schemas.openxmlformats.org/officeDocument/2006/relationships/slideLayout" Target="../slideLayouts/slideLayout2.xml"/><Relationship Id="rId10" Type="http://schemas.openxmlformats.org/officeDocument/2006/relationships/oleObject" Target="../embeddings/oleObject169.bin"/><Relationship Id="rId1" Type="http://schemas.openxmlformats.org/officeDocument/2006/relationships/oleObject" Target="../embeddings/oleObject164.bin"/></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4.wmf"/><Relationship Id="rId7" Type="http://schemas.openxmlformats.org/officeDocument/2006/relationships/oleObject" Target="../embeddings/oleObject173.bin"/><Relationship Id="rId6" Type="http://schemas.openxmlformats.org/officeDocument/2006/relationships/image" Target="../media/image163.wmf"/><Relationship Id="rId5" Type="http://schemas.openxmlformats.org/officeDocument/2006/relationships/oleObject" Target="../embeddings/oleObject172.bin"/><Relationship Id="rId4" Type="http://schemas.openxmlformats.org/officeDocument/2006/relationships/image" Target="../media/image162.wmf"/><Relationship Id="rId3" Type="http://schemas.openxmlformats.org/officeDocument/2006/relationships/oleObject" Target="../embeddings/oleObject171.bin"/><Relationship Id="rId2" Type="http://schemas.openxmlformats.org/officeDocument/2006/relationships/image" Target="../media/image161.wmf"/><Relationship Id="rId10" Type="http://schemas.openxmlformats.org/officeDocument/2006/relationships/vmlDrawing" Target="../drawings/vmlDrawing41.vml"/><Relationship Id="rId1" Type="http://schemas.openxmlformats.org/officeDocument/2006/relationships/oleObject" Target="../embeddings/oleObject170.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68.emf"/><Relationship Id="rId7" Type="http://schemas.openxmlformats.org/officeDocument/2006/relationships/oleObject" Target="../embeddings/oleObject177.bin"/><Relationship Id="rId6" Type="http://schemas.openxmlformats.org/officeDocument/2006/relationships/image" Target="../media/image167.emf"/><Relationship Id="rId5" Type="http://schemas.openxmlformats.org/officeDocument/2006/relationships/oleObject" Target="../embeddings/oleObject176.bin"/><Relationship Id="rId4" Type="http://schemas.openxmlformats.org/officeDocument/2006/relationships/image" Target="../media/image166.wmf"/><Relationship Id="rId3" Type="http://schemas.openxmlformats.org/officeDocument/2006/relationships/oleObject" Target="../embeddings/oleObject175.bin"/><Relationship Id="rId2" Type="http://schemas.openxmlformats.org/officeDocument/2006/relationships/image" Target="../media/image165.wmf"/><Relationship Id="rId14" Type="http://schemas.openxmlformats.org/officeDocument/2006/relationships/vmlDrawing" Target="../drawings/vmlDrawing42.vml"/><Relationship Id="rId13" Type="http://schemas.openxmlformats.org/officeDocument/2006/relationships/slideLayout" Target="../slideLayouts/slideLayout2.xml"/><Relationship Id="rId12" Type="http://schemas.openxmlformats.org/officeDocument/2006/relationships/image" Target="../media/image170.wmf"/><Relationship Id="rId11" Type="http://schemas.openxmlformats.org/officeDocument/2006/relationships/oleObject" Target="../embeddings/oleObject179.bin"/><Relationship Id="rId10" Type="http://schemas.openxmlformats.org/officeDocument/2006/relationships/image" Target="../media/image169.wmf"/><Relationship Id="rId1" Type="http://schemas.openxmlformats.org/officeDocument/2006/relationships/oleObject" Target="../embeddings/oleObject174.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74.wmf"/><Relationship Id="rId7" Type="http://schemas.openxmlformats.org/officeDocument/2006/relationships/oleObject" Target="../embeddings/oleObject183.bin"/><Relationship Id="rId6" Type="http://schemas.openxmlformats.org/officeDocument/2006/relationships/image" Target="../media/image173.wmf"/><Relationship Id="rId5" Type="http://schemas.openxmlformats.org/officeDocument/2006/relationships/oleObject" Target="../embeddings/oleObject182.bin"/><Relationship Id="rId4" Type="http://schemas.openxmlformats.org/officeDocument/2006/relationships/image" Target="../media/image172.emf"/><Relationship Id="rId3" Type="http://schemas.openxmlformats.org/officeDocument/2006/relationships/oleObject" Target="../embeddings/oleObject181.bin"/><Relationship Id="rId2" Type="http://schemas.openxmlformats.org/officeDocument/2006/relationships/image" Target="../media/image171.emf"/><Relationship Id="rId18" Type="http://schemas.openxmlformats.org/officeDocument/2006/relationships/vmlDrawing" Target="../drawings/vmlDrawing43.vml"/><Relationship Id="rId17" Type="http://schemas.openxmlformats.org/officeDocument/2006/relationships/slideLayout" Target="../slideLayouts/slideLayout2.xml"/><Relationship Id="rId16" Type="http://schemas.openxmlformats.org/officeDocument/2006/relationships/image" Target="../media/image178.png"/><Relationship Id="rId15" Type="http://schemas.openxmlformats.org/officeDocument/2006/relationships/oleObject" Target="../embeddings/oleObject187.bin"/><Relationship Id="rId14" Type="http://schemas.openxmlformats.org/officeDocument/2006/relationships/image" Target="../media/image177.emf"/><Relationship Id="rId13" Type="http://schemas.openxmlformats.org/officeDocument/2006/relationships/oleObject" Target="../embeddings/oleObject186.bin"/><Relationship Id="rId12" Type="http://schemas.openxmlformats.org/officeDocument/2006/relationships/image" Target="../media/image176.wmf"/><Relationship Id="rId11" Type="http://schemas.openxmlformats.org/officeDocument/2006/relationships/oleObject" Target="../embeddings/oleObject185.bin"/><Relationship Id="rId10" Type="http://schemas.openxmlformats.org/officeDocument/2006/relationships/image" Target="../media/image175.wmf"/><Relationship Id="rId1" Type="http://schemas.openxmlformats.org/officeDocument/2006/relationships/oleObject" Target="../embeddings/oleObject180.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92.bin"/><Relationship Id="rId8" Type="http://schemas.openxmlformats.org/officeDocument/2006/relationships/image" Target="../media/image182.emf"/><Relationship Id="rId7" Type="http://schemas.openxmlformats.org/officeDocument/2006/relationships/oleObject" Target="../embeddings/oleObject191.bin"/><Relationship Id="rId6" Type="http://schemas.openxmlformats.org/officeDocument/2006/relationships/image" Target="../media/image181.emf"/><Relationship Id="rId5" Type="http://schemas.openxmlformats.org/officeDocument/2006/relationships/oleObject" Target="../embeddings/oleObject190.bin"/><Relationship Id="rId4" Type="http://schemas.openxmlformats.org/officeDocument/2006/relationships/image" Target="../media/image180.wmf"/><Relationship Id="rId3" Type="http://schemas.openxmlformats.org/officeDocument/2006/relationships/oleObject" Target="../embeddings/oleObject189.bin"/><Relationship Id="rId2" Type="http://schemas.openxmlformats.org/officeDocument/2006/relationships/image" Target="../media/image179.wmf"/><Relationship Id="rId16" Type="http://schemas.openxmlformats.org/officeDocument/2006/relationships/vmlDrawing" Target="../drawings/vmlDrawing44.vml"/><Relationship Id="rId15" Type="http://schemas.openxmlformats.org/officeDocument/2006/relationships/slideLayout" Target="../slideLayouts/slideLayout2.xml"/><Relationship Id="rId14" Type="http://schemas.openxmlformats.org/officeDocument/2006/relationships/image" Target="../media/image185.wmf"/><Relationship Id="rId13" Type="http://schemas.openxmlformats.org/officeDocument/2006/relationships/oleObject" Target="../embeddings/oleObject194.bin"/><Relationship Id="rId12" Type="http://schemas.openxmlformats.org/officeDocument/2006/relationships/image" Target="../media/image184.emf"/><Relationship Id="rId11" Type="http://schemas.openxmlformats.org/officeDocument/2006/relationships/oleObject" Target="../embeddings/oleObject193.bin"/><Relationship Id="rId10" Type="http://schemas.openxmlformats.org/officeDocument/2006/relationships/image" Target="../media/image183.emf"/><Relationship Id="rId1" Type="http://schemas.openxmlformats.org/officeDocument/2006/relationships/oleObject" Target="../embeddings/oleObject188.bin"/></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8.emf"/><Relationship Id="rId7" Type="http://schemas.openxmlformats.org/officeDocument/2006/relationships/oleObject" Target="../embeddings/oleObject198.bin"/><Relationship Id="rId6" Type="http://schemas.openxmlformats.org/officeDocument/2006/relationships/image" Target="../media/image185.wmf"/><Relationship Id="rId5" Type="http://schemas.openxmlformats.org/officeDocument/2006/relationships/oleObject" Target="../embeddings/oleObject197.bin"/><Relationship Id="rId4" Type="http://schemas.openxmlformats.org/officeDocument/2006/relationships/image" Target="../media/image187.emf"/><Relationship Id="rId3" Type="http://schemas.openxmlformats.org/officeDocument/2006/relationships/oleObject" Target="../embeddings/oleObject196.bin"/><Relationship Id="rId2" Type="http://schemas.openxmlformats.org/officeDocument/2006/relationships/image" Target="../media/image186.emf"/><Relationship Id="rId10" Type="http://schemas.openxmlformats.org/officeDocument/2006/relationships/vmlDrawing" Target="../drawings/vmlDrawing45.vml"/><Relationship Id="rId1" Type="http://schemas.openxmlformats.org/officeDocument/2006/relationships/oleObject" Target="../embeddings/oleObject195.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203.bin"/><Relationship Id="rId8" Type="http://schemas.openxmlformats.org/officeDocument/2006/relationships/image" Target="../media/image154.wmf"/><Relationship Id="rId7" Type="http://schemas.openxmlformats.org/officeDocument/2006/relationships/oleObject" Target="../embeddings/oleObject202.bin"/><Relationship Id="rId6" Type="http://schemas.openxmlformats.org/officeDocument/2006/relationships/image" Target="../media/image190.wmf"/><Relationship Id="rId5" Type="http://schemas.openxmlformats.org/officeDocument/2006/relationships/oleObject" Target="../embeddings/oleObject201.bin"/><Relationship Id="rId4" Type="http://schemas.openxmlformats.org/officeDocument/2006/relationships/image" Target="../media/image180.wmf"/><Relationship Id="rId3" Type="http://schemas.openxmlformats.org/officeDocument/2006/relationships/oleObject" Target="../embeddings/oleObject200.bin"/><Relationship Id="rId2" Type="http://schemas.openxmlformats.org/officeDocument/2006/relationships/image" Target="../media/image189.wmf"/><Relationship Id="rId14" Type="http://schemas.openxmlformats.org/officeDocument/2006/relationships/vmlDrawing" Target="../drawings/vmlDrawing46.vml"/><Relationship Id="rId13" Type="http://schemas.openxmlformats.org/officeDocument/2006/relationships/slideLayout" Target="../slideLayouts/slideLayout2.xml"/><Relationship Id="rId12" Type="http://schemas.openxmlformats.org/officeDocument/2006/relationships/image" Target="../media/image191.wmf"/><Relationship Id="rId11" Type="http://schemas.openxmlformats.org/officeDocument/2006/relationships/oleObject" Target="../embeddings/oleObject204.bin"/><Relationship Id="rId10" Type="http://schemas.openxmlformats.org/officeDocument/2006/relationships/image" Target="../media/image155.wmf"/><Relationship Id="rId1" Type="http://schemas.openxmlformats.org/officeDocument/2006/relationships/oleObject" Target="../embeddings/oleObject199.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209.bin"/><Relationship Id="rId8" Type="http://schemas.openxmlformats.org/officeDocument/2006/relationships/image" Target="../media/image159.png"/><Relationship Id="rId7" Type="http://schemas.openxmlformats.org/officeDocument/2006/relationships/oleObject" Target="../embeddings/oleObject208.bin"/><Relationship Id="rId6" Type="http://schemas.openxmlformats.org/officeDocument/2006/relationships/image" Target="../media/image160.wmf"/><Relationship Id="rId5" Type="http://schemas.openxmlformats.org/officeDocument/2006/relationships/oleObject" Target="../embeddings/oleObject207.bin"/><Relationship Id="rId4" Type="http://schemas.openxmlformats.org/officeDocument/2006/relationships/image" Target="../media/image192.wmf"/><Relationship Id="rId3" Type="http://schemas.openxmlformats.org/officeDocument/2006/relationships/oleObject" Target="../embeddings/oleObject206.bin"/><Relationship Id="rId2" Type="http://schemas.openxmlformats.org/officeDocument/2006/relationships/image" Target="../media/image157.wmf"/><Relationship Id="rId13" Type="http://schemas.openxmlformats.org/officeDocument/2006/relationships/vmlDrawing" Target="../drawings/vmlDrawing47.vml"/><Relationship Id="rId12" Type="http://schemas.openxmlformats.org/officeDocument/2006/relationships/slideLayout" Target="../slideLayouts/slideLayout2.xml"/><Relationship Id="rId11" Type="http://schemas.openxmlformats.org/officeDocument/2006/relationships/image" Target="../media/image193.wmf"/><Relationship Id="rId10" Type="http://schemas.openxmlformats.org/officeDocument/2006/relationships/oleObject" Target="../embeddings/oleObject210.bin"/><Relationship Id="rId1" Type="http://schemas.openxmlformats.org/officeDocument/2006/relationships/oleObject" Target="../embeddings/oleObject205.bin"/></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7.wmf"/><Relationship Id="rId7" Type="http://schemas.openxmlformats.org/officeDocument/2006/relationships/oleObject" Target="../embeddings/oleObject214.bin"/><Relationship Id="rId6" Type="http://schemas.openxmlformats.org/officeDocument/2006/relationships/image" Target="../media/image196.wmf"/><Relationship Id="rId5" Type="http://schemas.openxmlformats.org/officeDocument/2006/relationships/oleObject" Target="../embeddings/oleObject213.bin"/><Relationship Id="rId4" Type="http://schemas.openxmlformats.org/officeDocument/2006/relationships/image" Target="../media/image195.wmf"/><Relationship Id="rId3" Type="http://schemas.openxmlformats.org/officeDocument/2006/relationships/oleObject" Target="../embeddings/oleObject212.bin"/><Relationship Id="rId2" Type="http://schemas.openxmlformats.org/officeDocument/2006/relationships/image" Target="../media/image194.wmf"/><Relationship Id="rId10" Type="http://schemas.openxmlformats.org/officeDocument/2006/relationships/vmlDrawing" Target="../drawings/vmlDrawing48.vml"/><Relationship Id="rId1" Type="http://schemas.openxmlformats.org/officeDocument/2006/relationships/oleObject" Target="../embeddings/oleObject211.bin"/></Relationships>
</file>

<file path=ppt/slides/_rels/slide57.xml.rels><?xml version="1.0" encoding="UTF-8" standalone="yes"?>
<Relationships xmlns="http://schemas.openxmlformats.org/package/2006/relationships"><Relationship Id="rId9" Type="http://schemas.openxmlformats.org/officeDocument/2006/relationships/image" Target="../media/image202.wmf"/><Relationship Id="rId8" Type="http://schemas.openxmlformats.org/officeDocument/2006/relationships/oleObject" Target="../embeddings/oleObject218.bin"/><Relationship Id="rId7" Type="http://schemas.openxmlformats.org/officeDocument/2006/relationships/image" Target="../media/image201.emf"/><Relationship Id="rId6" Type="http://schemas.openxmlformats.org/officeDocument/2006/relationships/oleObject" Target="../embeddings/oleObject217.bin"/><Relationship Id="rId5" Type="http://schemas.openxmlformats.org/officeDocument/2006/relationships/image" Target="../media/image200.wmf"/><Relationship Id="rId4" Type="http://schemas.openxmlformats.org/officeDocument/2006/relationships/oleObject" Target="../embeddings/oleObject216.bin"/><Relationship Id="rId33" Type="http://schemas.openxmlformats.org/officeDocument/2006/relationships/vmlDrawing" Target="../drawings/vmlDrawing49.vml"/><Relationship Id="rId32" Type="http://schemas.openxmlformats.org/officeDocument/2006/relationships/slideLayout" Target="../slideLayouts/slideLayout2.xml"/><Relationship Id="rId31" Type="http://schemas.openxmlformats.org/officeDocument/2006/relationships/image" Target="../media/image213.emf"/><Relationship Id="rId30" Type="http://schemas.openxmlformats.org/officeDocument/2006/relationships/oleObject" Target="../embeddings/oleObject229.bin"/><Relationship Id="rId3" Type="http://schemas.openxmlformats.org/officeDocument/2006/relationships/image" Target="../media/image199.wmf"/><Relationship Id="rId29" Type="http://schemas.openxmlformats.org/officeDocument/2006/relationships/image" Target="../media/image212.emf"/><Relationship Id="rId28" Type="http://schemas.openxmlformats.org/officeDocument/2006/relationships/oleObject" Target="../embeddings/oleObject228.bin"/><Relationship Id="rId27" Type="http://schemas.openxmlformats.org/officeDocument/2006/relationships/image" Target="../media/image211.emf"/><Relationship Id="rId26" Type="http://schemas.openxmlformats.org/officeDocument/2006/relationships/oleObject" Target="../embeddings/oleObject227.bin"/><Relationship Id="rId25" Type="http://schemas.openxmlformats.org/officeDocument/2006/relationships/image" Target="../media/image210.emf"/><Relationship Id="rId24" Type="http://schemas.openxmlformats.org/officeDocument/2006/relationships/oleObject" Target="../embeddings/oleObject226.bin"/><Relationship Id="rId23" Type="http://schemas.openxmlformats.org/officeDocument/2006/relationships/image" Target="../media/image209.emf"/><Relationship Id="rId22" Type="http://schemas.openxmlformats.org/officeDocument/2006/relationships/oleObject" Target="../embeddings/oleObject225.bin"/><Relationship Id="rId21" Type="http://schemas.openxmlformats.org/officeDocument/2006/relationships/image" Target="../media/image208.emf"/><Relationship Id="rId20" Type="http://schemas.openxmlformats.org/officeDocument/2006/relationships/oleObject" Target="../embeddings/oleObject224.bin"/><Relationship Id="rId2" Type="http://schemas.openxmlformats.org/officeDocument/2006/relationships/oleObject" Target="../embeddings/oleObject215.bin"/><Relationship Id="rId19" Type="http://schemas.openxmlformats.org/officeDocument/2006/relationships/image" Target="../media/image207.emf"/><Relationship Id="rId18" Type="http://schemas.openxmlformats.org/officeDocument/2006/relationships/oleObject" Target="../embeddings/oleObject223.bin"/><Relationship Id="rId17" Type="http://schemas.openxmlformats.org/officeDocument/2006/relationships/image" Target="../media/image206.emf"/><Relationship Id="rId16" Type="http://schemas.openxmlformats.org/officeDocument/2006/relationships/oleObject" Target="../embeddings/oleObject222.bin"/><Relationship Id="rId15" Type="http://schemas.openxmlformats.org/officeDocument/2006/relationships/image" Target="../media/image205.emf"/><Relationship Id="rId14" Type="http://schemas.openxmlformats.org/officeDocument/2006/relationships/oleObject" Target="../embeddings/oleObject221.bin"/><Relationship Id="rId13" Type="http://schemas.openxmlformats.org/officeDocument/2006/relationships/image" Target="../media/image204.wmf"/><Relationship Id="rId12" Type="http://schemas.openxmlformats.org/officeDocument/2006/relationships/oleObject" Target="../embeddings/oleObject220.bin"/><Relationship Id="rId11" Type="http://schemas.openxmlformats.org/officeDocument/2006/relationships/image" Target="../media/image203.wmf"/><Relationship Id="rId10" Type="http://schemas.openxmlformats.org/officeDocument/2006/relationships/oleObject" Target="../embeddings/oleObject219.bin"/><Relationship Id="rId1" Type="http://schemas.openxmlformats.org/officeDocument/2006/relationships/image" Target="../media/image198.jpeg"/></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234.bin"/><Relationship Id="rId8" Type="http://schemas.openxmlformats.org/officeDocument/2006/relationships/image" Target="../media/image217.wmf"/><Relationship Id="rId7" Type="http://schemas.openxmlformats.org/officeDocument/2006/relationships/oleObject" Target="../embeddings/oleObject233.bin"/><Relationship Id="rId6" Type="http://schemas.openxmlformats.org/officeDocument/2006/relationships/image" Target="../media/image216.wmf"/><Relationship Id="rId5" Type="http://schemas.openxmlformats.org/officeDocument/2006/relationships/oleObject" Target="../embeddings/oleObject232.bin"/><Relationship Id="rId4" Type="http://schemas.openxmlformats.org/officeDocument/2006/relationships/image" Target="../media/image215.wmf"/><Relationship Id="rId3" Type="http://schemas.openxmlformats.org/officeDocument/2006/relationships/oleObject" Target="../embeddings/oleObject231.bin"/><Relationship Id="rId2" Type="http://schemas.openxmlformats.org/officeDocument/2006/relationships/image" Target="../media/image214.wmf"/><Relationship Id="rId16" Type="http://schemas.openxmlformats.org/officeDocument/2006/relationships/vmlDrawing" Target="../drawings/vmlDrawing50.vml"/><Relationship Id="rId15" Type="http://schemas.openxmlformats.org/officeDocument/2006/relationships/slideLayout" Target="../slideLayouts/slideLayout2.xml"/><Relationship Id="rId14" Type="http://schemas.openxmlformats.org/officeDocument/2006/relationships/image" Target="../media/image220.wmf"/><Relationship Id="rId13" Type="http://schemas.openxmlformats.org/officeDocument/2006/relationships/oleObject" Target="../embeddings/oleObject236.bin"/><Relationship Id="rId12" Type="http://schemas.openxmlformats.org/officeDocument/2006/relationships/image" Target="../media/image219.wmf"/><Relationship Id="rId11" Type="http://schemas.openxmlformats.org/officeDocument/2006/relationships/oleObject" Target="../embeddings/oleObject235.bin"/><Relationship Id="rId10" Type="http://schemas.openxmlformats.org/officeDocument/2006/relationships/image" Target="../media/image218.wmf"/><Relationship Id="rId1" Type="http://schemas.openxmlformats.org/officeDocument/2006/relationships/oleObject" Target="../embeddings/oleObject230.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2.xml"/><Relationship Id="rId2" Type="http://schemas.openxmlformats.org/officeDocument/2006/relationships/image" Target="../media/image221.wmf"/><Relationship Id="rId1" Type="http://schemas.openxmlformats.org/officeDocument/2006/relationships/oleObject" Target="../embeddings/oleObject237.bin"/></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52.vml"/><Relationship Id="rId7" Type="http://schemas.openxmlformats.org/officeDocument/2006/relationships/slideLayout" Target="../slideLayouts/slideLayout2.xml"/><Relationship Id="rId6" Type="http://schemas.openxmlformats.org/officeDocument/2006/relationships/image" Target="../media/image224.wmf"/><Relationship Id="rId5" Type="http://schemas.openxmlformats.org/officeDocument/2006/relationships/oleObject" Target="../embeddings/oleObject240.bin"/><Relationship Id="rId4" Type="http://schemas.openxmlformats.org/officeDocument/2006/relationships/image" Target="../media/image223.wmf"/><Relationship Id="rId3" Type="http://schemas.openxmlformats.org/officeDocument/2006/relationships/oleObject" Target="../embeddings/oleObject239.bin"/><Relationship Id="rId2" Type="http://schemas.openxmlformats.org/officeDocument/2006/relationships/image" Target="../media/image222.wmf"/><Relationship Id="rId1" Type="http://schemas.openxmlformats.org/officeDocument/2006/relationships/oleObject" Target="../embeddings/oleObject238.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245.bin"/><Relationship Id="rId8" Type="http://schemas.openxmlformats.org/officeDocument/2006/relationships/image" Target="../media/image228.wmf"/><Relationship Id="rId7" Type="http://schemas.openxmlformats.org/officeDocument/2006/relationships/oleObject" Target="../embeddings/oleObject244.bin"/><Relationship Id="rId6" Type="http://schemas.openxmlformats.org/officeDocument/2006/relationships/image" Target="../media/image227.wmf"/><Relationship Id="rId5" Type="http://schemas.openxmlformats.org/officeDocument/2006/relationships/oleObject" Target="../embeddings/oleObject243.bin"/><Relationship Id="rId4" Type="http://schemas.openxmlformats.org/officeDocument/2006/relationships/image" Target="../media/image226.wmf"/><Relationship Id="rId3" Type="http://schemas.openxmlformats.org/officeDocument/2006/relationships/oleObject" Target="../embeddings/oleObject242.bin"/><Relationship Id="rId2" Type="http://schemas.openxmlformats.org/officeDocument/2006/relationships/image" Target="../media/image225.wmf"/><Relationship Id="rId14" Type="http://schemas.openxmlformats.org/officeDocument/2006/relationships/vmlDrawing" Target="../drawings/vmlDrawing53.vml"/><Relationship Id="rId13" Type="http://schemas.openxmlformats.org/officeDocument/2006/relationships/slideLayout" Target="../slideLayouts/slideLayout2.xml"/><Relationship Id="rId12" Type="http://schemas.openxmlformats.org/officeDocument/2006/relationships/image" Target="../media/image230.wmf"/><Relationship Id="rId11" Type="http://schemas.openxmlformats.org/officeDocument/2006/relationships/oleObject" Target="../embeddings/oleObject246.bin"/><Relationship Id="rId10" Type="http://schemas.openxmlformats.org/officeDocument/2006/relationships/image" Target="../media/image229.wmf"/><Relationship Id="rId1" Type="http://schemas.openxmlformats.org/officeDocument/2006/relationships/oleObject" Target="../embeddings/oleObject241.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2.xml"/><Relationship Id="rId2" Type="http://schemas.openxmlformats.org/officeDocument/2006/relationships/image" Target="../media/image231.wmf"/><Relationship Id="rId1" Type="http://schemas.openxmlformats.org/officeDocument/2006/relationships/oleObject" Target="../embeddings/oleObject247.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2.xml"/><Relationship Id="rId4" Type="http://schemas.openxmlformats.org/officeDocument/2006/relationships/image" Target="../media/image233.wmf"/><Relationship Id="rId3" Type="http://schemas.openxmlformats.org/officeDocument/2006/relationships/oleObject" Target="../embeddings/oleObject249.bin"/><Relationship Id="rId2" Type="http://schemas.openxmlformats.org/officeDocument/2006/relationships/image" Target="../media/image232.wmf"/><Relationship Id="rId1" Type="http://schemas.openxmlformats.org/officeDocument/2006/relationships/oleObject" Target="../embeddings/oleObject248.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254.bin"/><Relationship Id="rId8" Type="http://schemas.openxmlformats.org/officeDocument/2006/relationships/image" Target="../media/image237.emf"/><Relationship Id="rId7" Type="http://schemas.openxmlformats.org/officeDocument/2006/relationships/oleObject" Target="../embeddings/oleObject253.bin"/><Relationship Id="rId6" Type="http://schemas.openxmlformats.org/officeDocument/2006/relationships/image" Target="../media/image236.wmf"/><Relationship Id="rId5" Type="http://schemas.openxmlformats.org/officeDocument/2006/relationships/oleObject" Target="../embeddings/oleObject252.bin"/><Relationship Id="rId4" Type="http://schemas.openxmlformats.org/officeDocument/2006/relationships/image" Target="../media/image235.emf"/><Relationship Id="rId3" Type="http://schemas.openxmlformats.org/officeDocument/2006/relationships/oleObject" Target="../embeddings/oleObject251.bin"/><Relationship Id="rId26" Type="http://schemas.openxmlformats.org/officeDocument/2006/relationships/vmlDrawing" Target="../drawings/vmlDrawing56.vml"/><Relationship Id="rId25" Type="http://schemas.openxmlformats.org/officeDocument/2006/relationships/slideLayout" Target="../slideLayouts/slideLayout2.xml"/><Relationship Id="rId24" Type="http://schemas.openxmlformats.org/officeDocument/2006/relationships/image" Target="../media/image245.emf"/><Relationship Id="rId23" Type="http://schemas.openxmlformats.org/officeDocument/2006/relationships/oleObject" Target="../embeddings/oleObject261.bin"/><Relationship Id="rId22" Type="http://schemas.openxmlformats.org/officeDocument/2006/relationships/image" Target="../media/image244.emf"/><Relationship Id="rId21" Type="http://schemas.openxmlformats.org/officeDocument/2006/relationships/oleObject" Target="../embeddings/oleObject260.bin"/><Relationship Id="rId20" Type="http://schemas.openxmlformats.org/officeDocument/2006/relationships/image" Target="../media/image243.emf"/><Relationship Id="rId2" Type="http://schemas.openxmlformats.org/officeDocument/2006/relationships/image" Target="../media/image234.emf"/><Relationship Id="rId19" Type="http://schemas.openxmlformats.org/officeDocument/2006/relationships/oleObject" Target="../embeddings/oleObject259.bin"/><Relationship Id="rId18" Type="http://schemas.openxmlformats.org/officeDocument/2006/relationships/image" Target="../media/image242.emf"/><Relationship Id="rId17" Type="http://schemas.openxmlformats.org/officeDocument/2006/relationships/oleObject" Target="../embeddings/oleObject258.bin"/><Relationship Id="rId16" Type="http://schemas.openxmlformats.org/officeDocument/2006/relationships/image" Target="../media/image241.emf"/><Relationship Id="rId15" Type="http://schemas.openxmlformats.org/officeDocument/2006/relationships/oleObject" Target="../embeddings/oleObject257.bin"/><Relationship Id="rId14" Type="http://schemas.openxmlformats.org/officeDocument/2006/relationships/image" Target="../media/image240.emf"/><Relationship Id="rId13" Type="http://schemas.openxmlformats.org/officeDocument/2006/relationships/oleObject" Target="../embeddings/oleObject256.bin"/><Relationship Id="rId12" Type="http://schemas.openxmlformats.org/officeDocument/2006/relationships/image" Target="../media/image239.emf"/><Relationship Id="rId11" Type="http://schemas.openxmlformats.org/officeDocument/2006/relationships/oleObject" Target="../embeddings/oleObject255.bin"/><Relationship Id="rId10" Type="http://schemas.openxmlformats.org/officeDocument/2006/relationships/image" Target="../media/image238.emf"/><Relationship Id="rId1" Type="http://schemas.openxmlformats.org/officeDocument/2006/relationships/oleObject" Target="../embeddings/oleObject250.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266.bin"/><Relationship Id="rId8" Type="http://schemas.openxmlformats.org/officeDocument/2006/relationships/image" Target="../media/image249.emf"/><Relationship Id="rId7" Type="http://schemas.openxmlformats.org/officeDocument/2006/relationships/oleObject" Target="../embeddings/oleObject265.bin"/><Relationship Id="rId6" Type="http://schemas.openxmlformats.org/officeDocument/2006/relationships/image" Target="../media/image248.emf"/><Relationship Id="rId5" Type="http://schemas.openxmlformats.org/officeDocument/2006/relationships/oleObject" Target="../embeddings/oleObject264.bin"/><Relationship Id="rId4" Type="http://schemas.openxmlformats.org/officeDocument/2006/relationships/image" Target="../media/image247.emf"/><Relationship Id="rId32" Type="http://schemas.openxmlformats.org/officeDocument/2006/relationships/vmlDrawing" Target="../drawings/vmlDrawing57.vml"/><Relationship Id="rId31" Type="http://schemas.openxmlformats.org/officeDocument/2006/relationships/slideLayout" Target="../slideLayouts/slideLayout2.xml"/><Relationship Id="rId30" Type="http://schemas.openxmlformats.org/officeDocument/2006/relationships/image" Target="../media/image260.emf"/><Relationship Id="rId3" Type="http://schemas.openxmlformats.org/officeDocument/2006/relationships/oleObject" Target="../embeddings/oleObject263.bin"/><Relationship Id="rId29" Type="http://schemas.openxmlformats.org/officeDocument/2006/relationships/oleObject" Target="../embeddings/oleObject276.bin"/><Relationship Id="rId28" Type="http://schemas.openxmlformats.org/officeDocument/2006/relationships/image" Target="../media/image259.emf"/><Relationship Id="rId27" Type="http://schemas.openxmlformats.org/officeDocument/2006/relationships/oleObject" Target="../embeddings/oleObject275.bin"/><Relationship Id="rId26" Type="http://schemas.openxmlformats.org/officeDocument/2006/relationships/image" Target="../media/image258.emf"/><Relationship Id="rId25" Type="http://schemas.openxmlformats.org/officeDocument/2006/relationships/oleObject" Target="../embeddings/oleObject274.bin"/><Relationship Id="rId24" Type="http://schemas.openxmlformats.org/officeDocument/2006/relationships/image" Target="../media/image257.emf"/><Relationship Id="rId23" Type="http://schemas.openxmlformats.org/officeDocument/2006/relationships/oleObject" Target="../embeddings/oleObject273.bin"/><Relationship Id="rId22" Type="http://schemas.openxmlformats.org/officeDocument/2006/relationships/image" Target="../media/image256.emf"/><Relationship Id="rId21" Type="http://schemas.openxmlformats.org/officeDocument/2006/relationships/oleObject" Target="../embeddings/oleObject272.bin"/><Relationship Id="rId20" Type="http://schemas.openxmlformats.org/officeDocument/2006/relationships/image" Target="../media/image255.emf"/><Relationship Id="rId2" Type="http://schemas.openxmlformats.org/officeDocument/2006/relationships/image" Target="../media/image246.emf"/><Relationship Id="rId19" Type="http://schemas.openxmlformats.org/officeDocument/2006/relationships/oleObject" Target="../embeddings/oleObject271.bin"/><Relationship Id="rId18" Type="http://schemas.openxmlformats.org/officeDocument/2006/relationships/image" Target="../media/image254.emf"/><Relationship Id="rId17" Type="http://schemas.openxmlformats.org/officeDocument/2006/relationships/oleObject" Target="../embeddings/oleObject270.bin"/><Relationship Id="rId16" Type="http://schemas.openxmlformats.org/officeDocument/2006/relationships/image" Target="../media/image253.emf"/><Relationship Id="rId15" Type="http://schemas.openxmlformats.org/officeDocument/2006/relationships/oleObject" Target="../embeddings/oleObject269.bin"/><Relationship Id="rId14" Type="http://schemas.openxmlformats.org/officeDocument/2006/relationships/image" Target="../media/image252.emf"/><Relationship Id="rId13" Type="http://schemas.openxmlformats.org/officeDocument/2006/relationships/oleObject" Target="../embeddings/oleObject268.bin"/><Relationship Id="rId12" Type="http://schemas.openxmlformats.org/officeDocument/2006/relationships/image" Target="../media/image251.emf"/><Relationship Id="rId11" Type="http://schemas.openxmlformats.org/officeDocument/2006/relationships/oleObject" Target="../embeddings/oleObject267.bin"/><Relationship Id="rId10" Type="http://schemas.openxmlformats.org/officeDocument/2006/relationships/image" Target="../media/image250.emf"/><Relationship Id="rId1" Type="http://schemas.openxmlformats.org/officeDocument/2006/relationships/oleObject" Target="../embeddings/oleObject262.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281.bin"/><Relationship Id="rId8" Type="http://schemas.openxmlformats.org/officeDocument/2006/relationships/image" Target="../media/image264.emf"/><Relationship Id="rId7" Type="http://schemas.openxmlformats.org/officeDocument/2006/relationships/oleObject" Target="../embeddings/oleObject280.bin"/><Relationship Id="rId6" Type="http://schemas.openxmlformats.org/officeDocument/2006/relationships/image" Target="../media/image263.wmf"/><Relationship Id="rId5" Type="http://schemas.openxmlformats.org/officeDocument/2006/relationships/oleObject" Target="../embeddings/oleObject279.bin"/><Relationship Id="rId4" Type="http://schemas.openxmlformats.org/officeDocument/2006/relationships/image" Target="../media/image262.emf"/><Relationship Id="rId3" Type="http://schemas.openxmlformats.org/officeDocument/2006/relationships/oleObject" Target="../embeddings/oleObject278.bin"/><Relationship Id="rId28" Type="http://schemas.openxmlformats.org/officeDocument/2006/relationships/vmlDrawing" Target="../drawings/vmlDrawing58.vml"/><Relationship Id="rId27" Type="http://schemas.openxmlformats.org/officeDocument/2006/relationships/slideLayout" Target="../slideLayouts/slideLayout2.xml"/><Relationship Id="rId26" Type="http://schemas.openxmlformats.org/officeDocument/2006/relationships/image" Target="../media/image273.emf"/><Relationship Id="rId25" Type="http://schemas.openxmlformats.org/officeDocument/2006/relationships/oleObject" Target="../embeddings/oleObject289.bin"/><Relationship Id="rId24" Type="http://schemas.openxmlformats.org/officeDocument/2006/relationships/image" Target="../media/image272.emf"/><Relationship Id="rId23" Type="http://schemas.openxmlformats.org/officeDocument/2006/relationships/oleObject" Target="../embeddings/oleObject288.bin"/><Relationship Id="rId22" Type="http://schemas.openxmlformats.org/officeDocument/2006/relationships/image" Target="../media/image271.emf"/><Relationship Id="rId21" Type="http://schemas.openxmlformats.org/officeDocument/2006/relationships/oleObject" Target="../embeddings/oleObject287.bin"/><Relationship Id="rId20" Type="http://schemas.openxmlformats.org/officeDocument/2006/relationships/image" Target="../media/image270.emf"/><Relationship Id="rId2" Type="http://schemas.openxmlformats.org/officeDocument/2006/relationships/image" Target="../media/image261.emf"/><Relationship Id="rId19" Type="http://schemas.openxmlformats.org/officeDocument/2006/relationships/oleObject" Target="../embeddings/oleObject286.bin"/><Relationship Id="rId18" Type="http://schemas.openxmlformats.org/officeDocument/2006/relationships/image" Target="../media/image269.emf"/><Relationship Id="rId17" Type="http://schemas.openxmlformats.org/officeDocument/2006/relationships/oleObject" Target="../embeddings/oleObject285.bin"/><Relationship Id="rId16" Type="http://schemas.openxmlformats.org/officeDocument/2006/relationships/image" Target="../media/image268.emf"/><Relationship Id="rId15" Type="http://schemas.openxmlformats.org/officeDocument/2006/relationships/oleObject" Target="../embeddings/oleObject284.bin"/><Relationship Id="rId14" Type="http://schemas.openxmlformats.org/officeDocument/2006/relationships/image" Target="../media/image267.emf"/><Relationship Id="rId13" Type="http://schemas.openxmlformats.org/officeDocument/2006/relationships/oleObject" Target="../embeddings/oleObject283.bin"/><Relationship Id="rId12" Type="http://schemas.openxmlformats.org/officeDocument/2006/relationships/image" Target="../media/image266.emf"/><Relationship Id="rId11" Type="http://schemas.openxmlformats.org/officeDocument/2006/relationships/oleObject" Target="../embeddings/oleObject282.bin"/><Relationship Id="rId10" Type="http://schemas.openxmlformats.org/officeDocument/2006/relationships/image" Target="../media/image265.emf"/><Relationship Id="rId1" Type="http://schemas.openxmlformats.org/officeDocument/2006/relationships/oleObject" Target="../embeddings/oleObject277.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294.bin"/><Relationship Id="rId8" Type="http://schemas.openxmlformats.org/officeDocument/2006/relationships/image" Target="../media/image277.emf"/><Relationship Id="rId7" Type="http://schemas.openxmlformats.org/officeDocument/2006/relationships/oleObject" Target="../embeddings/oleObject293.bin"/><Relationship Id="rId6" Type="http://schemas.openxmlformats.org/officeDocument/2006/relationships/image" Target="../media/image276.emf"/><Relationship Id="rId5" Type="http://schemas.openxmlformats.org/officeDocument/2006/relationships/oleObject" Target="../embeddings/oleObject292.bin"/><Relationship Id="rId4" Type="http://schemas.openxmlformats.org/officeDocument/2006/relationships/image" Target="../media/image275.emf"/><Relationship Id="rId3" Type="http://schemas.openxmlformats.org/officeDocument/2006/relationships/oleObject" Target="../embeddings/oleObject291.bin"/><Relationship Id="rId20" Type="http://schemas.openxmlformats.org/officeDocument/2006/relationships/vmlDrawing" Target="../drawings/vmlDrawing59.vml"/><Relationship Id="rId2" Type="http://schemas.openxmlformats.org/officeDocument/2006/relationships/image" Target="../media/image274.emf"/><Relationship Id="rId19" Type="http://schemas.openxmlformats.org/officeDocument/2006/relationships/slideLayout" Target="../slideLayouts/slideLayout2.xml"/><Relationship Id="rId18" Type="http://schemas.openxmlformats.org/officeDocument/2006/relationships/image" Target="../media/image282.emf"/><Relationship Id="rId17" Type="http://schemas.openxmlformats.org/officeDocument/2006/relationships/oleObject" Target="../embeddings/oleObject298.bin"/><Relationship Id="rId16" Type="http://schemas.openxmlformats.org/officeDocument/2006/relationships/image" Target="../media/image281.emf"/><Relationship Id="rId15" Type="http://schemas.openxmlformats.org/officeDocument/2006/relationships/oleObject" Target="../embeddings/oleObject297.bin"/><Relationship Id="rId14" Type="http://schemas.openxmlformats.org/officeDocument/2006/relationships/image" Target="../media/image280.emf"/><Relationship Id="rId13" Type="http://schemas.openxmlformats.org/officeDocument/2006/relationships/oleObject" Target="../embeddings/oleObject296.bin"/><Relationship Id="rId12" Type="http://schemas.openxmlformats.org/officeDocument/2006/relationships/image" Target="../media/image279.emf"/><Relationship Id="rId11" Type="http://schemas.openxmlformats.org/officeDocument/2006/relationships/oleObject" Target="../embeddings/oleObject295.bin"/><Relationship Id="rId10" Type="http://schemas.openxmlformats.org/officeDocument/2006/relationships/image" Target="../media/image278.emf"/><Relationship Id="rId1" Type="http://schemas.openxmlformats.org/officeDocument/2006/relationships/oleObject" Target="../embeddings/oleObject290.bin"/></Relationships>
</file>

<file path=ppt/slides/_rels/slide68.xml.rels><?xml version="1.0" encoding="UTF-8" standalone="yes"?>
<Relationships xmlns="http://schemas.openxmlformats.org/package/2006/relationships"><Relationship Id="rId8" Type="http://schemas.openxmlformats.org/officeDocument/2006/relationships/vmlDrawing" Target="../drawings/vmlDrawing60.vml"/><Relationship Id="rId7" Type="http://schemas.openxmlformats.org/officeDocument/2006/relationships/slideLayout" Target="../slideLayouts/slideLayout2.xml"/><Relationship Id="rId6" Type="http://schemas.openxmlformats.org/officeDocument/2006/relationships/image" Target="../media/image285.wmf"/><Relationship Id="rId5" Type="http://schemas.openxmlformats.org/officeDocument/2006/relationships/oleObject" Target="../embeddings/oleObject301.bin"/><Relationship Id="rId4" Type="http://schemas.openxmlformats.org/officeDocument/2006/relationships/image" Target="../media/image284.wmf"/><Relationship Id="rId3" Type="http://schemas.openxmlformats.org/officeDocument/2006/relationships/oleObject" Target="../embeddings/oleObject300.bin"/><Relationship Id="rId2" Type="http://schemas.openxmlformats.org/officeDocument/2006/relationships/image" Target="../media/image283.wmf"/><Relationship Id="rId1" Type="http://schemas.openxmlformats.org/officeDocument/2006/relationships/oleObject" Target="../embeddings/oleObject299.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61.vml"/><Relationship Id="rId5" Type="http://schemas.openxmlformats.org/officeDocument/2006/relationships/slideLayout" Target="../slideLayouts/slideLayout2.xml"/><Relationship Id="rId4" Type="http://schemas.openxmlformats.org/officeDocument/2006/relationships/image" Target="../media/image287.wmf"/><Relationship Id="rId3" Type="http://schemas.openxmlformats.org/officeDocument/2006/relationships/oleObject" Target="../embeddings/oleObject303.bin"/><Relationship Id="rId2" Type="http://schemas.openxmlformats.org/officeDocument/2006/relationships/image" Target="../media/image286.wmf"/><Relationship Id="rId1" Type="http://schemas.openxmlformats.org/officeDocument/2006/relationships/oleObject" Target="../embeddings/oleObject302.bin"/></Relationships>
</file>

<file path=ppt/slides/_rels/slide70.xml.rels><?xml version="1.0" encoding="UTF-8" standalone="yes"?>
<Relationships xmlns="http://schemas.openxmlformats.org/package/2006/relationships"><Relationship Id="rId8" Type="http://schemas.openxmlformats.org/officeDocument/2006/relationships/vmlDrawing" Target="../drawings/vmlDrawing62.vml"/><Relationship Id="rId7" Type="http://schemas.openxmlformats.org/officeDocument/2006/relationships/slideLayout" Target="../slideLayouts/slideLayout2.xml"/><Relationship Id="rId6" Type="http://schemas.openxmlformats.org/officeDocument/2006/relationships/image" Target="../media/image290.wmf"/><Relationship Id="rId5" Type="http://schemas.openxmlformats.org/officeDocument/2006/relationships/oleObject" Target="../embeddings/oleObject306.bin"/><Relationship Id="rId4" Type="http://schemas.openxmlformats.org/officeDocument/2006/relationships/image" Target="../media/image289.wmf"/><Relationship Id="rId3" Type="http://schemas.openxmlformats.org/officeDocument/2006/relationships/oleObject" Target="../embeddings/oleObject305.bin"/><Relationship Id="rId2" Type="http://schemas.openxmlformats.org/officeDocument/2006/relationships/image" Target="../media/image288.wmf"/><Relationship Id="rId1" Type="http://schemas.openxmlformats.org/officeDocument/2006/relationships/oleObject" Target="../embeddings/oleObject304.bin"/></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63.vml"/><Relationship Id="rId3" Type="http://schemas.openxmlformats.org/officeDocument/2006/relationships/slideLayout" Target="../slideLayouts/slideLayout2.xml"/><Relationship Id="rId2" Type="http://schemas.openxmlformats.org/officeDocument/2006/relationships/image" Target="../media/image291.wmf"/><Relationship Id="rId1" Type="http://schemas.openxmlformats.org/officeDocument/2006/relationships/oleObject" Target="../embeddings/oleObject307.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64.vml"/><Relationship Id="rId7" Type="http://schemas.openxmlformats.org/officeDocument/2006/relationships/slideLayout" Target="../slideLayouts/slideLayout2.xml"/><Relationship Id="rId6" Type="http://schemas.openxmlformats.org/officeDocument/2006/relationships/image" Target="../media/image294.wmf"/><Relationship Id="rId5" Type="http://schemas.openxmlformats.org/officeDocument/2006/relationships/oleObject" Target="../embeddings/oleObject310.bin"/><Relationship Id="rId4" Type="http://schemas.openxmlformats.org/officeDocument/2006/relationships/image" Target="../media/image293.wmf"/><Relationship Id="rId3" Type="http://schemas.openxmlformats.org/officeDocument/2006/relationships/oleObject" Target="../embeddings/oleObject309.bin"/><Relationship Id="rId2" Type="http://schemas.openxmlformats.org/officeDocument/2006/relationships/image" Target="../media/image292.wmf"/><Relationship Id="rId1" Type="http://schemas.openxmlformats.org/officeDocument/2006/relationships/oleObject" Target="../embeddings/oleObject308.bin"/></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65.vml"/><Relationship Id="rId7" Type="http://schemas.openxmlformats.org/officeDocument/2006/relationships/slideLayout" Target="../slideLayouts/slideLayout2.xml"/><Relationship Id="rId6" Type="http://schemas.openxmlformats.org/officeDocument/2006/relationships/image" Target="../media/image297.wmf"/><Relationship Id="rId5" Type="http://schemas.openxmlformats.org/officeDocument/2006/relationships/oleObject" Target="../embeddings/oleObject313.bin"/><Relationship Id="rId4" Type="http://schemas.openxmlformats.org/officeDocument/2006/relationships/image" Target="../media/image296.wmf"/><Relationship Id="rId3" Type="http://schemas.openxmlformats.org/officeDocument/2006/relationships/oleObject" Target="../embeddings/oleObject312.bin"/><Relationship Id="rId2" Type="http://schemas.openxmlformats.org/officeDocument/2006/relationships/image" Target="../media/image295.wmf"/><Relationship Id="rId1" Type="http://schemas.openxmlformats.org/officeDocument/2006/relationships/oleObject" Target="../embeddings/oleObject311.bin"/></Relationships>
</file>

<file path=ppt/slides/_rels/slide74.xml.rels><?xml version="1.0" encoding="UTF-8" standalone="yes"?>
<Relationships xmlns="http://schemas.openxmlformats.org/package/2006/relationships"><Relationship Id="rId8" Type="http://schemas.openxmlformats.org/officeDocument/2006/relationships/vmlDrawing" Target="../drawings/vmlDrawing66.vml"/><Relationship Id="rId7" Type="http://schemas.openxmlformats.org/officeDocument/2006/relationships/slideLayout" Target="../slideLayouts/slideLayout2.xml"/><Relationship Id="rId6" Type="http://schemas.openxmlformats.org/officeDocument/2006/relationships/image" Target="../media/image300.wmf"/><Relationship Id="rId5" Type="http://schemas.openxmlformats.org/officeDocument/2006/relationships/oleObject" Target="../embeddings/oleObject316.bin"/><Relationship Id="rId4" Type="http://schemas.openxmlformats.org/officeDocument/2006/relationships/image" Target="../media/image299.wmf"/><Relationship Id="rId3" Type="http://schemas.openxmlformats.org/officeDocument/2006/relationships/oleObject" Target="../embeddings/oleObject315.bin"/><Relationship Id="rId2" Type="http://schemas.openxmlformats.org/officeDocument/2006/relationships/image" Target="../media/image298.wmf"/><Relationship Id="rId1" Type="http://schemas.openxmlformats.org/officeDocument/2006/relationships/oleObject" Target="../embeddings/oleObject314.bin"/></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67.vml"/><Relationship Id="rId3" Type="http://schemas.openxmlformats.org/officeDocument/2006/relationships/slideLayout" Target="../slideLayouts/slideLayout2.xml"/><Relationship Id="rId2" Type="http://schemas.openxmlformats.org/officeDocument/2006/relationships/image" Target="../media/image301.wmf"/><Relationship Id="rId1" Type="http://schemas.openxmlformats.org/officeDocument/2006/relationships/oleObject" Target="../embeddings/oleObject317.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68.vml"/><Relationship Id="rId5" Type="http://schemas.openxmlformats.org/officeDocument/2006/relationships/slideLayout" Target="../slideLayouts/slideLayout2.xml"/><Relationship Id="rId4" Type="http://schemas.openxmlformats.org/officeDocument/2006/relationships/image" Target="../media/image303.wmf"/><Relationship Id="rId3" Type="http://schemas.openxmlformats.org/officeDocument/2006/relationships/oleObject" Target="../embeddings/oleObject319.bin"/><Relationship Id="rId2" Type="http://schemas.openxmlformats.org/officeDocument/2006/relationships/image" Target="../media/image302.wmf"/><Relationship Id="rId1" Type="http://schemas.openxmlformats.org/officeDocument/2006/relationships/oleObject" Target="../embeddings/oleObject318.bin"/></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2.xml"/><Relationship Id="rId2" Type="http://schemas.openxmlformats.org/officeDocument/2006/relationships/image" Target="../media/image304.wmf"/><Relationship Id="rId1" Type="http://schemas.openxmlformats.org/officeDocument/2006/relationships/oleObject" Target="../embeddings/oleObject320.bin"/></Relationships>
</file>

<file path=ppt/slides/_rels/slide78.xml.rels><?xml version="1.0" encoding="UTF-8" standalone="yes"?>
<Relationships xmlns="http://schemas.openxmlformats.org/package/2006/relationships"><Relationship Id="rId6" Type="http://schemas.openxmlformats.org/officeDocument/2006/relationships/vmlDrawing" Target="../drawings/vmlDrawing70.vml"/><Relationship Id="rId5" Type="http://schemas.openxmlformats.org/officeDocument/2006/relationships/slideLayout" Target="../slideLayouts/slideLayout2.xml"/><Relationship Id="rId4" Type="http://schemas.openxmlformats.org/officeDocument/2006/relationships/image" Target="../media/image306.wmf"/><Relationship Id="rId3" Type="http://schemas.openxmlformats.org/officeDocument/2006/relationships/oleObject" Target="../embeddings/oleObject322.bin"/><Relationship Id="rId2" Type="http://schemas.openxmlformats.org/officeDocument/2006/relationships/image" Target="../media/image305.wmf"/><Relationship Id="rId1" Type="http://schemas.openxmlformats.org/officeDocument/2006/relationships/oleObject" Target="../embeddings/oleObject321.bin"/></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71.vml"/><Relationship Id="rId7" Type="http://schemas.openxmlformats.org/officeDocument/2006/relationships/slideLayout" Target="../slideLayouts/slideLayout2.xml"/><Relationship Id="rId6" Type="http://schemas.openxmlformats.org/officeDocument/2006/relationships/image" Target="../media/image160.wmf"/><Relationship Id="rId5" Type="http://schemas.openxmlformats.org/officeDocument/2006/relationships/oleObject" Target="../embeddings/oleObject325.bin"/><Relationship Id="rId4" Type="http://schemas.openxmlformats.org/officeDocument/2006/relationships/image" Target="../media/image308.wmf"/><Relationship Id="rId3" Type="http://schemas.openxmlformats.org/officeDocument/2006/relationships/oleObject" Target="../embeddings/oleObject324.bin"/><Relationship Id="rId2" Type="http://schemas.openxmlformats.org/officeDocument/2006/relationships/image" Target="../media/image307.wmf"/><Relationship Id="rId1" Type="http://schemas.openxmlformats.org/officeDocument/2006/relationships/oleObject" Target="../embeddings/oleObject323.bin"/></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72.vml"/><Relationship Id="rId7" Type="http://schemas.openxmlformats.org/officeDocument/2006/relationships/slideLayout" Target="../slideLayouts/slideLayout2.xml"/><Relationship Id="rId6" Type="http://schemas.openxmlformats.org/officeDocument/2006/relationships/image" Target="../media/image310.wmf"/><Relationship Id="rId5" Type="http://schemas.openxmlformats.org/officeDocument/2006/relationships/oleObject" Target="../embeddings/oleObject328.bin"/><Relationship Id="rId4" Type="http://schemas.openxmlformats.org/officeDocument/2006/relationships/image" Target="../media/image160.wmf"/><Relationship Id="rId3" Type="http://schemas.openxmlformats.org/officeDocument/2006/relationships/oleObject" Target="../embeddings/oleObject327.bin"/><Relationship Id="rId2" Type="http://schemas.openxmlformats.org/officeDocument/2006/relationships/image" Target="../media/image309.wmf"/><Relationship Id="rId1" Type="http://schemas.openxmlformats.org/officeDocument/2006/relationships/oleObject" Target="../embeddings/oleObject326.bin"/></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314.wmf"/><Relationship Id="rId7" Type="http://schemas.openxmlformats.org/officeDocument/2006/relationships/oleObject" Target="../embeddings/oleObject332.bin"/><Relationship Id="rId6" Type="http://schemas.openxmlformats.org/officeDocument/2006/relationships/image" Target="../media/image313.wmf"/><Relationship Id="rId5" Type="http://schemas.openxmlformats.org/officeDocument/2006/relationships/oleObject" Target="../embeddings/oleObject331.bin"/><Relationship Id="rId4" Type="http://schemas.openxmlformats.org/officeDocument/2006/relationships/image" Target="../media/image312.wmf"/><Relationship Id="rId3" Type="http://schemas.openxmlformats.org/officeDocument/2006/relationships/oleObject" Target="../embeddings/oleObject330.bin"/><Relationship Id="rId2" Type="http://schemas.openxmlformats.org/officeDocument/2006/relationships/image" Target="../media/image311.wmf"/><Relationship Id="rId13" Type="http://schemas.openxmlformats.org/officeDocument/2006/relationships/vmlDrawing" Target="../drawings/vmlDrawing73.vml"/><Relationship Id="rId12" Type="http://schemas.openxmlformats.org/officeDocument/2006/relationships/slideLayout" Target="../slideLayouts/slideLayout7.xml"/><Relationship Id="rId11" Type="http://schemas.openxmlformats.org/officeDocument/2006/relationships/audio" Target="../media/audio3.wav"/><Relationship Id="rId10" Type="http://schemas.openxmlformats.org/officeDocument/2006/relationships/image" Target="../media/image315.wmf"/><Relationship Id="rId1" Type="http://schemas.openxmlformats.org/officeDocument/2006/relationships/oleObject" Target="../embeddings/oleObject329.bin"/></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2.xml"/><Relationship Id="rId4" Type="http://schemas.openxmlformats.org/officeDocument/2006/relationships/image" Target="../media/image317.wmf"/><Relationship Id="rId3" Type="http://schemas.openxmlformats.org/officeDocument/2006/relationships/oleObject" Target="../embeddings/oleObject335.bin"/><Relationship Id="rId2" Type="http://schemas.openxmlformats.org/officeDocument/2006/relationships/image" Target="../media/image316.wmf"/><Relationship Id="rId1" Type="http://schemas.openxmlformats.org/officeDocument/2006/relationships/oleObject" Target="../embeddings/oleObject334.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340.bin"/><Relationship Id="rId8" Type="http://schemas.openxmlformats.org/officeDocument/2006/relationships/image" Target="../media/image321.wmf"/><Relationship Id="rId7" Type="http://schemas.openxmlformats.org/officeDocument/2006/relationships/oleObject" Target="../embeddings/oleObject339.bin"/><Relationship Id="rId6" Type="http://schemas.openxmlformats.org/officeDocument/2006/relationships/image" Target="../media/image320.wmf"/><Relationship Id="rId5" Type="http://schemas.openxmlformats.org/officeDocument/2006/relationships/oleObject" Target="../embeddings/oleObject338.bin"/><Relationship Id="rId4" Type="http://schemas.openxmlformats.org/officeDocument/2006/relationships/image" Target="../media/image319.wmf"/><Relationship Id="rId3" Type="http://schemas.openxmlformats.org/officeDocument/2006/relationships/oleObject" Target="../embeddings/oleObject337.bin"/><Relationship Id="rId2" Type="http://schemas.openxmlformats.org/officeDocument/2006/relationships/image" Target="../media/image318.wmf"/><Relationship Id="rId14" Type="http://schemas.openxmlformats.org/officeDocument/2006/relationships/vmlDrawing" Target="../drawings/vmlDrawing75.vml"/><Relationship Id="rId13" Type="http://schemas.openxmlformats.org/officeDocument/2006/relationships/slideLayout" Target="../slideLayouts/slideLayout2.xml"/><Relationship Id="rId12" Type="http://schemas.openxmlformats.org/officeDocument/2006/relationships/image" Target="../media/image323.wmf"/><Relationship Id="rId11" Type="http://schemas.openxmlformats.org/officeDocument/2006/relationships/oleObject" Target="../embeddings/oleObject341.bin"/><Relationship Id="rId10" Type="http://schemas.openxmlformats.org/officeDocument/2006/relationships/image" Target="../media/image322.wmf"/><Relationship Id="rId1" Type="http://schemas.openxmlformats.org/officeDocument/2006/relationships/oleObject" Target="../embeddings/oleObject336.bin"/></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76.vml"/><Relationship Id="rId7" Type="http://schemas.openxmlformats.org/officeDocument/2006/relationships/slideLayout" Target="../slideLayouts/slideLayout2.xml"/><Relationship Id="rId6" Type="http://schemas.openxmlformats.org/officeDocument/2006/relationships/image" Target="../media/image326.wmf"/><Relationship Id="rId5" Type="http://schemas.openxmlformats.org/officeDocument/2006/relationships/oleObject" Target="../embeddings/oleObject344.bin"/><Relationship Id="rId4" Type="http://schemas.openxmlformats.org/officeDocument/2006/relationships/image" Target="../media/image325.wmf"/><Relationship Id="rId3" Type="http://schemas.openxmlformats.org/officeDocument/2006/relationships/oleObject" Target="../embeddings/oleObject343.bin"/><Relationship Id="rId2" Type="http://schemas.openxmlformats.org/officeDocument/2006/relationships/image" Target="../media/image324.wmf"/><Relationship Id="rId1" Type="http://schemas.openxmlformats.org/officeDocument/2006/relationships/oleObject" Target="../embeddings/oleObject342.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77.vml"/><Relationship Id="rId5" Type="http://schemas.openxmlformats.org/officeDocument/2006/relationships/slideLayout" Target="../slideLayouts/slideLayout2.xml"/><Relationship Id="rId4" Type="http://schemas.openxmlformats.org/officeDocument/2006/relationships/image" Target="../media/image328.wmf"/><Relationship Id="rId3" Type="http://schemas.openxmlformats.org/officeDocument/2006/relationships/oleObject" Target="../embeddings/oleObject346.bin"/><Relationship Id="rId2" Type="http://schemas.openxmlformats.org/officeDocument/2006/relationships/image" Target="../media/image327.wmf"/><Relationship Id="rId1" Type="http://schemas.openxmlformats.org/officeDocument/2006/relationships/oleObject" Target="../embeddings/oleObject345.bin"/></Relationships>
</file>

<file path=ppt/slides/_rels/slide86.xml.rels><?xml version="1.0" encoding="UTF-8" standalone="yes"?>
<Relationships xmlns="http://schemas.openxmlformats.org/package/2006/relationships"><Relationship Id="rId8" Type="http://schemas.openxmlformats.org/officeDocument/2006/relationships/vmlDrawing" Target="../drawings/vmlDrawing78.vml"/><Relationship Id="rId7" Type="http://schemas.openxmlformats.org/officeDocument/2006/relationships/slideLayout" Target="../slideLayouts/slideLayout2.xml"/><Relationship Id="rId6" Type="http://schemas.openxmlformats.org/officeDocument/2006/relationships/image" Target="../media/image331.wmf"/><Relationship Id="rId5" Type="http://schemas.openxmlformats.org/officeDocument/2006/relationships/oleObject" Target="../embeddings/oleObject349.bin"/><Relationship Id="rId4" Type="http://schemas.openxmlformats.org/officeDocument/2006/relationships/image" Target="../media/image330.wmf"/><Relationship Id="rId3" Type="http://schemas.openxmlformats.org/officeDocument/2006/relationships/oleObject" Target="../embeddings/oleObject348.bin"/><Relationship Id="rId2" Type="http://schemas.openxmlformats.org/officeDocument/2006/relationships/image" Target="../media/image329.wmf"/><Relationship Id="rId1" Type="http://schemas.openxmlformats.org/officeDocument/2006/relationships/oleObject" Target="../embeddings/oleObject347.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354.bin"/><Relationship Id="rId8" Type="http://schemas.openxmlformats.org/officeDocument/2006/relationships/image" Target="../media/image335.wmf"/><Relationship Id="rId7" Type="http://schemas.openxmlformats.org/officeDocument/2006/relationships/oleObject" Target="../embeddings/oleObject353.bin"/><Relationship Id="rId6" Type="http://schemas.openxmlformats.org/officeDocument/2006/relationships/image" Target="../media/image334.wmf"/><Relationship Id="rId5" Type="http://schemas.openxmlformats.org/officeDocument/2006/relationships/oleObject" Target="../embeddings/oleObject352.bin"/><Relationship Id="rId4" Type="http://schemas.openxmlformats.org/officeDocument/2006/relationships/image" Target="../media/image333.wmf"/><Relationship Id="rId3" Type="http://schemas.openxmlformats.org/officeDocument/2006/relationships/oleObject" Target="../embeddings/oleObject351.bin"/><Relationship Id="rId2" Type="http://schemas.openxmlformats.org/officeDocument/2006/relationships/image" Target="../media/image332.wmf"/><Relationship Id="rId12" Type="http://schemas.openxmlformats.org/officeDocument/2006/relationships/vmlDrawing" Target="../drawings/vmlDrawing79.vml"/><Relationship Id="rId11" Type="http://schemas.openxmlformats.org/officeDocument/2006/relationships/slideLayout" Target="../slideLayouts/slideLayout2.xml"/><Relationship Id="rId10" Type="http://schemas.openxmlformats.org/officeDocument/2006/relationships/image" Target="../media/image336.wmf"/><Relationship Id="rId1" Type="http://schemas.openxmlformats.org/officeDocument/2006/relationships/oleObject" Target="../embeddings/oleObject350.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359.bin"/><Relationship Id="rId8" Type="http://schemas.openxmlformats.org/officeDocument/2006/relationships/image" Target="../media/image340.wmf"/><Relationship Id="rId7" Type="http://schemas.openxmlformats.org/officeDocument/2006/relationships/oleObject" Target="../embeddings/oleObject358.bin"/><Relationship Id="rId6" Type="http://schemas.openxmlformats.org/officeDocument/2006/relationships/image" Target="../media/image339.wmf"/><Relationship Id="rId5" Type="http://schemas.openxmlformats.org/officeDocument/2006/relationships/oleObject" Target="../embeddings/oleObject357.bin"/><Relationship Id="rId4" Type="http://schemas.openxmlformats.org/officeDocument/2006/relationships/image" Target="../media/image338.wmf"/><Relationship Id="rId3" Type="http://schemas.openxmlformats.org/officeDocument/2006/relationships/oleObject" Target="../embeddings/oleObject356.bin"/><Relationship Id="rId2" Type="http://schemas.openxmlformats.org/officeDocument/2006/relationships/image" Target="../media/image337.wmf"/><Relationship Id="rId16" Type="http://schemas.openxmlformats.org/officeDocument/2006/relationships/vmlDrawing" Target="../drawings/vmlDrawing80.vml"/><Relationship Id="rId15" Type="http://schemas.openxmlformats.org/officeDocument/2006/relationships/slideLayout" Target="../slideLayouts/slideLayout2.xml"/><Relationship Id="rId14" Type="http://schemas.openxmlformats.org/officeDocument/2006/relationships/image" Target="../media/image343.wmf"/><Relationship Id="rId13" Type="http://schemas.openxmlformats.org/officeDocument/2006/relationships/oleObject" Target="../embeddings/oleObject361.bin"/><Relationship Id="rId12" Type="http://schemas.openxmlformats.org/officeDocument/2006/relationships/image" Target="../media/image342.wmf"/><Relationship Id="rId11" Type="http://schemas.openxmlformats.org/officeDocument/2006/relationships/oleObject" Target="../embeddings/oleObject360.bin"/><Relationship Id="rId10" Type="http://schemas.openxmlformats.org/officeDocument/2006/relationships/image" Target="../media/image341.wmf"/><Relationship Id="rId1" Type="http://schemas.openxmlformats.org/officeDocument/2006/relationships/oleObject" Target="../embeddings/oleObject355.bin"/></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81.vml"/><Relationship Id="rId5" Type="http://schemas.openxmlformats.org/officeDocument/2006/relationships/slideLayout" Target="../slideLayouts/slideLayout2.xml"/><Relationship Id="rId4" Type="http://schemas.openxmlformats.org/officeDocument/2006/relationships/image" Target="../media/image345.wmf"/><Relationship Id="rId3" Type="http://schemas.openxmlformats.org/officeDocument/2006/relationships/oleObject" Target="../embeddings/oleObject363.bin"/><Relationship Id="rId2" Type="http://schemas.openxmlformats.org/officeDocument/2006/relationships/image" Target="../media/image344.wmf"/><Relationship Id="rId1" Type="http://schemas.openxmlformats.org/officeDocument/2006/relationships/oleObject" Target="../embeddings/oleObject362.bin"/></Relationships>
</file>

<file path=ppt/slides/_rels/slide9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48.wmf"/><Relationship Id="rId7" Type="http://schemas.openxmlformats.org/officeDocument/2006/relationships/oleObject" Target="../embeddings/oleObject367.bin"/><Relationship Id="rId6" Type="http://schemas.openxmlformats.org/officeDocument/2006/relationships/image" Target="../media/image347.wmf"/><Relationship Id="rId5" Type="http://schemas.openxmlformats.org/officeDocument/2006/relationships/oleObject" Target="../embeddings/oleObject366.bin"/><Relationship Id="rId4" Type="http://schemas.openxmlformats.org/officeDocument/2006/relationships/image" Target="../media/image346.wmf"/><Relationship Id="rId3" Type="http://schemas.openxmlformats.org/officeDocument/2006/relationships/oleObject" Target="../embeddings/oleObject365.bin"/><Relationship Id="rId2" Type="http://schemas.openxmlformats.org/officeDocument/2006/relationships/image" Target="../media/image345.wmf"/><Relationship Id="rId10" Type="http://schemas.openxmlformats.org/officeDocument/2006/relationships/vmlDrawing" Target="../drawings/vmlDrawing82.vml"/><Relationship Id="rId1" Type="http://schemas.openxmlformats.org/officeDocument/2006/relationships/oleObject" Target="../embeddings/oleObject364.bin"/></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83.vml"/><Relationship Id="rId5" Type="http://schemas.openxmlformats.org/officeDocument/2006/relationships/slideLayout" Target="../slideLayouts/slideLayout2.xml"/><Relationship Id="rId4" Type="http://schemas.openxmlformats.org/officeDocument/2006/relationships/image" Target="../media/image350.wmf"/><Relationship Id="rId3" Type="http://schemas.openxmlformats.org/officeDocument/2006/relationships/oleObject" Target="../embeddings/oleObject369.bin"/><Relationship Id="rId2" Type="http://schemas.openxmlformats.org/officeDocument/2006/relationships/image" Target="../media/image349.wmf"/><Relationship Id="rId1" Type="http://schemas.openxmlformats.org/officeDocument/2006/relationships/oleObject" Target="../embeddings/oleObject368.bin"/></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84.vml"/><Relationship Id="rId3" Type="http://schemas.openxmlformats.org/officeDocument/2006/relationships/slideLayout" Target="../slideLayouts/slideLayout2.xml"/><Relationship Id="rId2" Type="http://schemas.openxmlformats.org/officeDocument/2006/relationships/image" Target="../media/image351.wmf"/><Relationship Id="rId1" Type="http://schemas.openxmlformats.org/officeDocument/2006/relationships/oleObject" Target="../embeddings/oleObject370.bin"/></Relationships>
</file>

<file path=ppt/slides/_rels/slide93.xml.rels><?xml version="1.0" encoding="UTF-8" standalone="yes"?>
<Relationships xmlns="http://schemas.openxmlformats.org/package/2006/relationships"><Relationship Id="rId8" Type="http://schemas.openxmlformats.org/officeDocument/2006/relationships/vmlDrawing" Target="../drawings/vmlDrawing85.vml"/><Relationship Id="rId7" Type="http://schemas.openxmlformats.org/officeDocument/2006/relationships/slideLayout" Target="../slideLayouts/slideLayout7.xml"/><Relationship Id="rId6" Type="http://schemas.openxmlformats.org/officeDocument/2006/relationships/image" Target="../media/image354.wmf"/><Relationship Id="rId5" Type="http://schemas.openxmlformats.org/officeDocument/2006/relationships/oleObject" Target="../embeddings/oleObject373.bin"/><Relationship Id="rId4" Type="http://schemas.openxmlformats.org/officeDocument/2006/relationships/image" Target="../media/image353.wmf"/><Relationship Id="rId3" Type="http://schemas.openxmlformats.org/officeDocument/2006/relationships/oleObject" Target="../embeddings/oleObject372.bin"/><Relationship Id="rId2" Type="http://schemas.openxmlformats.org/officeDocument/2006/relationships/image" Target="../media/image352.wmf"/><Relationship Id="rId1" Type="http://schemas.openxmlformats.org/officeDocument/2006/relationships/oleObject" Target="../embeddings/oleObject371.bin"/></Relationships>
</file>

<file path=ppt/slides/_rels/slide94.xml.rels><?xml version="1.0" encoding="UTF-8" standalone="yes"?>
<Relationships xmlns="http://schemas.openxmlformats.org/package/2006/relationships"><Relationship Id="rId8" Type="http://schemas.openxmlformats.org/officeDocument/2006/relationships/vmlDrawing" Target="../drawings/vmlDrawing86.vml"/><Relationship Id="rId7" Type="http://schemas.openxmlformats.org/officeDocument/2006/relationships/slideLayout" Target="../slideLayouts/slideLayout7.xml"/><Relationship Id="rId6" Type="http://schemas.openxmlformats.org/officeDocument/2006/relationships/image" Target="../media/image357.wmf"/><Relationship Id="rId5" Type="http://schemas.openxmlformats.org/officeDocument/2006/relationships/oleObject" Target="../embeddings/oleObject376.bin"/><Relationship Id="rId4" Type="http://schemas.openxmlformats.org/officeDocument/2006/relationships/image" Target="../media/image356.wmf"/><Relationship Id="rId3" Type="http://schemas.openxmlformats.org/officeDocument/2006/relationships/oleObject" Target="../embeddings/oleObject375.bin"/><Relationship Id="rId2" Type="http://schemas.openxmlformats.org/officeDocument/2006/relationships/image" Target="../media/image355.wmf"/><Relationship Id="rId1" Type="http://schemas.openxmlformats.org/officeDocument/2006/relationships/oleObject" Target="../embeddings/oleObject374.bin"/></Relationships>
</file>

<file path=ppt/slides/_rels/slide95.xml.rels><?xml version="1.0" encoding="UTF-8" standalone="yes"?>
<Relationships xmlns="http://schemas.openxmlformats.org/package/2006/relationships"><Relationship Id="rId6" Type="http://schemas.openxmlformats.org/officeDocument/2006/relationships/vmlDrawing" Target="../drawings/vmlDrawing87.vml"/><Relationship Id="rId5" Type="http://schemas.openxmlformats.org/officeDocument/2006/relationships/slideLayout" Target="../slideLayouts/slideLayout2.xml"/><Relationship Id="rId4" Type="http://schemas.openxmlformats.org/officeDocument/2006/relationships/image" Target="../media/image359.wmf"/><Relationship Id="rId3" Type="http://schemas.openxmlformats.org/officeDocument/2006/relationships/oleObject" Target="../embeddings/oleObject378.bin"/><Relationship Id="rId2" Type="http://schemas.openxmlformats.org/officeDocument/2006/relationships/image" Target="../media/image358.wmf"/><Relationship Id="rId1" Type="http://schemas.openxmlformats.org/officeDocument/2006/relationships/oleObject" Target="../embeddings/oleObject377.bin"/></Relationships>
</file>

<file path=ppt/slides/_rels/slide96.xml.rels><?xml version="1.0" encoding="UTF-8" standalone="yes"?>
<Relationships xmlns="http://schemas.openxmlformats.org/package/2006/relationships"><Relationship Id="rId8" Type="http://schemas.openxmlformats.org/officeDocument/2006/relationships/vmlDrawing" Target="../drawings/vmlDrawing88.vml"/><Relationship Id="rId7" Type="http://schemas.openxmlformats.org/officeDocument/2006/relationships/slideLayout" Target="../slideLayouts/slideLayout2.xml"/><Relationship Id="rId6" Type="http://schemas.openxmlformats.org/officeDocument/2006/relationships/image" Target="../media/image349.wmf"/><Relationship Id="rId5" Type="http://schemas.openxmlformats.org/officeDocument/2006/relationships/oleObject" Target="../embeddings/oleObject381.bin"/><Relationship Id="rId4" Type="http://schemas.openxmlformats.org/officeDocument/2006/relationships/image" Target="../media/image348.wmf"/><Relationship Id="rId3" Type="http://schemas.openxmlformats.org/officeDocument/2006/relationships/oleObject" Target="../embeddings/oleObject380.bin"/><Relationship Id="rId2" Type="http://schemas.openxmlformats.org/officeDocument/2006/relationships/image" Target="../media/image347.wmf"/><Relationship Id="rId1" Type="http://schemas.openxmlformats.org/officeDocument/2006/relationships/oleObject" Target="../embeddings/oleObject379.bin"/></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89.vml"/><Relationship Id="rId3" Type="http://schemas.openxmlformats.org/officeDocument/2006/relationships/slideLayout" Target="../slideLayouts/slideLayout7.xml"/><Relationship Id="rId2" Type="http://schemas.openxmlformats.org/officeDocument/2006/relationships/image" Target="../media/image360.wmf"/><Relationship Id="rId1" Type="http://schemas.openxmlformats.org/officeDocument/2006/relationships/oleObject" Target="../embeddings/oleObject382.bin"/></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90.vml"/><Relationship Id="rId3" Type="http://schemas.openxmlformats.org/officeDocument/2006/relationships/slideLayout" Target="../slideLayouts/slideLayout2.xml"/><Relationship Id="rId2" Type="http://schemas.openxmlformats.org/officeDocument/2006/relationships/image" Target="../media/image361.wmf"/><Relationship Id="rId1" Type="http://schemas.openxmlformats.org/officeDocument/2006/relationships/oleObject" Target="../embeddings/oleObject383.bin"/></Relationships>
</file>

<file path=ppt/slides/_rels/slide99.xml.rels><?xml version="1.0" encoding="UTF-8" standalone="yes"?>
<Relationships xmlns="http://schemas.openxmlformats.org/package/2006/relationships"><Relationship Id="rId8" Type="http://schemas.openxmlformats.org/officeDocument/2006/relationships/vmlDrawing" Target="../drawings/vmlDrawing91.vml"/><Relationship Id="rId7" Type="http://schemas.openxmlformats.org/officeDocument/2006/relationships/slideLayout" Target="../slideLayouts/slideLayout2.xml"/><Relationship Id="rId6" Type="http://schemas.openxmlformats.org/officeDocument/2006/relationships/image" Target="../media/image364.wmf"/><Relationship Id="rId5" Type="http://schemas.openxmlformats.org/officeDocument/2006/relationships/oleObject" Target="../embeddings/oleObject386.bin"/><Relationship Id="rId4" Type="http://schemas.openxmlformats.org/officeDocument/2006/relationships/image" Target="../media/image363.wmf"/><Relationship Id="rId3" Type="http://schemas.openxmlformats.org/officeDocument/2006/relationships/oleObject" Target="../embeddings/oleObject385.bin"/><Relationship Id="rId2" Type="http://schemas.openxmlformats.org/officeDocument/2006/relationships/image" Target="../media/image362.wmf"/><Relationship Id="rId1" Type="http://schemas.openxmlformats.org/officeDocument/2006/relationships/oleObject" Target="../embeddings/oleObject384.bin"/></Relationships>
</file>

<file path=ppt/slides/_rels/slide100.xml.rels><?xml version="1.0" encoding="UTF-8" standalone="yes"?>
<Relationships xmlns="http://schemas.openxmlformats.org/package/2006/relationships"><Relationship Id="rId9" Type="http://schemas.openxmlformats.org/officeDocument/2006/relationships/image" Target="../media/image369.wmf"/><Relationship Id="rId8" Type="http://schemas.openxmlformats.org/officeDocument/2006/relationships/oleObject" Target="../embeddings/oleObject390.bin"/><Relationship Id="rId7" Type="http://schemas.openxmlformats.org/officeDocument/2006/relationships/image" Target="../media/image368.wmf"/><Relationship Id="rId6" Type="http://schemas.openxmlformats.org/officeDocument/2006/relationships/oleObject" Target="../embeddings/oleObject389.bin"/><Relationship Id="rId5" Type="http://schemas.openxmlformats.org/officeDocument/2006/relationships/image" Target="../media/image367.wmf"/><Relationship Id="rId4" Type="http://schemas.openxmlformats.org/officeDocument/2006/relationships/oleObject" Target="../embeddings/oleObject388.bin"/><Relationship Id="rId3" Type="http://schemas.openxmlformats.org/officeDocument/2006/relationships/image" Target="../media/image366.png"/><Relationship Id="rId2" Type="http://schemas.openxmlformats.org/officeDocument/2006/relationships/image" Target="../media/image365.wmf"/><Relationship Id="rId15" Type="http://schemas.openxmlformats.org/officeDocument/2006/relationships/vmlDrawing" Target="../drawings/vmlDrawing92.vml"/><Relationship Id="rId14" Type="http://schemas.openxmlformats.org/officeDocument/2006/relationships/slideLayout" Target="../slideLayouts/slideLayout13.xml"/><Relationship Id="rId13" Type="http://schemas.openxmlformats.org/officeDocument/2006/relationships/image" Target="../media/image371.wmf"/><Relationship Id="rId12" Type="http://schemas.openxmlformats.org/officeDocument/2006/relationships/oleObject" Target="../embeddings/oleObject392.bin"/><Relationship Id="rId11" Type="http://schemas.openxmlformats.org/officeDocument/2006/relationships/image" Target="../media/image370.wmf"/><Relationship Id="rId10" Type="http://schemas.openxmlformats.org/officeDocument/2006/relationships/oleObject" Target="../embeddings/oleObject391.bin"/><Relationship Id="rId1" Type="http://schemas.openxmlformats.org/officeDocument/2006/relationships/oleObject" Target="../embeddings/oleObject387.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6"/>
          <p:cNvSpPr txBox="1">
            <a:spLocks noGrp="1"/>
          </p:cNvSpPr>
          <p:nvPr>
            <p:ph type="sldNum" sz="quarter" idx="4"/>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249858" name="Rectangle 2"/>
          <p:cNvSpPr>
            <a:spLocks noChangeArrowheads="1"/>
          </p:cNvSpPr>
          <p:nvPr/>
        </p:nvSpPr>
        <p:spPr bwMode="auto">
          <a:xfrm>
            <a:off x="1258888" y="188913"/>
            <a:ext cx="6227763" cy="9620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3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第</a:t>
            </a:r>
            <a:r>
              <a:rPr kumimoji="0" lang="en-US" altLang="zh-CN" sz="3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0" lang="zh-CN" altLang="en-US" sz="3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章 正弦交流电路</a:t>
            </a:r>
            <a:endParaRPr kumimoji="0" lang="zh-CN" altLang="en-US" sz="28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 name="Rectangle 14"/>
          <p:cNvSpPr/>
          <p:nvPr/>
        </p:nvSpPr>
        <p:spPr>
          <a:xfrm>
            <a:off x="1716088" y="1331913"/>
            <a:ext cx="5976937" cy="4746625"/>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800" b="1" dirty="0">
                <a:solidFill>
                  <a:schemeClr val="accent2"/>
                </a:solidFill>
                <a:latin typeface="Times New Roman" panose="02020603050405020304" pitchFamily="18" charset="0"/>
                <a:ea typeface="华文中宋" panose="02010600040101010101" pitchFamily="2" charset="-122"/>
              </a:rPr>
              <a:t>3.1 </a:t>
            </a:r>
            <a:r>
              <a:rPr lang="zh-CN" altLang="en-US" sz="2800" b="1" dirty="0">
                <a:solidFill>
                  <a:schemeClr val="accent2"/>
                </a:solidFill>
                <a:latin typeface="Times New Roman" panose="02020603050405020304" pitchFamily="18" charset="0"/>
                <a:ea typeface="华文中宋" panose="02010600040101010101" pitchFamily="2" charset="-122"/>
              </a:rPr>
              <a:t>正弦交流电的基本概念</a:t>
            </a:r>
            <a:endParaRPr lang="zh-CN" altLang="en-US" sz="2800" b="1" dirty="0">
              <a:solidFill>
                <a:schemeClr val="accent2"/>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chemeClr val="accent2"/>
                </a:solidFill>
                <a:latin typeface="Times New Roman" panose="02020603050405020304" pitchFamily="18" charset="0"/>
                <a:ea typeface="华文中宋" panose="02010600040101010101" pitchFamily="2" charset="-122"/>
              </a:rPr>
              <a:t>3.2 </a:t>
            </a:r>
            <a:r>
              <a:rPr lang="zh-CN" altLang="en-US" sz="2800" b="1" dirty="0">
                <a:solidFill>
                  <a:schemeClr val="accent2"/>
                </a:solidFill>
                <a:latin typeface="Times New Roman" panose="02020603050405020304" pitchFamily="18" charset="0"/>
                <a:ea typeface="华文中宋" panose="02010600040101010101" pitchFamily="2" charset="-122"/>
              </a:rPr>
              <a:t>正弦量的相量表示法 </a:t>
            </a:r>
            <a:endParaRPr lang="zh-CN" altLang="en-US" sz="2800" b="1" dirty="0">
              <a:solidFill>
                <a:schemeClr val="accent2"/>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chemeClr val="accent2"/>
                </a:solidFill>
                <a:latin typeface="Times New Roman" panose="02020603050405020304" pitchFamily="18" charset="0"/>
                <a:ea typeface="华文中宋" panose="02010600040101010101" pitchFamily="2" charset="-122"/>
              </a:rPr>
              <a:t>3.3 </a:t>
            </a:r>
            <a:r>
              <a:rPr lang="zh-CN" altLang="en-US" sz="2800" b="1" dirty="0">
                <a:solidFill>
                  <a:schemeClr val="accent2"/>
                </a:solidFill>
                <a:latin typeface="Times New Roman" panose="02020603050405020304" pitchFamily="18" charset="0"/>
                <a:ea typeface="华文中宋" panose="02010600040101010101" pitchFamily="2" charset="-122"/>
              </a:rPr>
              <a:t>单一元件参数电路 </a:t>
            </a:r>
            <a:endParaRPr lang="zh-CN" altLang="en-US" sz="2800" b="1" dirty="0">
              <a:solidFill>
                <a:schemeClr val="accent2"/>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chemeClr val="accent2"/>
                </a:solidFill>
                <a:latin typeface="Times New Roman" panose="02020603050405020304" pitchFamily="18" charset="0"/>
                <a:ea typeface="华文中宋" panose="02010600040101010101" pitchFamily="2" charset="-122"/>
              </a:rPr>
              <a:t>3.4 </a:t>
            </a:r>
            <a:r>
              <a:rPr lang="zh-CN" altLang="en-US" sz="2800" b="1" dirty="0">
                <a:solidFill>
                  <a:schemeClr val="accent2"/>
                </a:solidFill>
                <a:latin typeface="Times New Roman" panose="02020603050405020304" pitchFamily="18" charset="0"/>
                <a:ea typeface="华文中宋" panose="02010600040101010101" pitchFamily="2" charset="-122"/>
              </a:rPr>
              <a:t>简单的正弦交流电路</a:t>
            </a:r>
            <a:endParaRPr lang="zh-CN" altLang="en-US" sz="2800" b="1" dirty="0">
              <a:solidFill>
                <a:schemeClr val="accent2"/>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rgbClr val="000000"/>
                </a:solidFill>
                <a:latin typeface="Times New Roman" panose="02020603050405020304" pitchFamily="18" charset="0"/>
                <a:ea typeface="华文中宋" panose="02010600040101010101" pitchFamily="2" charset="-122"/>
              </a:rPr>
              <a:t>3.5 </a:t>
            </a:r>
            <a:r>
              <a:rPr lang="zh-CN" altLang="en-US" sz="2800" b="1" dirty="0">
                <a:solidFill>
                  <a:srgbClr val="000000"/>
                </a:solidFill>
                <a:latin typeface="Times New Roman" panose="02020603050405020304" pitchFamily="18" charset="0"/>
                <a:ea typeface="华文中宋" panose="02010600040101010101" pitchFamily="2" charset="-122"/>
              </a:rPr>
              <a:t>复杂交流电路的分析和计算</a:t>
            </a:r>
            <a:endParaRPr lang="zh-CN" altLang="en-US" sz="2800" b="1" dirty="0">
              <a:solidFill>
                <a:srgbClr val="000000"/>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rgbClr val="000000"/>
                </a:solidFill>
                <a:latin typeface="Times New Roman" panose="02020603050405020304" pitchFamily="18" charset="0"/>
                <a:ea typeface="华文中宋" panose="02010600040101010101" pitchFamily="2" charset="-122"/>
              </a:rPr>
              <a:t>3.6 </a:t>
            </a:r>
            <a:r>
              <a:rPr lang="zh-CN" altLang="en-US" sz="2800" b="1" dirty="0">
                <a:solidFill>
                  <a:srgbClr val="000000"/>
                </a:solidFill>
                <a:latin typeface="Times New Roman" panose="02020603050405020304" pitchFamily="18" charset="0"/>
                <a:ea typeface="华文中宋" panose="02010600040101010101" pitchFamily="2" charset="-122"/>
              </a:rPr>
              <a:t>正弦交流电路的功率</a:t>
            </a:r>
            <a:endParaRPr lang="zh-CN" altLang="en-US" sz="2800" b="1" dirty="0">
              <a:solidFill>
                <a:srgbClr val="000000"/>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rgbClr val="000000"/>
                </a:solidFill>
                <a:latin typeface="Times New Roman" panose="02020603050405020304" pitchFamily="18" charset="0"/>
                <a:ea typeface="华文中宋" panose="02010600040101010101" pitchFamily="2" charset="-122"/>
              </a:rPr>
              <a:t>3.7 </a:t>
            </a:r>
            <a:r>
              <a:rPr lang="zh-CN" altLang="en-US" sz="2800" b="1" dirty="0">
                <a:solidFill>
                  <a:srgbClr val="000000"/>
                </a:solidFill>
                <a:latin typeface="Times New Roman" panose="02020603050405020304" pitchFamily="18" charset="0"/>
                <a:ea typeface="华文中宋" panose="02010600040101010101" pitchFamily="2" charset="-122"/>
              </a:rPr>
              <a:t>谐振电路</a:t>
            </a:r>
            <a:endParaRPr lang="zh-CN" altLang="en-US" sz="2800" b="1" dirty="0">
              <a:solidFill>
                <a:srgbClr val="000000"/>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rgbClr val="000000"/>
                </a:solidFill>
                <a:latin typeface="Times New Roman" panose="02020603050405020304" pitchFamily="18" charset="0"/>
                <a:ea typeface="华文中宋" panose="02010600040101010101" pitchFamily="2" charset="-122"/>
              </a:rPr>
              <a:t>3.8 </a:t>
            </a:r>
            <a:r>
              <a:rPr lang="zh-CN" altLang="en-US" sz="2800" b="1" dirty="0">
                <a:solidFill>
                  <a:srgbClr val="000000"/>
                </a:solidFill>
                <a:latin typeface="Times New Roman" panose="02020603050405020304" pitchFamily="18" charset="0"/>
                <a:ea typeface="华文中宋" panose="02010600040101010101" pitchFamily="2" charset="-122"/>
              </a:rPr>
              <a:t>功率因数的提高</a:t>
            </a:r>
            <a:endParaRPr lang="zh-CN" altLang="en-US" sz="2800" b="1" dirty="0">
              <a:solidFill>
                <a:srgbClr val="000000"/>
              </a:solidFill>
              <a:latin typeface="Times New Roman" panose="02020603050405020304" pitchFamily="18" charset="0"/>
              <a:ea typeface="华文中宋" panose="02010600040101010101" pitchFamily="2" charset="-122"/>
            </a:endParaRPr>
          </a:p>
          <a:p>
            <a:pPr marL="0" lvl="0" indent="0" eaLnBrk="1" hangingPunct="1">
              <a:lnSpc>
                <a:spcPct val="120000"/>
              </a:lnSpc>
              <a:spcBef>
                <a:spcPct val="0"/>
              </a:spcBef>
              <a:buClrTx/>
              <a:buSzTx/>
              <a:buFontTx/>
              <a:buNone/>
            </a:pPr>
            <a:r>
              <a:rPr lang="en-US" altLang="zh-CN" sz="2800" b="1" dirty="0">
                <a:solidFill>
                  <a:srgbClr val="000000"/>
                </a:solidFill>
                <a:latin typeface="Times New Roman" panose="02020603050405020304" pitchFamily="18" charset="0"/>
                <a:ea typeface="华文中宋" panose="02010600040101010101" pitchFamily="2" charset="-122"/>
              </a:rPr>
              <a:t>3.9 </a:t>
            </a:r>
            <a:r>
              <a:rPr lang="zh-CN" altLang="en-US" sz="2800" b="1" dirty="0">
                <a:solidFill>
                  <a:srgbClr val="000000"/>
                </a:solidFill>
                <a:latin typeface="Times New Roman" panose="02020603050405020304" pitchFamily="18" charset="0"/>
                <a:ea typeface="华文中宋" panose="02010600040101010101" pitchFamily="2" charset="-122"/>
              </a:rPr>
              <a:t>非正弦周期电流电路 </a:t>
            </a:r>
            <a:endParaRPr lang="zh-CN" altLang="en-US" sz="2800" b="1" dirty="0">
              <a:solidFill>
                <a:srgbClr val="000000"/>
              </a:solidFill>
              <a:latin typeface="Times New Roman" panose="02020603050405020304" pitchFamily="18" charset="0"/>
              <a:ea typeface="华文中宋" panose="02010600040101010101" pitchFamily="2" charset="-122"/>
            </a:endParaRPr>
          </a:p>
        </p:txBody>
      </p:sp>
      <p:sp>
        <p:nvSpPr>
          <p:cNvPr id="3077" name="Rectangle 4"/>
          <p:cNvSpPr/>
          <p:nvPr/>
        </p:nvSpPr>
        <p:spPr>
          <a:xfrm>
            <a:off x="395288" y="1125538"/>
            <a:ext cx="8207375" cy="152400"/>
          </a:xfrm>
          <a:prstGeom prst="rect">
            <a:avLst/>
          </a:prstGeom>
          <a:gradFill rotWithShape="0">
            <a:gsLst>
              <a:gs pos="0">
                <a:srgbClr val="3366FF">
                  <a:alpha val="100000"/>
                </a:srgbClr>
              </a:gs>
              <a:gs pos="12500">
                <a:srgbClr val="01A78F">
                  <a:alpha val="100000"/>
                </a:srgbClr>
              </a:gs>
              <a:gs pos="25000">
                <a:srgbClr val="FFFF00">
                  <a:alpha val="100000"/>
                </a:srgbClr>
              </a:gs>
              <a:gs pos="37500">
                <a:srgbClr val="FF6633">
                  <a:alpha val="100000"/>
                </a:srgbClr>
              </a:gs>
              <a:gs pos="50000">
                <a:srgbClr val="FF3399">
                  <a:alpha val="100000"/>
                </a:srgbClr>
              </a:gs>
              <a:gs pos="62500">
                <a:srgbClr val="FF6633">
                  <a:alpha val="100000"/>
                </a:srgbClr>
              </a:gs>
              <a:gs pos="75000">
                <a:srgbClr val="FFFF00">
                  <a:alpha val="100000"/>
                </a:srgbClr>
              </a:gs>
              <a:gs pos="87500">
                <a:srgbClr val="01A78F">
                  <a:alpha val="100000"/>
                </a:srgbClr>
              </a:gs>
              <a:gs pos="100000">
                <a:srgbClr val="3366FF">
                  <a:alpha val="100000"/>
                </a:srgbClr>
              </a:gs>
            </a:gsLst>
            <a:lin ang="0" scaled="1"/>
            <a:tileRect/>
          </a:gradFill>
          <a:ln w="12700" cap="sq"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华文中宋" panose="02010600040101010101" pitchFamily="2" charset="-122"/>
                <a:ea typeface="华文中宋" panose="02010600040101010101" pitchFamily="2" charset="-122"/>
              </a:rPr>
            </a:fld>
            <a:endParaRPr lang="en-US" altLang="zh-CN" sz="1400" dirty="0">
              <a:latin typeface="华文中宋" panose="02010600040101010101" pitchFamily="2" charset="-122"/>
              <a:ea typeface="华文中宋" panose="02010600040101010101" pitchFamily="2" charset="-122"/>
            </a:endParaRPr>
          </a:p>
        </p:txBody>
      </p:sp>
      <p:sp>
        <p:nvSpPr>
          <p:cNvPr id="4099" name="Rectangle 2"/>
          <p:cNvSpPr>
            <a:spLocks noGrp="1"/>
          </p:cNvSpPr>
          <p:nvPr>
            <p:ph type="title"/>
          </p:nvPr>
        </p:nvSpPr>
        <p:spPr>
          <a:xfrm>
            <a:off x="585788" y="0"/>
            <a:ext cx="8229600" cy="1143000"/>
          </a:xfrm>
          <a:ln/>
        </p:spPr>
        <p:txBody>
          <a:bodyPr vert="horz" wrap="square" lIns="91440" tIns="45720" rIns="91440" bIns="45720" anchor="ctr"/>
          <a:p>
            <a:pPr eaLnBrk="1" hangingPunct="1">
              <a:buNone/>
            </a:pPr>
            <a:r>
              <a:rPr lang="en-US" altLang="zh-CN" sz="3200" b="1" dirty="0">
                <a:latin typeface="Times New Roman" panose="02020603050405020304" pitchFamily="18" charset="0"/>
                <a:ea typeface="华文中宋" panose="02010600040101010101" pitchFamily="2" charset="-122"/>
              </a:rPr>
              <a:t>3.1 </a:t>
            </a:r>
            <a:r>
              <a:rPr lang="zh-CN" altLang="en-US" sz="3200" b="1" dirty="0">
                <a:latin typeface="Times New Roman" panose="02020603050405020304" pitchFamily="18" charset="0"/>
                <a:ea typeface="华文中宋" panose="02010600040101010101" pitchFamily="2" charset="-122"/>
              </a:rPr>
              <a:t>正弦交流电的基本概念</a:t>
            </a:r>
            <a:endParaRPr lang="zh-CN" altLang="en-US" sz="3200" b="1" dirty="0">
              <a:latin typeface="Times New Roman" panose="02020603050405020304" pitchFamily="18" charset="0"/>
              <a:ea typeface="华文中宋" panose="02010600040101010101" pitchFamily="2" charset="-122"/>
            </a:endParaRPr>
          </a:p>
        </p:txBody>
      </p:sp>
      <p:sp>
        <p:nvSpPr>
          <p:cNvPr id="936963" name="Rectangle 3"/>
          <p:cNvSpPr>
            <a:spLocks noChangeArrowheads="1"/>
          </p:cNvSpPr>
          <p:nvPr/>
        </p:nvSpPr>
        <p:spPr bwMode="auto">
          <a:xfrm>
            <a:off x="377825" y="2173288"/>
            <a:ext cx="5416550" cy="46196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周期电流：</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随时间做周期变化的电流。</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6964" name="Rectangle 4"/>
          <p:cNvSpPr>
            <a:spLocks noChangeArrowheads="1"/>
          </p:cNvSpPr>
          <p:nvPr/>
        </p:nvSpPr>
        <p:spPr bwMode="auto">
          <a:xfrm>
            <a:off x="377825" y="2827338"/>
            <a:ext cx="67056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瞬时值：</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周期电流在某一时刻的值。</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6965" name="Rectangle 5"/>
          <p:cNvSpPr>
            <a:spLocks noChangeArrowheads="1"/>
          </p:cNvSpPr>
          <p:nvPr/>
        </p:nvSpPr>
        <p:spPr bwMode="auto">
          <a:xfrm>
            <a:off x="5638800" y="2139950"/>
            <a:ext cx="2074863" cy="46196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1" u="none" strike="noStrike" kern="120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 </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t</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 f </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dirty="0" err="1">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t+T</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6966" name="Rectangle 6"/>
          <p:cNvSpPr>
            <a:spLocks noChangeArrowheads="1"/>
          </p:cNvSpPr>
          <p:nvPr/>
        </p:nvSpPr>
        <p:spPr bwMode="auto">
          <a:xfrm>
            <a:off x="266700" y="3482975"/>
            <a:ext cx="67056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电流的周期：</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电流变动一个循环所需的时间。</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6967" name="Rectangle 7"/>
          <p:cNvSpPr>
            <a:spLocks noChangeArrowheads="1"/>
          </p:cNvSpPr>
          <p:nvPr/>
        </p:nvSpPr>
        <p:spPr bwMode="auto">
          <a:xfrm>
            <a:off x="266700" y="4170363"/>
            <a:ext cx="79248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电流的频率：</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单位时间内电流变动所完成的循环次数。</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936968" name="Object 8"/>
          <p:cNvGraphicFramePr>
            <a:graphicFrameLocks noChangeAspect="1"/>
          </p:cNvGraphicFramePr>
          <p:nvPr/>
        </p:nvGraphicFramePr>
        <p:xfrm>
          <a:off x="3203575" y="4770438"/>
          <a:ext cx="1295400" cy="971550"/>
        </p:xfrm>
        <a:graphic>
          <a:graphicData uri="http://schemas.openxmlformats.org/presentationml/2006/ole">
            <mc:AlternateContent xmlns:mc="http://schemas.openxmlformats.org/markup-compatibility/2006">
              <mc:Choice xmlns:v="urn:schemas-microsoft-com:vml" Requires="v">
                <p:oleObj spid="_x0000_s3077" name="" r:id="rId1" imgW="431800" imgH="393700" progId="Equation.DSMT4">
                  <p:embed/>
                </p:oleObj>
              </mc:Choice>
              <mc:Fallback>
                <p:oleObj name="" r:id="rId1" imgW="431800" imgH="393700" progId="Equation.DSMT4">
                  <p:embed/>
                  <p:pic>
                    <p:nvPicPr>
                      <p:cNvPr id="0" name="图片 3076"/>
                      <p:cNvPicPr/>
                      <p:nvPr/>
                    </p:nvPicPr>
                    <p:blipFill>
                      <a:blip r:embed="rId2"/>
                      <a:stretch>
                        <a:fillRect/>
                      </a:stretch>
                    </p:blipFill>
                    <p:spPr>
                      <a:xfrm>
                        <a:off x="3203575" y="4770438"/>
                        <a:ext cx="1295400" cy="971550"/>
                      </a:xfrm>
                      <a:prstGeom prst="rect">
                        <a:avLst/>
                      </a:prstGeom>
                      <a:noFill/>
                      <a:ln w="38100">
                        <a:noFill/>
                        <a:miter/>
                      </a:ln>
                    </p:spPr>
                  </p:pic>
                </p:oleObj>
              </mc:Fallback>
            </mc:AlternateContent>
          </a:graphicData>
        </a:graphic>
      </p:graphicFrame>
      <p:sp>
        <p:nvSpPr>
          <p:cNvPr id="936969" name="Rectangle 9"/>
          <p:cNvSpPr/>
          <p:nvPr/>
        </p:nvSpPr>
        <p:spPr>
          <a:xfrm>
            <a:off x="179388" y="1273175"/>
            <a:ext cx="3733800" cy="609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400" b="1" dirty="0">
                <a:solidFill>
                  <a:srgbClr val="973990"/>
                </a:solidFill>
                <a:latin typeface="Times New Roman" panose="02020603050405020304" pitchFamily="18" charset="0"/>
                <a:ea typeface="华文中宋" panose="02010600040101010101" pitchFamily="2" charset="-122"/>
              </a:rPr>
              <a:t>3.1.1 </a:t>
            </a:r>
            <a:r>
              <a:rPr lang="zh-CN" altLang="en-US" sz="2400" b="1" dirty="0">
                <a:solidFill>
                  <a:srgbClr val="973990"/>
                </a:solidFill>
                <a:latin typeface="Times New Roman" panose="02020603050405020304" pitchFamily="18" charset="0"/>
                <a:ea typeface="华文中宋" panose="02010600040101010101" pitchFamily="2" charset="-122"/>
              </a:rPr>
              <a:t>周期电流</a:t>
            </a:r>
            <a:endParaRPr lang="zh-CN" altLang="en-US" sz="2400" b="1" dirty="0">
              <a:solidFill>
                <a:srgbClr val="973990"/>
              </a:solidFill>
              <a:latin typeface="Times New Roman" panose="02020603050405020304" pitchFamily="18" charset="0"/>
              <a:ea typeface="华文中宋" panose="02010600040101010101" pitchFamily="2" charset="-122"/>
            </a:endParaRPr>
          </a:p>
        </p:txBody>
      </p:sp>
      <p:sp>
        <p:nvSpPr>
          <p:cNvPr id="4107" name="Rectangle 4"/>
          <p:cNvSpPr/>
          <p:nvPr/>
        </p:nvSpPr>
        <p:spPr>
          <a:xfrm>
            <a:off x="303213" y="912813"/>
            <a:ext cx="8207375" cy="49212"/>
          </a:xfrm>
          <a:prstGeom prst="rect">
            <a:avLst/>
          </a:prstGeom>
          <a:gradFill rotWithShape="0">
            <a:gsLst>
              <a:gs pos="0">
                <a:srgbClr val="3366FF">
                  <a:alpha val="100000"/>
                </a:srgbClr>
              </a:gs>
              <a:gs pos="12500">
                <a:srgbClr val="01A78F">
                  <a:alpha val="100000"/>
                </a:srgbClr>
              </a:gs>
              <a:gs pos="25000">
                <a:srgbClr val="FFFF00">
                  <a:alpha val="100000"/>
                </a:srgbClr>
              </a:gs>
              <a:gs pos="37500">
                <a:srgbClr val="FF6633">
                  <a:alpha val="100000"/>
                </a:srgbClr>
              </a:gs>
              <a:gs pos="50000">
                <a:srgbClr val="FF3399">
                  <a:alpha val="100000"/>
                </a:srgbClr>
              </a:gs>
              <a:gs pos="62500">
                <a:srgbClr val="FF6633">
                  <a:alpha val="100000"/>
                </a:srgbClr>
              </a:gs>
              <a:gs pos="75000">
                <a:srgbClr val="FFFF00">
                  <a:alpha val="100000"/>
                </a:srgbClr>
              </a:gs>
              <a:gs pos="87500">
                <a:srgbClr val="01A78F">
                  <a:alpha val="100000"/>
                </a:srgbClr>
              </a:gs>
              <a:gs pos="100000">
                <a:srgbClr val="3366FF">
                  <a:alpha val="100000"/>
                </a:srgbClr>
              </a:gs>
            </a:gsLst>
            <a:lin ang="0" scaled="1"/>
            <a:tileRect/>
          </a:gradFill>
          <a:ln w="12700" cap="sq"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6969"/>
                                        </p:tgtEl>
                                        <p:attrNameLst>
                                          <p:attrName>style.visibility</p:attrName>
                                        </p:attrNameLst>
                                      </p:cBhvr>
                                      <p:to>
                                        <p:strVal val="visible"/>
                                      </p:to>
                                    </p:set>
                                    <p:animEffect transition="in" filter="wipe(left)">
                                      <p:cBhvr>
                                        <p:cTn id="7" dur="500"/>
                                        <p:tgtEl>
                                          <p:spTgt spid="9369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6963"/>
                                        </p:tgtEl>
                                        <p:attrNameLst>
                                          <p:attrName>style.visibility</p:attrName>
                                        </p:attrNameLst>
                                      </p:cBhvr>
                                      <p:to>
                                        <p:strVal val="visible"/>
                                      </p:to>
                                    </p:set>
                                    <p:animEffect transition="in" filter="wipe(left)">
                                      <p:cBhvr>
                                        <p:cTn id="12" dur="500"/>
                                        <p:tgtEl>
                                          <p:spTgt spid="9369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6965"/>
                                        </p:tgtEl>
                                        <p:attrNameLst>
                                          <p:attrName>style.visibility</p:attrName>
                                        </p:attrNameLst>
                                      </p:cBhvr>
                                      <p:to>
                                        <p:strVal val="visible"/>
                                      </p:to>
                                    </p:set>
                                    <p:animEffect transition="in" filter="wipe(left)">
                                      <p:cBhvr>
                                        <p:cTn id="17" dur="500"/>
                                        <p:tgtEl>
                                          <p:spTgt spid="9369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6964"/>
                                        </p:tgtEl>
                                        <p:attrNameLst>
                                          <p:attrName>style.visibility</p:attrName>
                                        </p:attrNameLst>
                                      </p:cBhvr>
                                      <p:to>
                                        <p:strVal val="visible"/>
                                      </p:to>
                                    </p:set>
                                    <p:animEffect transition="in" filter="wipe(left)">
                                      <p:cBhvr>
                                        <p:cTn id="22" dur="500"/>
                                        <p:tgtEl>
                                          <p:spTgt spid="9369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6966"/>
                                        </p:tgtEl>
                                        <p:attrNameLst>
                                          <p:attrName>style.visibility</p:attrName>
                                        </p:attrNameLst>
                                      </p:cBhvr>
                                      <p:to>
                                        <p:strVal val="visible"/>
                                      </p:to>
                                    </p:set>
                                    <p:animEffect transition="in" filter="wipe(left)">
                                      <p:cBhvr>
                                        <p:cTn id="27" dur="500"/>
                                        <p:tgtEl>
                                          <p:spTgt spid="9369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36967"/>
                                        </p:tgtEl>
                                        <p:attrNameLst>
                                          <p:attrName>style.visibility</p:attrName>
                                        </p:attrNameLst>
                                      </p:cBhvr>
                                      <p:to>
                                        <p:strVal val="visible"/>
                                      </p:to>
                                    </p:set>
                                    <p:animEffect transition="in" filter="wipe(left)">
                                      <p:cBhvr>
                                        <p:cTn id="32" dur="500"/>
                                        <p:tgtEl>
                                          <p:spTgt spid="936967"/>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936968"/>
                                        </p:tgtEl>
                                        <p:attrNameLst>
                                          <p:attrName>style.visibility</p:attrName>
                                        </p:attrNameLst>
                                      </p:cBhvr>
                                      <p:to>
                                        <p:strVal val="visible"/>
                                      </p:to>
                                    </p:set>
                                    <p:animEffect transition="in" filter="wipe(left)">
                                      <p:cBhvr>
                                        <p:cTn id="36" dur="500"/>
                                        <p:tgtEl>
                                          <p:spTgt spid="936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3" grpId="0"/>
      <p:bldP spid="936964" grpId="0"/>
      <p:bldP spid="936965" grpId="0"/>
      <p:bldP spid="936966" grpId="0"/>
      <p:bldP spid="936967" grpId="0"/>
      <p:bldP spid="93696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37986" name="Rectangle 2"/>
          <p:cNvSpPr>
            <a:spLocks noChangeArrowheads="1"/>
          </p:cNvSpPr>
          <p:nvPr/>
        </p:nvSpPr>
        <p:spPr bwMode="auto">
          <a:xfrm>
            <a:off x="282575" y="765175"/>
            <a:ext cx="86106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交变电流：</a:t>
            </a:r>
            <a:r>
              <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在一个周期内平均值为零的周期电流</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7987" name="Rectangle 3"/>
          <p:cNvSpPr>
            <a:spLocks noChangeArrowheads="1"/>
          </p:cNvSpPr>
          <p:nvPr/>
        </p:nvSpPr>
        <p:spPr bwMode="auto">
          <a:xfrm>
            <a:off x="304800" y="1600200"/>
            <a:ext cx="86106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交变电流与周期电流的区别与联系：</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7988" name="Rectangle 4"/>
          <p:cNvSpPr>
            <a:spLocks noChangeArrowheads="1"/>
          </p:cNvSpPr>
          <p:nvPr/>
        </p:nvSpPr>
        <p:spPr bwMode="auto">
          <a:xfrm>
            <a:off x="304800" y="2438400"/>
            <a:ext cx="8610600" cy="4619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交变电流必是周期电流，而周期电流不一定是交变电流。</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
          <p:cNvGrpSpPr/>
          <p:nvPr/>
        </p:nvGrpSpPr>
        <p:grpSpPr>
          <a:xfrm>
            <a:off x="2339975" y="3311525"/>
            <a:ext cx="4757738" cy="2209800"/>
            <a:chOff x="428" y="1296"/>
            <a:chExt cx="2447" cy="1008"/>
          </a:xfrm>
        </p:grpSpPr>
        <p:grpSp>
          <p:nvGrpSpPr>
            <p:cNvPr id="5127" name="Group 6"/>
            <p:cNvGrpSpPr/>
            <p:nvPr/>
          </p:nvGrpSpPr>
          <p:grpSpPr>
            <a:xfrm>
              <a:off x="670" y="1514"/>
              <a:ext cx="1696" cy="742"/>
              <a:chOff x="2288" y="1442"/>
              <a:chExt cx="2253" cy="1041"/>
            </a:xfrm>
          </p:grpSpPr>
          <p:sp>
            <p:nvSpPr>
              <p:cNvPr id="5137" name="Freeform 7"/>
              <p:cNvSpPr/>
              <p:nvPr/>
            </p:nvSpPr>
            <p:spPr>
              <a:xfrm>
                <a:off x="2288" y="1447"/>
                <a:ext cx="753" cy="521"/>
              </a:xfrm>
              <a:custGeom>
                <a:avLst/>
                <a:gdLst>
                  <a:gd name="txL" fmla="*/ 0 w 659"/>
                  <a:gd name="txT" fmla="*/ 0 h 433"/>
                  <a:gd name="txR" fmla="*/ 659 w 659"/>
                  <a:gd name="txB" fmla="*/ 433 h 433"/>
                </a:gdLst>
                <a:ahLst/>
                <a:cxnLst>
                  <a:cxn ang="0">
                    <a:pos x="0" y="12086"/>
                  </a:cxn>
                  <a:cxn ang="0">
                    <a:pos x="619" y="8775"/>
                  </a:cxn>
                  <a:cxn ang="0">
                    <a:pos x="1227" y="5922"/>
                  </a:cxn>
                  <a:cxn ang="0">
                    <a:pos x="1845" y="3453"/>
                  </a:cxn>
                  <a:cxn ang="0">
                    <a:pos x="2445" y="1415"/>
                  </a:cxn>
                  <a:cxn ang="0">
                    <a:pos x="2959" y="387"/>
                  </a:cxn>
                  <a:cxn ang="0">
                    <a:pos x="3570" y="0"/>
                  </a:cxn>
                  <a:cxn ang="0">
                    <a:pos x="4193" y="387"/>
                  </a:cxn>
                  <a:cxn ang="0">
                    <a:pos x="4804" y="1415"/>
                  </a:cxn>
                  <a:cxn ang="0">
                    <a:pos x="5404" y="3453"/>
                  </a:cxn>
                  <a:cxn ang="0">
                    <a:pos x="6026" y="5922"/>
                  </a:cxn>
                  <a:cxn ang="0">
                    <a:pos x="6634" y="9001"/>
                  </a:cxn>
                  <a:cxn ang="0">
                    <a:pos x="7257" y="12086"/>
                  </a:cxn>
                </a:cxnLst>
                <a:rect l="txL" t="txT" r="txR" b="txB"/>
                <a:pathLst>
                  <a:path w="659" h="433">
                    <a:moveTo>
                      <a:pt x="0" y="432"/>
                    </a:moveTo>
                    <a:lnTo>
                      <a:pt x="56" y="314"/>
                    </a:lnTo>
                    <a:lnTo>
                      <a:pt x="111" y="212"/>
                    </a:lnTo>
                    <a:lnTo>
                      <a:pt x="167" y="124"/>
                    </a:lnTo>
                    <a:lnTo>
                      <a:pt x="222" y="51"/>
                    </a:lnTo>
                    <a:lnTo>
                      <a:pt x="269" y="14"/>
                    </a:lnTo>
                    <a:lnTo>
                      <a:pt x="324" y="0"/>
                    </a:lnTo>
                    <a:lnTo>
                      <a:pt x="380" y="14"/>
                    </a:lnTo>
                    <a:lnTo>
                      <a:pt x="436" y="51"/>
                    </a:lnTo>
                    <a:lnTo>
                      <a:pt x="491" y="124"/>
                    </a:lnTo>
                    <a:lnTo>
                      <a:pt x="547" y="212"/>
                    </a:lnTo>
                    <a:lnTo>
                      <a:pt x="603" y="322"/>
                    </a:lnTo>
                    <a:lnTo>
                      <a:pt x="658" y="43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5138" name="Freeform 8"/>
              <p:cNvSpPr/>
              <p:nvPr/>
            </p:nvSpPr>
            <p:spPr>
              <a:xfrm>
                <a:off x="3031" y="1962"/>
                <a:ext cx="755" cy="521"/>
              </a:xfrm>
              <a:custGeom>
                <a:avLst/>
                <a:gdLst>
                  <a:gd name="txL" fmla="*/ 0 w 661"/>
                  <a:gd name="txT" fmla="*/ 0 h 433"/>
                  <a:gd name="txR" fmla="*/ 661 w 661"/>
                  <a:gd name="txB" fmla="*/ 433 h 433"/>
                </a:gdLst>
                <a:ahLst/>
                <a:cxnLst>
                  <a:cxn ang="0">
                    <a:pos x="7223" y="0"/>
                  </a:cxn>
                  <a:cxn ang="0">
                    <a:pos x="6616" y="3288"/>
                  </a:cxn>
                  <a:cxn ang="0">
                    <a:pos x="6007" y="6156"/>
                  </a:cxn>
                  <a:cxn ang="0">
                    <a:pos x="5384" y="8574"/>
                  </a:cxn>
                  <a:cxn ang="0">
                    <a:pos x="4788" y="10634"/>
                  </a:cxn>
                  <a:cxn ang="0">
                    <a:pos x="4260" y="11674"/>
                  </a:cxn>
                  <a:cxn ang="0">
                    <a:pos x="3670" y="12086"/>
                  </a:cxn>
                  <a:cxn ang="0">
                    <a:pos x="3049" y="11674"/>
                  </a:cxn>
                  <a:cxn ang="0">
                    <a:pos x="2440" y="10634"/>
                  </a:cxn>
                  <a:cxn ang="0">
                    <a:pos x="1826" y="8574"/>
                  </a:cxn>
                  <a:cxn ang="0">
                    <a:pos x="1219" y="6156"/>
                  </a:cxn>
                  <a:cxn ang="0">
                    <a:pos x="612" y="3051"/>
                  </a:cxn>
                  <a:cxn ang="0">
                    <a:pos x="0" y="0"/>
                  </a:cxn>
                </a:cxnLst>
                <a:rect l="txL" t="txT" r="txR" b="txB"/>
                <a:pathLst>
                  <a:path w="661" h="433">
                    <a:moveTo>
                      <a:pt x="660" y="0"/>
                    </a:moveTo>
                    <a:lnTo>
                      <a:pt x="604" y="117"/>
                    </a:lnTo>
                    <a:lnTo>
                      <a:pt x="548" y="219"/>
                    </a:lnTo>
                    <a:lnTo>
                      <a:pt x="492" y="307"/>
                    </a:lnTo>
                    <a:lnTo>
                      <a:pt x="437" y="380"/>
                    </a:lnTo>
                    <a:lnTo>
                      <a:pt x="390" y="417"/>
                    </a:lnTo>
                    <a:lnTo>
                      <a:pt x="335" y="432"/>
                    </a:lnTo>
                    <a:lnTo>
                      <a:pt x="278" y="417"/>
                    </a:lnTo>
                    <a:lnTo>
                      <a:pt x="223" y="380"/>
                    </a:lnTo>
                    <a:lnTo>
                      <a:pt x="167" y="307"/>
                    </a:lnTo>
                    <a:lnTo>
                      <a:pt x="111" y="219"/>
                    </a:lnTo>
                    <a:lnTo>
                      <a:pt x="56" y="109"/>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5139" name="Freeform 9"/>
              <p:cNvSpPr/>
              <p:nvPr/>
            </p:nvSpPr>
            <p:spPr>
              <a:xfrm>
                <a:off x="3788" y="1442"/>
                <a:ext cx="753" cy="521"/>
              </a:xfrm>
              <a:custGeom>
                <a:avLst/>
                <a:gdLst>
                  <a:gd name="txL" fmla="*/ 0 w 659"/>
                  <a:gd name="txT" fmla="*/ 0 h 433"/>
                  <a:gd name="txR" fmla="*/ 659 w 659"/>
                  <a:gd name="txB" fmla="*/ 433 h 433"/>
                </a:gdLst>
                <a:ahLst/>
                <a:cxnLst>
                  <a:cxn ang="0">
                    <a:pos x="0" y="12086"/>
                  </a:cxn>
                  <a:cxn ang="0">
                    <a:pos x="619" y="8775"/>
                  </a:cxn>
                  <a:cxn ang="0">
                    <a:pos x="1227" y="5922"/>
                  </a:cxn>
                  <a:cxn ang="0">
                    <a:pos x="1845" y="3453"/>
                  </a:cxn>
                  <a:cxn ang="0">
                    <a:pos x="2445" y="1415"/>
                  </a:cxn>
                  <a:cxn ang="0">
                    <a:pos x="2959" y="387"/>
                  </a:cxn>
                  <a:cxn ang="0">
                    <a:pos x="3570" y="0"/>
                  </a:cxn>
                  <a:cxn ang="0">
                    <a:pos x="4193" y="387"/>
                  </a:cxn>
                  <a:cxn ang="0">
                    <a:pos x="4804" y="1415"/>
                  </a:cxn>
                  <a:cxn ang="0">
                    <a:pos x="5404" y="3453"/>
                  </a:cxn>
                  <a:cxn ang="0">
                    <a:pos x="6026" y="5922"/>
                  </a:cxn>
                  <a:cxn ang="0">
                    <a:pos x="6634" y="9001"/>
                  </a:cxn>
                  <a:cxn ang="0">
                    <a:pos x="7257" y="12086"/>
                  </a:cxn>
                </a:cxnLst>
                <a:rect l="txL" t="txT" r="txR" b="txB"/>
                <a:pathLst>
                  <a:path w="659" h="433">
                    <a:moveTo>
                      <a:pt x="0" y="432"/>
                    </a:moveTo>
                    <a:lnTo>
                      <a:pt x="56" y="314"/>
                    </a:lnTo>
                    <a:lnTo>
                      <a:pt x="111" y="212"/>
                    </a:lnTo>
                    <a:lnTo>
                      <a:pt x="167" y="124"/>
                    </a:lnTo>
                    <a:lnTo>
                      <a:pt x="222" y="51"/>
                    </a:lnTo>
                    <a:lnTo>
                      <a:pt x="269" y="14"/>
                    </a:lnTo>
                    <a:lnTo>
                      <a:pt x="324" y="0"/>
                    </a:lnTo>
                    <a:lnTo>
                      <a:pt x="380" y="14"/>
                    </a:lnTo>
                    <a:lnTo>
                      <a:pt x="436" y="51"/>
                    </a:lnTo>
                    <a:lnTo>
                      <a:pt x="491" y="124"/>
                    </a:lnTo>
                    <a:lnTo>
                      <a:pt x="547" y="212"/>
                    </a:lnTo>
                    <a:lnTo>
                      <a:pt x="603" y="322"/>
                    </a:lnTo>
                    <a:lnTo>
                      <a:pt x="658" y="43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pSp>
        <p:grpSp>
          <p:nvGrpSpPr>
            <p:cNvPr id="5128" name="Group 10"/>
            <p:cNvGrpSpPr/>
            <p:nvPr/>
          </p:nvGrpSpPr>
          <p:grpSpPr>
            <a:xfrm>
              <a:off x="428" y="1296"/>
              <a:ext cx="2447" cy="1008"/>
              <a:chOff x="291" y="1488"/>
              <a:chExt cx="2685" cy="1008"/>
            </a:xfrm>
          </p:grpSpPr>
          <p:grpSp>
            <p:nvGrpSpPr>
              <p:cNvPr id="5131" name="Group 11"/>
              <p:cNvGrpSpPr/>
              <p:nvPr/>
            </p:nvGrpSpPr>
            <p:grpSpPr>
              <a:xfrm>
                <a:off x="464" y="1488"/>
                <a:ext cx="2512" cy="1008"/>
                <a:chOff x="2480" y="1200"/>
                <a:chExt cx="2992" cy="1440"/>
              </a:xfrm>
            </p:grpSpPr>
            <p:sp>
              <p:nvSpPr>
                <p:cNvPr id="937996" name="Rectangle 12"/>
                <p:cNvSpPr>
                  <a:spLocks noChangeArrowheads="1"/>
                </p:cNvSpPr>
                <p:nvPr/>
              </p:nvSpPr>
              <p:spPr bwMode="auto">
                <a:xfrm>
                  <a:off x="2619" y="1200"/>
                  <a:ext cx="223" cy="336"/>
                </a:xfrm>
                <a:prstGeom prst="rect">
                  <a:avLst/>
                </a:prstGeom>
                <a:noFill/>
                <a:ln w="38100">
                  <a:noFill/>
                  <a:miter lim="800000"/>
                </a:ln>
                <a:effectLst/>
              </p:spPr>
              <p:txBody>
                <a:bodyPr lIns="90488" tIns="44450" rIns="90488" bIns="44450">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34" name="Line 13"/>
                <p:cNvSpPr/>
                <p:nvPr/>
              </p:nvSpPr>
              <p:spPr>
                <a:xfrm flipV="1">
                  <a:off x="2580" y="1361"/>
                  <a:ext cx="0" cy="1279"/>
                </a:xfrm>
                <a:prstGeom prst="line">
                  <a:avLst/>
                </a:prstGeom>
                <a:ln w="38100" cap="flat" cmpd="sng">
                  <a:solidFill>
                    <a:schemeClr val="tx1"/>
                  </a:solidFill>
                  <a:prstDash val="solid"/>
                  <a:headEnd type="none" w="med" len="med"/>
                  <a:tailEnd type="triangle" w="med" len="med"/>
                </a:ln>
              </p:spPr>
            </p:sp>
            <p:graphicFrame>
              <p:nvGraphicFramePr>
                <p:cNvPr id="5135" name="Object 14"/>
                <p:cNvGraphicFramePr>
                  <a:graphicFrameLocks noChangeAspect="1"/>
                </p:cNvGraphicFramePr>
                <p:nvPr/>
              </p:nvGraphicFramePr>
              <p:xfrm>
                <a:off x="5088" y="1968"/>
                <a:ext cx="384" cy="269"/>
              </p:xfrm>
              <a:graphic>
                <a:graphicData uri="http://schemas.openxmlformats.org/presentationml/2006/ole">
                  <mc:AlternateContent xmlns:mc="http://schemas.openxmlformats.org/markup-compatibility/2006">
                    <mc:Choice xmlns:v="urn:schemas-microsoft-com:vml" Requires="v">
                      <p:oleObj spid="_x0000_s3076" name="" r:id="rId1" imgW="228600" imgH="152400" progId="Equation.3">
                        <p:embed/>
                      </p:oleObj>
                    </mc:Choice>
                    <mc:Fallback>
                      <p:oleObj name="" r:id="rId1" imgW="228600" imgH="152400" progId="Equation.3">
                        <p:embed/>
                        <p:pic>
                          <p:nvPicPr>
                            <p:cNvPr id="0" name="图片 3075"/>
                            <p:cNvPicPr/>
                            <p:nvPr/>
                          </p:nvPicPr>
                          <p:blipFill>
                            <a:blip r:embed="rId2"/>
                            <a:stretch>
                              <a:fillRect/>
                            </a:stretch>
                          </p:blipFill>
                          <p:spPr>
                            <a:xfrm>
                              <a:off x="5088" y="1968"/>
                              <a:ext cx="384" cy="269"/>
                            </a:xfrm>
                            <a:prstGeom prst="rect">
                              <a:avLst/>
                            </a:prstGeom>
                            <a:noFill/>
                            <a:ln w="38100">
                              <a:noFill/>
                              <a:miter/>
                            </a:ln>
                          </p:spPr>
                        </p:pic>
                      </p:oleObj>
                    </mc:Fallback>
                  </mc:AlternateContent>
                </a:graphicData>
              </a:graphic>
            </p:graphicFrame>
            <p:sp>
              <p:nvSpPr>
                <p:cNvPr id="5136" name="Line 15"/>
                <p:cNvSpPr/>
                <p:nvPr/>
              </p:nvSpPr>
              <p:spPr>
                <a:xfrm flipV="1">
                  <a:off x="2480" y="2016"/>
                  <a:ext cx="2608" cy="0"/>
                </a:xfrm>
                <a:prstGeom prst="line">
                  <a:avLst/>
                </a:prstGeom>
                <a:ln w="38100" cap="flat" cmpd="sng">
                  <a:solidFill>
                    <a:schemeClr val="tx2"/>
                  </a:solidFill>
                  <a:prstDash val="solid"/>
                  <a:headEnd type="none" w="med" len="med"/>
                  <a:tailEnd type="triangle" w="med" len="med"/>
                </a:ln>
              </p:spPr>
            </p:sp>
          </p:grpSp>
          <p:sp>
            <p:nvSpPr>
              <p:cNvPr id="938000" name="Rectangle 16"/>
              <p:cNvSpPr>
                <a:spLocks noChangeArrowheads="1"/>
              </p:cNvSpPr>
              <p:nvPr/>
            </p:nvSpPr>
            <p:spPr bwMode="auto">
              <a:xfrm>
                <a:off x="291" y="1518"/>
                <a:ext cx="217" cy="239"/>
              </a:xfrm>
              <a:prstGeom prst="rect">
                <a:avLst/>
              </a:prstGeom>
              <a:noFill/>
              <a:ln w="9525">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38001" name="Text Box 17"/>
            <p:cNvSpPr txBox="1">
              <a:spLocks noChangeArrowheads="1"/>
            </p:cNvSpPr>
            <p:nvPr/>
          </p:nvSpPr>
          <p:spPr bwMode="auto">
            <a:xfrm>
              <a:off x="849" y="1536"/>
              <a:ext cx="222" cy="267"/>
            </a:xfrm>
            <a:prstGeom prst="rect">
              <a:avLst/>
            </a:prstGeom>
            <a:noFill/>
            <a:ln w="9525">
              <a:noFill/>
              <a:miter lim="800000"/>
            </a:ln>
            <a:effectLst/>
          </p:spPr>
          <p:txBody>
            <a:bodyPr wrap="non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32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8002" name="Text Box 18"/>
            <p:cNvSpPr txBox="1">
              <a:spLocks noChangeArrowheads="1"/>
            </p:cNvSpPr>
            <p:nvPr/>
          </p:nvSpPr>
          <p:spPr bwMode="auto">
            <a:xfrm>
              <a:off x="1358" y="1728"/>
              <a:ext cx="288" cy="265"/>
            </a:xfrm>
            <a:prstGeom prst="rect">
              <a:avLst/>
            </a:prstGeom>
            <a:noFill/>
            <a:ln w="9525">
              <a:noFill/>
              <a:miter lim="800000"/>
            </a:ln>
            <a:effec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_</a:t>
              </a:r>
              <a:endParaRPr kumimoji="1" lang="en-US" altLang="zh-CN" sz="32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7986"/>
                                        </p:tgtEl>
                                        <p:attrNameLst>
                                          <p:attrName>style.visibility</p:attrName>
                                        </p:attrNameLst>
                                      </p:cBhvr>
                                      <p:to>
                                        <p:strVal val="visible"/>
                                      </p:to>
                                    </p:set>
                                    <p:animEffect transition="in" filter="wipe(left)">
                                      <p:cBhvr>
                                        <p:cTn id="7" dur="500"/>
                                        <p:tgtEl>
                                          <p:spTgt spid="937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7987"/>
                                        </p:tgtEl>
                                        <p:attrNameLst>
                                          <p:attrName>style.visibility</p:attrName>
                                        </p:attrNameLst>
                                      </p:cBhvr>
                                      <p:to>
                                        <p:strVal val="visible"/>
                                      </p:to>
                                    </p:set>
                                    <p:animEffect transition="in" filter="wipe(left)">
                                      <p:cBhvr>
                                        <p:cTn id="12" dur="500"/>
                                        <p:tgtEl>
                                          <p:spTgt spid="9379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7988"/>
                                        </p:tgtEl>
                                        <p:attrNameLst>
                                          <p:attrName>style.visibility</p:attrName>
                                        </p:attrNameLst>
                                      </p:cBhvr>
                                      <p:to>
                                        <p:strVal val="visible"/>
                                      </p:to>
                                    </p:set>
                                    <p:animEffect transition="in" filter="wipe(left)">
                                      <p:cBhvr>
                                        <p:cTn id="17" dur="500"/>
                                        <p:tgtEl>
                                          <p:spTgt spid="937988"/>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6" grpId="0"/>
      <p:bldP spid="937987" grpId="0"/>
      <p:bldP spid="93798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39011" name="Rectangle 3"/>
          <p:cNvSpPr>
            <a:spLocks noChangeArrowheads="1"/>
          </p:cNvSpPr>
          <p:nvPr/>
        </p:nvSpPr>
        <p:spPr bwMode="auto">
          <a:xfrm>
            <a:off x="539750" y="836613"/>
            <a:ext cx="7772400" cy="1016000"/>
          </a:xfrm>
          <a:prstGeom prst="rect">
            <a:avLst/>
          </a:prstGeom>
          <a:noFill/>
          <a:ln w="9525">
            <a:noFill/>
            <a:miter lim="800000"/>
          </a:ln>
          <a:effectLst/>
        </p:spPr>
        <p:txBody>
          <a:bodyPr>
            <a:spAutoFit/>
          </a:bodyPr>
          <a:lstStyle/>
          <a:p>
            <a:pPr marL="0" marR="0" lvl="0" indent="0" algn="l" defTabSz="914400" rtl="0" eaLnBrk="0" fontAlgn="base" latinLnBrk="0" hangingPunct="0">
              <a:lnSpc>
                <a:spcPct val="125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正弦量：</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随时间按</a:t>
            </a:r>
            <a:r>
              <a:rPr kumimoji="1"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正弦规律</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做周期变化的量。电力、电子技术中普遍使用正弦交流电。</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39012" name="Text Box 4"/>
          <p:cNvSpPr txBox="1"/>
          <p:nvPr/>
        </p:nvSpPr>
        <p:spPr>
          <a:xfrm>
            <a:off x="612775" y="2298700"/>
            <a:ext cx="6019800" cy="15700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正弦交流电瞬时值的一般表达式为：</a:t>
            </a:r>
            <a:endParaRPr lang="zh-CN" altLang="en-US" sz="2400" b="1" dirty="0">
              <a:solidFill>
                <a:srgbClr val="FF0000"/>
              </a:solidFill>
              <a:latin typeface="Times New Roman" panose="02020603050405020304" pitchFamily="18" charset="0"/>
              <a:ea typeface="华文中宋" panose="02010600040101010101" pitchFamily="2" charset="-122"/>
            </a:endParaRPr>
          </a:p>
          <a:p>
            <a:pPr marL="0" lvl="0" indent="0" eaLnBrk="1" hangingPunct="1">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u=U</a:t>
            </a:r>
            <a:r>
              <a:rPr lang="en-US" altLang="zh-CN" sz="2400" b="1" i="1" baseline="-25000" dirty="0">
                <a:latin typeface="Times New Roman" panose="02020603050405020304" pitchFamily="18" charset="0"/>
                <a:ea typeface="华文中宋" panose="02010600040101010101" pitchFamily="2" charset="-122"/>
              </a:rPr>
              <a:t>m</a:t>
            </a:r>
            <a:r>
              <a:rPr lang="en-US" altLang="zh-CN" sz="2400" b="1" i="1" dirty="0">
                <a:latin typeface="Times New Roman" panose="02020603050405020304" pitchFamily="18" charset="0"/>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rPr>
              <a:t>sin(</a:t>
            </a:r>
            <a:r>
              <a:rPr lang="en-US" altLang="zh-CN" sz="2400" b="1" i="1" dirty="0">
                <a:latin typeface="Times New Roman" panose="02020603050405020304" pitchFamily="18" charset="0"/>
                <a:ea typeface="华文中宋" panose="02010600040101010101" pitchFamily="2" charset="-122"/>
              </a:rPr>
              <a:t>ωt+ψ</a:t>
            </a:r>
            <a:r>
              <a:rPr lang="en-US" altLang="zh-CN" sz="2400" b="1" i="1" baseline="-25000" dirty="0">
                <a:latin typeface="Times New Roman" panose="02020603050405020304" pitchFamily="18" charset="0"/>
                <a:ea typeface="华文中宋" panose="02010600040101010101" pitchFamily="2" charset="-122"/>
              </a:rPr>
              <a:t>u</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i=I</a:t>
            </a:r>
            <a:r>
              <a:rPr lang="en-US" altLang="zh-CN" sz="2400" b="1" i="1" baseline="-25000" dirty="0">
                <a:latin typeface="Times New Roman" panose="02020603050405020304" pitchFamily="18" charset="0"/>
                <a:ea typeface="华文中宋" panose="02010600040101010101" pitchFamily="2" charset="-122"/>
              </a:rPr>
              <a:t>m</a:t>
            </a:r>
            <a:r>
              <a:rPr lang="en-US" altLang="zh-CN" sz="2400" b="1" i="1" dirty="0">
                <a:latin typeface="Times New Roman" panose="02020603050405020304" pitchFamily="18" charset="0"/>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rPr>
              <a:t>sin(</a:t>
            </a:r>
            <a:r>
              <a:rPr lang="en-US" altLang="zh-CN" sz="2400" b="1" i="1" dirty="0">
                <a:latin typeface="Times New Roman" panose="02020603050405020304" pitchFamily="18" charset="0"/>
                <a:ea typeface="华文中宋" panose="02010600040101010101" pitchFamily="2" charset="-122"/>
              </a:rPr>
              <a:t>ωt+ψ</a:t>
            </a:r>
            <a:r>
              <a:rPr lang="en-US" altLang="zh-CN" sz="2400" b="1" i="1" baseline="-25000" dirty="0">
                <a:latin typeface="Times New Roman" panose="02020603050405020304" pitchFamily="18" charset="0"/>
                <a:ea typeface="华文中宋" panose="02010600040101010101" pitchFamily="2" charset="-122"/>
              </a:rPr>
              <a:t>i</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grpSp>
        <p:nvGrpSpPr>
          <p:cNvPr id="6149" name="Group 6"/>
          <p:cNvGrpSpPr/>
          <p:nvPr/>
        </p:nvGrpSpPr>
        <p:grpSpPr>
          <a:xfrm>
            <a:off x="1960563" y="3973513"/>
            <a:ext cx="2393950" cy="887412"/>
            <a:chOff x="1392" y="2592"/>
            <a:chExt cx="1678" cy="559"/>
          </a:xfrm>
        </p:grpSpPr>
        <p:grpSp>
          <p:nvGrpSpPr>
            <p:cNvPr id="6162" name="Group 7"/>
            <p:cNvGrpSpPr/>
            <p:nvPr/>
          </p:nvGrpSpPr>
          <p:grpSpPr>
            <a:xfrm>
              <a:off x="1392" y="2592"/>
              <a:ext cx="864" cy="480"/>
              <a:chOff x="1776" y="1344"/>
              <a:chExt cx="864" cy="480"/>
            </a:xfrm>
          </p:grpSpPr>
          <p:sp>
            <p:nvSpPr>
              <p:cNvPr id="6164" name="Line 8"/>
              <p:cNvSpPr/>
              <p:nvPr/>
            </p:nvSpPr>
            <p:spPr>
              <a:xfrm>
                <a:off x="1776" y="1344"/>
                <a:ext cx="0" cy="480"/>
              </a:xfrm>
              <a:prstGeom prst="line">
                <a:avLst/>
              </a:prstGeom>
              <a:ln w="28575" cap="flat" cmpd="sng">
                <a:solidFill>
                  <a:schemeClr val="tx1"/>
                </a:solidFill>
                <a:prstDash val="solid"/>
                <a:headEnd type="none" w="med" len="med"/>
                <a:tailEnd type="none" w="med" len="med"/>
              </a:ln>
            </p:spPr>
          </p:sp>
          <p:sp>
            <p:nvSpPr>
              <p:cNvPr id="6165" name="Line 9"/>
              <p:cNvSpPr/>
              <p:nvPr/>
            </p:nvSpPr>
            <p:spPr>
              <a:xfrm>
                <a:off x="1776" y="1824"/>
                <a:ext cx="864" cy="0"/>
              </a:xfrm>
              <a:prstGeom prst="line">
                <a:avLst/>
              </a:prstGeom>
              <a:ln w="28575" cap="flat" cmpd="sng">
                <a:solidFill>
                  <a:schemeClr val="tx1"/>
                </a:solidFill>
                <a:prstDash val="solid"/>
                <a:headEnd type="none" w="med" len="med"/>
                <a:tailEnd type="triangle" w="med" len="med"/>
              </a:ln>
            </p:spPr>
          </p:sp>
        </p:grpSp>
        <p:sp>
          <p:nvSpPr>
            <p:cNvPr id="939018" name="Text Box 10"/>
            <p:cNvSpPr txBox="1">
              <a:spLocks noChangeArrowheads="1"/>
            </p:cNvSpPr>
            <p:nvPr/>
          </p:nvSpPr>
          <p:spPr bwMode="auto">
            <a:xfrm>
              <a:off x="2293" y="2860"/>
              <a:ext cx="777" cy="291"/>
            </a:xfrm>
            <a:prstGeom prst="rect">
              <a:avLst/>
            </a:prstGeom>
            <a:noFill/>
            <a:ln w="9525">
              <a:noFill/>
              <a:miter lim="800000"/>
            </a:ln>
            <a:effectLst/>
          </p:spPr>
          <p:txBody>
            <a:bodyPr wrap="none">
              <a:spAutoFit/>
            </a:bodyPr>
            <a:lstStyle/>
            <a:p>
              <a:pPr marR="0" defTabSz="914400" eaLnBrk="1" hangingPunct="1">
                <a:buClrTx/>
                <a:buSzTx/>
                <a:buFontTx/>
                <a:defRPr/>
              </a:pP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角频率</a:t>
              </a:r>
              <a:endPar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150" name="Group 11"/>
          <p:cNvGrpSpPr/>
          <p:nvPr/>
        </p:nvGrpSpPr>
        <p:grpSpPr>
          <a:xfrm>
            <a:off x="1301750" y="3967163"/>
            <a:ext cx="5589588" cy="1504950"/>
            <a:chOff x="672" y="2592"/>
            <a:chExt cx="3918" cy="948"/>
          </a:xfrm>
        </p:grpSpPr>
        <p:grpSp>
          <p:nvGrpSpPr>
            <p:cNvPr id="6158" name="Group 12"/>
            <p:cNvGrpSpPr/>
            <p:nvPr/>
          </p:nvGrpSpPr>
          <p:grpSpPr>
            <a:xfrm>
              <a:off x="672" y="2592"/>
              <a:ext cx="1632" cy="864"/>
              <a:chOff x="1056" y="1344"/>
              <a:chExt cx="1632" cy="864"/>
            </a:xfrm>
          </p:grpSpPr>
          <p:sp>
            <p:nvSpPr>
              <p:cNvPr id="6160" name="Line 13"/>
              <p:cNvSpPr/>
              <p:nvPr/>
            </p:nvSpPr>
            <p:spPr>
              <a:xfrm>
                <a:off x="1056" y="1344"/>
                <a:ext cx="0" cy="864"/>
              </a:xfrm>
              <a:prstGeom prst="line">
                <a:avLst/>
              </a:prstGeom>
              <a:ln w="28575" cap="flat" cmpd="sng">
                <a:solidFill>
                  <a:schemeClr val="tx1"/>
                </a:solidFill>
                <a:prstDash val="solid"/>
                <a:headEnd type="none" w="med" len="med"/>
                <a:tailEnd type="none" w="med" len="med"/>
              </a:ln>
            </p:spPr>
          </p:sp>
          <p:sp>
            <p:nvSpPr>
              <p:cNvPr id="6161" name="Line 14"/>
              <p:cNvSpPr/>
              <p:nvPr/>
            </p:nvSpPr>
            <p:spPr>
              <a:xfrm>
                <a:off x="1056" y="2208"/>
                <a:ext cx="1632" cy="0"/>
              </a:xfrm>
              <a:prstGeom prst="line">
                <a:avLst/>
              </a:prstGeom>
              <a:ln w="28575" cap="flat" cmpd="sng">
                <a:solidFill>
                  <a:schemeClr val="tx1"/>
                </a:solidFill>
                <a:prstDash val="solid"/>
                <a:headEnd type="none" w="med" len="med"/>
                <a:tailEnd type="triangle" w="med" len="med"/>
              </a:ln>
            </p:spPr>
          </p:sp>
        </p:grpSp>
        <p:sp>
          <p:nvSpPr>
            <p:cNvPr id="939023" name="Text Box 15"/>
            <p:cNvSpPr txBox="1">
              <a:spLocks noChangeArrowheads="1"/>
            </p:cNvSpPr>
            <p:nvPr/>
          </p:nvSpPr>
          <p:spPr bwMode="auto">
            <a:xfrm>
              <a:off x="2303" y="3249"/>
              <a:ext cx="2287" cy="291"/>
            </a:xfrm>
            <a:prstGeom prst="rect">
              <a:avLst/>
            </a:prstGeom>
            <a:noFill/>
            <a:ln w="9525">
              <a:noFill/>
              <a:miter lim="800000"/>
            </a:ln>
            <a:effectLst/>
          </p:spPr>
          <p:txBody>
            <a:bodyPr wrap="none">
              <a:spAutoFit/>
            </a:bodyPr>
            <a:lstStyle/>
            <a:p>
              <a:pPr marR="0" defTabSz="914400" eaLnBrk="1" hangingPunct="1">
                <a:buClrTx/>
                <a:buSzTx/>
                <a:buFontTx/>
                <a:defRPr/>
              </a:pP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最大值（也称为幅值）</a:t>
              </a:r>
              <a:endPar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151" name="Group 16"/>
          <p:cNvGrpSpPr/>
          <p:nvPr/>
        </p:nvGrpSpPr>
        <p:grpSpPr>
          <a:xfrm>
            <a:off x="2514600" y="3787775"/>
            <a:ext cx="1581150" cy="461963"/>
            <a:chOff x="1973" y="2481"/>
            <a:chExt cx="1109" cy="291"/>
          </a:xfrm>
        </p:grpSpPr>
        <p:grpSp>
          <p:nvGrpSpPr>
            <p:cNvPr id="6154" name="Group 17"/>
            <p:cNvGrpSpPr/>
            <p:nvPr/>
          </p:nvGrpSpPr>
          <p:grpSpPr>
            <a:xfrm>
              <a:off x="1973" y="2592"/>
              <a:ext cx="288" cy="144"/>
              <a:chOff x="2304" y="1344"/>
              <a:chExt cx="288" cy="144"/>
            </a:xfrm>
          </p:grpSpPr>
          <p:sp>
            <p:nvSpPr>
              <p:cNvPr id="6156" name="Line 18"/>
              <p:cNvSpPr/>
              <p:nvPr/>
            </p:nvSpPr>
            <p:spPr>
              <a:xfrm>
                <a:off x="2304" y="1344"/>
                <a:ext cx="0" cy="144"/>
              </a:xfrm>
              <a:prstGeom prst="line">
                <a:avLst/>
              </a:prstGeom>
              <a:ln w="28575" cap="flat" cmpd="sng">
                <a:solidFill>
                  <a:schemeClr val="tx1"/>
                </a:solidFill>
                <a:prstDash val="solid"/>
                <a:headEnd type="none" w="med" len="med"/>
                <a:tailEnd type="none" w="med" len="med"/>
              </a:ln>
            </p:spPr>
          </p:sp>
          <p:sp>
            <p:nvSpPr>
              <p:cNvPr id="6157" name="Line 19"/>
              <p:cNvSpPr/>
              <p:nvPr/>
            </p:nvSpPr>
            <p:spPr>
              <a:xfrm>
                <a:off x="2304" y="1488"/>
                <a:ext cx="288" cy="0"/>
              </a:xfrm>
              <a:prstGeom prst="line">
                <a:avLst/>
              </a:prstGeom>
              <a:ln w="28575" cap="flat" cmpd="sng">
                <a:solidFill>
                  <a:schemeClr val="tx1"/>
                </a:solidFill>
                <a:prstDash val="solid"/>
                <a:headEnd type="none" w="med" len="med"/>
                <a:tailEnd type="triangle" w="med" len="med"/>
              </a:ln>
            </p:spPr>
          </p:sp>
        </p:grpSp>
        <p:sp>
          <p:nvSpPr>
            <p:cNvPr id="939028" name="Text Box 20"/>
            <p:cNvSpPr txBox="1">
              <a:spLocks noChangeArrowheads="1"/>
            </p:cNvSpPr>
            <p:nvPr/>
          </p:nvSpPr>
          <p:spPr bwMode="auto">
            <a:xfrm>
              <a:off x="2305" y="2481"/>
              <a:ext cx="777" cy="291"/>
            </a:xfrm>
            <a:prstGeom prst="rect">
              <a:avLst/>
            </a:prstGeom>
            <a:noFill/>
            <a:ln w="9525">
              <a:noFill/>
              <a:miter lim="800000"/>
            </a:ln>
            <a:effectLst/>
          </p:spPr>
          <p:txBody>
            <a:bodyPr wrap="none">
              <a:spAutoFit/>
            </a:bodyPr>
            <a:lstStyle/>
            <a:p>
              <a:pPr marR="0" defTabSz="914400" eaLnBrk="1" hangingPunct="1">
                <a:buClrTx/>
                <a:buSzTx/>
                <a:buFontTx/>
                <a:defRPr/>
              </a:pP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初相位</a:t>
              </a:r>
              <a:endPar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39029" name="Oval 21"/>
          <p:cNvSpPr/>
          <p:nvPr/>
        </p:nvSpPr>
        <p:spPr>
          <a:xfrm>
            <a:off x="2781300" y="3521075"/>
            <a:ext cx="2032000" cy="2590800"/>
          </a:xfrm>
          <a:prstGeom prst="ellipse">
            <a:avLst/>
          </a:prstGeom>
          <a:noFill/>
          <a:ln w="38100" cap="flat" cmpd="sng">
            <a:solidFill>
              <a:srgbClr val="0000FF"/>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sp>
        <p:nvSpPr>
          <p:cNvPr id="939030" name="AutoShape 22"/>
          <p:cNvSpPr/>
          <p:nvPr/>
        </p:nvSpPr>
        <p:spPr>
          <a:xfrm>
            <a:off x="5715000" y="2743200"/>
            <a:ext cx="2971800" cy="1905000"/>
          </a:xfrm>
          <a:prstGeom prst="irregularSeal1">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三要素</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9011"/>
                                        </p:tgtEl>
                                        <p:attrNameLst>
                                          <p:attrName>style.visibility</p:attrName>
                                        </p:attrNameLst>
                                      </p:cBhvr>
                                      <p:to>
                                        <p:strVal val="visible"/>
                                      </p:to>
                                    </p:set>
                                    <p:animEffect transition="in" filter="wipe(left)">
                                      <p:cBhvr>
                                        <p:cTn id="7" dur="500"/>
                                        <p:tgtEl>
                                          <p:spTgt spid="939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9012"/>
                                        </p:tgtEl>
                                        <p:attrNameLst>
                                          <p:attrName>style.visibility</p:attrName>
                                        </p:attrNameLst>
                                      </p:cBhvr>
                                      <p:to>
                                        <p:strVal val="visible"/>
                                      </p:to>
                                    </p:set>
                                    <p:animEffect transition="in" filter="wipe(left)">
                                      <p:cBhvr>
                                        <p:cTn id="12" dur="500"/>
                                        <p:tgtEl>
                                          <p:spTgt spid="9390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939029"/>
                                        </p:tgtEl>
                                        <p:attrNameLst>
                                          <p:attrName>style.visibility</p:attrName>
                                        </p:attrNameLst>
                                      </p:cBhvr>
                                      <p:to>
                                        <p:strVal val="visible"/>
                                      </p:to>
                                    </p:set>
                                    <p:animEffect transition="in" filter="wheel(1)">
                                      <p:cBhvr>
                                        <p:cTn id="17" dur="500"/>
                                        <p:tgtEl>
                                          <p:spTgt spid="93902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939030"/>
                                        </p:tgtEl>
                                        <p:attrNameLst>
                                          <p:attrName>style.visibility</p:attrName>
                                        </p:attrNameLst>
                                      </p:cBhvr>
                                      <p:to>
                                        <p:strVal val="visible"/>
                                      </p:to>
                                    </p:set>
                                    <p:animEffect transition="in" filter="circle(out)">
                                      <p:cBhvr>
                                        <p:cTn id="22" dur="500"/>
                                        <p:tgtEl>
                                          <p:spTgt spid="939030"/>
                                        </p:tgtEl>
                                      </p:cBhvr>
                                    </p:animEffect>
                                  </p:childTnLst>
                                  <p:subTnLst>
                                    <p:audio>
                                      <p:cMediaNode>
                                        <p:cTn display="0" masterRel="sameClick">
                                          <p:stCondLst>
                                            <p:cond evt="begin" delay="0">
                                              <p:tn val="20"/>
                                            </p:cond>
                                          </p:stCondLst>
                                          <p:endCondLst>
                                            <p:cond evt="onStopAudio" delay="0">
                                              <p:tgtEl>
                                                <p:sldTgt/>
                                              </p:tgtEl>
                                            </p:cond>
                                          </p:endCondLst>
                                        </p:cTn>
                                        <p:tgtEl>
                                          <p:sndTgt r:embed="rId1"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1" grpId="0"/>
      <p:bldP spid="939012" grpId="0"/>
      <p:bldP spid="939029" grpId="0" animBg="1"/>
      <p:bldP spid="9390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40034" name="Text Box 2"/>
          <p:cNvSpPr txBox="1"/>
          <p:nvPr/>
        </p:nvSpPr>
        <p:spPr>
          <a:xfrm>
            <a:off x="381000" y="3429000"/>
            <a:ext cx="82296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要素</a:t>
            </a:r>
            <a:r>
              <a:rPr lang="en-US" altLang="zh-CN" sz="2400" b="1" dirty="0">
                <a:solidFill>
                  <a:srgbClr val="FF0000"/>
                </a:solidFill>
                <a:latin typeface="Times New Roman" panose="02020603050405020304" pitchFamily="18" charset="0"/>
                <a:ea typeface="华文中宋" panose="02010600040101010101" pitchFamily="2" charset="-122"/>
              </a:rPr>
              <a:t>1</a:t>
            </a:r>
            <a:r>
              <a:rPr lang="zh-CN" altLang="en-US" sz="2400" b="1" dirty="0">
                <a:solidFill>
                  <a:srgbClr val="FF0000"/>
                </a:solidFill>
                <a:latin typeface="Times New Roman" panose="02020603050405020304" pitchFamily="18" charset="0"/>
                <a:ea typeface="华文中宋" panose="02010600040101010101" pitchFamily="2" charset="-122"/>
              </a:rPr>
              <a:t>：最大值（幅值）：</a:t>
            </a:r>
            <a:r>
              <a:rPr lang="zh-CN" altLang="en-US" sz="2400" b="1" dirty="0">
                <a:latin typeface="Times New Roman" panose="02020603050405020304" pitchFamily="18" charset="0"/>
                <a:ea typeface="华文中宋" panose="02010600040101010101" pitchFamily="2" charset="-122"/>
              </a:rPr>
              <a:t>正弦量瞬时值中最大的值，</a:t>
            </a:r>
            <a:endParaRPr lang="en-US" altLang="zh-CN" sz="2400" b="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                                             表示：大写字母加下标。</a:t>
            </a:r>
            <a:endParaRPr lang="zh-CN" altLang="en-US" sz="2400" b="1" dirty="0">
              <a:latin typeface="Times New Roman" panose="02020603050405020304" pitchFamily="18" charset="0"/>
              <a:ea typeface="华文中宋" panose="02010600040101010101" pitchFamily="2" charset="-122"/>
            </a:endParaRPr>
          </a:p>
        </p:txBody>
      </p:sp>
      <p:sp>
        <p:nvSpPr>
          <p:cNvPr id="940035" name="Text Box 3"/>
          <p:cNvSpPr txBox="1">
            <a:spLocks noChangeArrowheads="1"/>
          </p:cNvSpPr>
          <p:nvPr/>
        </p:nvSpPr>
        <p:spPr bwMode="auto">
          <a:xfrm>
            <a:off x="228600" y="304800"/>
            <a:ext cx="3810000" cy="461963"/>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设正弦交流电流：</a:t>
            </a:r>
            <a:endParaRPr kumimoji="1" lang="zh-CN" altLang="en-US" sz="2400"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p:nvPr/>
        </p:nvGrpSpPr>
        <p:grpSpPr>
          <a:xfrm>
            <a:off x="2057400" y="782638"/>
            <a:ext cx="5562600" cy="2417762"/>
            <a:chOff x="1296" y="493"/>
            <a:chExt cx="3504" cy="1523"/>
          </a:xfrm>
        </p:grpSpPr>
        <p:sp>
          <p:nvSpPr>
            <p:cNvPr id="7178" name="Freeform 5"/>
            <p:cNvSpPr/>
            <p:nvPr/>
          </p:nvSpPr>
          <p:spPr>
            <a:xfrm>
              <a:off x="1681" y="980"/>
              <a:ext cx="837" cy="521"/>
            </a:xfrm>
            <a:custGeom>
              <a:avLst/>
              <a:gdLst>
                <a:gd name="txL" fmla="*/ 0 w 659"/>
                <a:gd name="txT" fmla="*/ 0 h 433"/>
                <a:gd name="txR" fmla="*/ 659 w 659"/>
                <a:gd name="txB" fmla="*/ 433 h 433"/>
              </a:gdLst>
              <a:ahLst/>
              <a:cxnLst>
                <a:cxn ang="0">
                  <a:pos x="0" y="12086"/>
                </a:cxn>
                <a:cxn ang="0">
                  <a:pos x="4120" y="8775"/>
                </a:cxn>
                <a:cxn ang="0">
                  <a:pos x="8207" y="5922"/>
                </a:cxn>
                <a:cxn ang="0">
                  <a:pos x="12334" y="3453"/>
                </a:cxn>
                <a:cxn ang="0">
                  <a:pos x="16425" y="1415"/>
                </a:cxn>
                <a:cxn ang="0">
                  <a:pos x="19896" y="387"/>
                </a:cxn>
                <a:cxn ang="0">
                  <a:pos x="23949" y="0"/>
                </a:cxn>
                <a:cxn ang="0">
                  <a:pos x="28111" y="387"/>
                </a:cxn>
                <a:cxn ang="0">
                  <a:pos x="32268" y="1415"/>
                </a:cxn>
                <a:cxn ang="0">
                  <a:pos x="36358" y="3453"/>
                </a:cxn>
                <a:cxn ang="0">
                  <a:pos x="40520" y="5922"/>
                </a:cxn>
                <a:cxn ang="0">
                  <a:pos x="44648" y="9001"/>
                </a:cxn>
                <a:cxn ang="0">
                  <a:pos x="48712" y="12086"/>
                </a:cxn>
              </a:cxnLst>
              <a:rect l="txL" t="txT" r="txR" b="txB"/>
              <a:pathLst>
                <a:path w="659" h="433">
                  <a:moveTo>
                    <a:pt x="0" y="432"/>
                  </a:moveTo>
                  <a:lnTo>
                    <a:pt x="56" y="314"/>
                  </a:lnTo>
                  <a:lnTo>
                    <a:pt x="111" y="212"/>
                  </a:lnTo>
                  <a:lnTo>
                    <a:pt x="167" y="124"/>
                  </a:lnTo>
                  <a:lnTo>
                    <a:pt x="222" y="51"/>
                  </a:lnTo>
                  <a:lnTo>
                    <a:pt x="269" y="14"/>
                  </a:lnTo>
                  <a:lnTo>
                    <a:pt x="324" y="0"/>
                  </a:lnTo>
                  <a:lnTo>
                    <a:pt x="380" y="14"/>
                  </a:lnTo>
                  <a:lnTo>
                    <a:pt x="436" y="51"/>
                  </a:lnTo>
                  <a:lnTo>
                    <a:pt x="491" y="124"/>
                  </a:lnTo>
                  <a:lnTo>
                    <a:pt x="547" y="212"/>
                  </a:lnTo>
                  <a:lnTo>
                    <a:pt x="603" y="322"/>
                  </a:lnTo>
                  <a:lnTo>
                    <a:pt x="658" y="43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7179" name="Freeform 6"/>
            <p:cNvSpPr/>
            <p:nvPr/>
          </p:nvSpPr>
          <p:spPr>
            <a:xfrm>
              <a:off x="2507" y="1501"/>
              <a:ext cx="846" cy="515"/>
            </a:xfrm>
            <a:custGeom>
              <a:avLst/>
              <a:gdLst>
                <a:gd name="txL" fmla="*/ 0 w 661"/>
                <a:gd name="txT" fmla="*/ 0 h 433"/>
                <a:gd name="txR" fmla="*/ 661 w 661"/>
                <a:gd name="txB" fmla="*/ 433 h 433"/>
              </a:gdLst>
              <a:ahLst/>
              <a:cxnLst>
                <a:cxn ang="0">
                  <a:pos x="56048" y="0"/>
                </a:cxn>
                <a:cxn ang="0">
                  <a:pos x="51255" y="2636"/>
                </a:cxn>
                <a:cxn ang="0">
                  <a:pos x="46488" y="4974"/>
                </a:cxn>
                <a:cxn ang="0">
                  <a:pos x="41809" y="6950"/>
                </a:cxn>
                <a:cxn ang="0">
                  <a:pos x="37072" y="8623"/>
                </a:cxn>
                <a:cxn ang="0">
                  <a:pos x="33127" y="9461"/>
                </a:cxn>
                <a:cxn ang="0">
                  <a:pos x="28484" y="9812"/>
                </a:cxn>
                <a:cxn ang="0">
                  <a:pos x="23653" y="9461"/>
                </a:cxn>
                <a:cxn ang="0">
                  <a:pos x="18924" y="8623"/>
                </a:cxn>
                <a:cxn ang="0">
                  <a:pos x="14230" y="6950"/>
                </a:cxn>
                <a:cxn ang="0">
                  <a:pos x="9440" y="4974"/>
                </a:cxn>
                <a:cxn ang="0">
                  <a:pos x="4764" y="2485"/>
                </a:cxn>
                <a:cxn ang="0">
                  <a:pos x="0" y="0"/>
                </a:cxn>
              </a:cxnLst>
              <a:rect l="txL" t="txT" r="txR" b="txB"/>
              <a:pathLst>
                <a:path w="661" h="433">
                  <a:moveTo>
                    <a:pt x="660" y="0"/>
                  </a:moveTo>
                  <a:lnTo>
                    <a:pt x="604" y="117"/>
                  </a:lnTo>
                  <a:lnTo>
                    <a:pt x="548" y="219"/>
                  </a:lnTo>
                  <a:lnTo>
                    <a:pt x="492" y="307"/>
                  </a:lnTo>
                  <a:lnTo>
                    <a:pt x="437" y="380"/>
                  </a:lnTo>
                  <a:lnTo>
                    <a:pt x="390" y="417"/>
                  </a:lnTo>
                  <a:lnTo>
                    <a:pt x="335" y="432"/>
                  </a:lnTo>
                  <a:lnTo>
                    <a:pt x="278" y="417"/>
                  </a:lnTo>
                  <a:lnTo>
                    <a:pt x="223" y="380"/>
                  </a:lnTo>
                  <a:lnTo>
                    <a:pt x="167" y="307"/>
                  </a:lnTo>
                  <a:lnTo>
                    <a:pt x="111" y="219"/>
                  </a:lnTo>
                  <a:lnTo>
                    <a:pt x="56" y="109"/>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7180" name="Freeform 7"/>
            <p:cNvSpPr/>
            <p:nvPr/>
          </p:nvSpPr>
          <p:spPr>
            <a:xfrm>
              <a:off x="3353" y="973"/>
              <a:ext cx="859" cy="526"/>
            </a:xfrm>
            <a:custGeom>
              <a:avLst/>
              <a:gdLst>
                <a:gd name="txL" fmla="*/ 0 w 659"/>
                <a:gd name="txT" fmla="*/ 0 h 433"/>
                <a:gd name="txR" fmla="*/ 659 w 659"/>
                <a:gd name="txB" fmla="*/ 433 h 433"/>
              </a:gdLst>
              <a:ahLst/>
              <a:cxnLst>
                <a:cxn ang="0">
                  <a:pos x="0" y="14330"/>
                </a:cxn>
                <a:cxn ang="0">
                  <a:pos x="6618" y="10402"/>
                </a:cxn>
                <a:cxn ang="0">
                  <a:pos x="13105" y="7035"/>
                </a:cxn>
                <a:cxn ang="0">
                  <a:pos x="19717" y="4106"/>
                </a:cxn>
                <a:cxn ang="0">
                  <a:pos x="26164" y="1692"/>
                </a:cxn>
                <a:cxn ang="0">
                  <a:pos x="31809" y="483"/>
                </a:cxn>
                <a:cxn ang="0">
                  <a:pos x="38230" y="0"/>
                </a:cxn>
                <a:cxn ang="0">
                  <a:pos x="44821" y="483"/>
                </a:cxn>
                <a:cxn ang="0">
                  <a:pos x="51444" y="1692"/>
                </a:cxn>
                <a:cxn ang="0">
                  <a:pos x="57948" y="4106"/>
                </a:cxn>
                <a:cxn ang="0">
                  <a:pos x="64538" y="7035"/>
                </a:cxn>
                <a:cxn ang="0">
                  <a:pos x="71168" y="10684"/>
                </a:cxn>
                <a:cxn ang="0">
                  <a:pos x="77610" y="14330"/>
                </a:cxn>
              </a:cxnLst>
              <a:rect l="txL" t="txT" r="txR" b="txB"/>
              <a:pathLst>
                <a:path w="659" h="433">
                  <a:moveTo>
                    <a:pt x="0" y="432"/>
                  </a:moveTo>
                  <a:lnTo>
                    <a:pt x="56" y="314"/>
                  </a:lnTo>
                  <a:lnTo>
                    <a:pt x="111" y="212"/>
                  </a:lnTo>
                  <a:lnTo>
                    <a:pt x="167" y="124"/>
                  </a:lnTo>
                  <a:lnTo>
                    <a:pt x="222" y="51"/>
                  </a:lnTo>
                  <a:lnTo>
                    <a:pt x="269" y="14"/>
                  </a:lnTo>
                  <a:lnTo>
                    <a:pt x="324" y="0"/>
                  </a:lnTo>
                  <a:lnTo>
                    <a:pt x="380" y="14"/>
                  </a:lnTo>
                  <a:lnTo>
                    <a:pt x="436" y="51"/>
                  </a:lnTo>
                  <a:lnTo>
                    <a:pt x="491" y="124"/>
                  </a:lnTo>
                  <a:lnTo>
                    <a:pt x="547" y="212"/>
                  </a:lnTo>
                  <a:lnTo>
                    <a:pt x="603" y="322"/>
                  </a:lnTo>
                  <a:lnTo>
                    <a:pt x="658" y="43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7181" name="Line 8"/>
            <p:cNvSpPr/>
            <p:nvPr/>
          </p:nvSpPr>
          <p:spPr>
            <a:xfrm>
              <a:off x="1671" y="1501"/>
              <a:ext cx="0" cy="288"/>
            </a:xfrm>
            <a:prstGeom prst="line">
              <a:avLst/>
            </a:prstGeom>
            <a:ln w="38100" cap="flat" cmpd="sng">
              <a:solidFill>
                <a:schemeClr val="tx1"/>
              </a:solidFill>
              <a:prstDash val="solid"/>
              <a:headEnd type="none" w="med" len="med"/>
              <a:tailEnd type="none" w="med" len="med"/>
            </a:ln>
          </p:spPr>
        </p:sp>
        <p:sp>
          <p:nvSpPr>
            <p:cNvPr id="7182" name="Line 9"/>
            <p:cNvSpPr/>
            <p:nvPr/>
          </p:nvSpPr>
          <p:spPr>
            <a:xfrm flipH="1">
              <a:off x="1856" y="1645"/>
              <a:ext cx="357" cy="0"/>
            </a:xfrm>
            <a:prstGeom prst="line">
              <a:avLst/>
            </a:prstGeom>
            <a:ln w="38100" cap="flat" cmpd="sng">
              <a:solidFill>
                <a:schemeClr val="tx1"/>
              </a:solidFill>
              <a:prstDash val="solid"/>
              <a:headEnd type="none" w="med" len="med"/>
              <a:tailEnd type="triangle" w="med" len="med"/>
            </a:ln>
          </p:spPr>
        </p:sp>
        <p:sp>
          <p:nvSpPr>
            <p:cNvPr id="7183" name="Line 10"/>
            <p:cNvSpPr/>
            <p:nvPr/>
          </p:nvSpPr>
          <p:spPr>
            <a:xfrm>
              <a:off x="1296" y="1645"/>
              <a:ext cx="357" cy="0"/>
            </a:xfrm>
            <a:prstGeom prst="line">
              <a:avLst/>
            </a:prstGeom>
            <a:ln w="38100" cap="flat" cmpd="sng">
              <a:solidFill>
                <a:schemeClr val="tx1"/>
              </a:solidFill>
              <a:prstDash val="solid"/>
              <a:headEnd type="none" w="med" len="med"/>
              <a:tailEnd type="triangle" w="med" len="med"/>
            </a:ln>
          </p:spPr>
        </p:sp>
        <p:sp>
          <p:nvSpPr>
            <p:cNvPr id="7184" name="Text Box 11"/>
            <p:cNvSpPr txBox="1"/>
            <p:nvPr/>
          </p:nvSpPr>
          <p:spPr>
            <a:xfrm>
              <a:off x="1593" y="1597"/>
              <a:ext cx="33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000" b="1" i="1" dirty="0">
                <a:latin typeface="Times New Roman" panose="02020603050405020304" pitchFamily="18" charset="0"/>
                <a:ea typeface="华文中宋" panose="02010600040101010101" pitchFamily="2" charset="-122"/>
              </a:endParaRPr>
            </a:p>
          </p:txBody>
        </p:sp>
        <p:sp>
          <p:nvSpPr>
            <p:cNvPr id="7185" name="Line 12"/>
            <p:cNvSpPr/>
            <p:nvPr/>
          </p:nvSpPr>
          <p:spPr>
            <a:xfrm>
              <a:off x="1856" y="1501"/>
              <a:ext cx="0" cy="288"/>
            </a:xfrm>
            <a:prstGeom prst="line">
              <a:avLst/>
            </a:prstGeom>
            <a:ln w="38100" cap="flat" cmpd="sng">
              <a:solidFill>
                <a:schemeClr val="tx1"/>
              </a:solidFill>
              <a:prstDash val="solid"/>
              <a:headEnd type="none" w="med" len="med"/>
              <a:tailEnd type="none" w="med" len="med"/>
            </a:ln>
          </p:spPr>
        </p:sp>
        <p:sp>
          <p:nvSpPr>
            <p:cNvPr id="7186" name="Text Box 13"/>
            <p:cNvSpPr txBox="1"/>
            <p:nvPr/>
          </p:nvSpPr>
          <p:spPr>
            <a:xfrm>
              <a:off x="1512" y="733"/>
              <a:ext cx="367"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b="1" i="1" dirty="0">
                  <a:latin typeface="Times New Roman" panose="02020603050405020304" pitchFamily="18" charset="0"/>
                  <a:ea typeface="华文中宋" panose="02010600040101010101" pitchFamily="2" charset="-122"/>
                </a:rPr>
                <a:t>I</a:t>
              </a:r>
              <a:r>
                <a:rPr lang="en-US" altLang="zh-CN" b="1" baseline="-25000" dirty="0">
                  <a:latin typeface="Times New Roman" panose="02020603050405020304" pitchFamily="18" charset="0"/>
                  <a:ea typeface="华文中宋" panose="02010600040101010101" pitchFamily="2" charset="-122"/>
                </a:rPr>
                <a:t>m</a:t>
              </a:r>
              <a:endParaRPr lang="en-US" altLang="zh-CN" b="1" dirty="0">
                <a:latin typeface="Times New Roman" panose="02020603050405020304" pitchFamily="18" charset="0"/>
                <a:ea typeface="华文中宋" panose="02010600040101010101" pitchFamily="2" charset="-122"/>
              </a:endParaRPr>
            </a:p>
          </p:txBody>
        </p:sp>
        <p:sp>
          <p:nvSpPr>
            <p:cNvPr id="7187" name="Line 14"/>
            <p:cNvSpPr/>
            <p:nvPr/>
          </p:nvSpPr>
          <p:spPr>
            <a:xfrm>
              <a:off x="1907" y="973"/>
              <a:ext cx="235" cy="0"/>
            </a:xfrm>
            <a:prstGeom prst="line">
              <a:avLst/>
            </a:prstGeom>
            <a:ln w="38100" cap="flat" cmpd="sng">
              <a:solidFill>
                <a:schemeClr val="tx1"/>
              </a:solidFill>
              <a:prstDash val="sysDot"/>
              <a:headEnd type="none" w="med" len="med"/>
              <a:tailEnd type="none" w="med" len="med"/>
            </a:ln>
          </p:spPr>
        </p:sp>
        <p:sp>
          <p:nvSpPr>
            <p:cNvPr id="7188" name="Text Box 15"/>
            <p:cNvSpPr txBox="1"/>
            <p:nvPr/>
          </p:nvSpPr>
          <p:spPr>
            <a:xfrm>
              <a:off x="2482" y="1276"/>
              <a:ext cx="221"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400" b="1" dirty="0">
                <a:latin typeface="Times New Roman" panose="02020603050405020304" pitchFamily="18" charset="0"/>
                <a:ea typeface="华文中宋" panose="02010600040101010101" pitchFamily="2" charset="-122"/>
              </a:endParaRPr>
            </a:p>
          </p:txBody>
        </p:sp>
        <p:sp>
          <p:nvSpPr>
            <p:cNvPr id="7189" name="Text Box 16"/>
            <p:cNvSpPr txBox="1"/>
            <p:nvPr/>
          </p:nvSpPr>
          <p:spPr>
            <a:xfrm>
              <a:off x="3430" y="1276"/>
              <a:ext cx="319"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2</a:t>
              </a:r>
              <a:endParaRPr lang="en-US" altLang="zh-CN" sz="2400" b="1" dirty="0">
                <a:latin typeface="Times New Roman" panose="02020603050405020304" pitchFamily="18" charset="0"/>
                <a:ea typeface="华文中宋" panose="02010600040101010101" pitchFamily="2" charset="-122"/>
              </a:endParaRPr>
            </a:p>
          </p:txBody>
        </p:sp>
        <p:sp>
          <p:nvSpPr>
            <p:cNvPr id="7190" name="Text Box 17"/>
            <p:cNvSpPr txBox="1"/>
            <p:nvPr/>
          </p:nvSpPr>
          <p:spPr>
            <a:xfrm>
              <a:off x="3276" y="1501"/>
              <a:ext cx="236"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T</a:t>
              </a:r>
              <a:endParaRPr lang="en-US" altLang="zh-CN" sz="2400" b="1" i="1" dirty="0">
                <a:latin typeface="Times New Roman" panose="02020603050405020304" pitchFamily="18" charset="0"/>
                <a:ea typeface="华文中宋" panose="02010600040101010101" pitchFamily="2" charset="-122"/>
              </a:endParaRPr>
            </a:p>
          </p:txBody>
        </p:sp>
        <p:sp>
          <p:nvSpPr>
            <p:cNvPr id="7191" name="Line 18"/>
            <p:cNvSpPr/>
            <p:nvPr/>
          </p:nvSpPr>
          <p:spPr>
            <a:xfrm flipH="1">
              <a:off x="3779" y="1645"/>
              <a:ext cx="409" cy="0"/>
            </a:xfrm>
            <a:prstGeom prst="line">
              <a:avLst/>
            </a:prstGeom>
            <a:ln w="38100" cap="flat" cmpd="sng">
              <a:solidFill>
                <a:schemeClr val="tx1"/>
              </a:solidFill>
              <a:prstDash val="solid"/>
              <a:headEnd type="triangle" w="med" len="med"/>
              <a:tailEnd type="none" w="med" len="med"/>
            </a:ln>
          </p:spPr>
        </p:sp>
        <p:sp>
          <p:nvSpPr>
            <p:cNvPr id="7192" name="Line 19"/>
            <p:cNvSpPr/>
            <p:nvPr/>
          </p:nvSpPr>
          <p:spPr>
            <a:xfrm>
              <a:off x="4212" y="1501"/>
              <a:ext cx="0" cy="277"/>
            </a:xfrm>
            <a:prstGeom prst="line">
              <a:avLst/>
            </a:prstGeom>
            <a:ln w="38100" cap="flat" cmpd="sng">
              <a:solidFill>
                <a:schemeClr val="tx1"/>
              </a:solidFill>
              <a:prstDash val="solid"/>
              <a:headEnd type="none" w="med" len="med"/>
              <a:tailEnd type="none" w="med" len="med"/>
            </a:ln>
          </p:spPr>
        </p:sp>
        <p:sp>
          <p:nvSpPr>
            <p:cNvPr id="7193" name="Line 20"/>
            <p:cNvSpPr/>
            <p:nvPr/>
          </p:nvSpPr>
          <p:spPr>
            <a:xfrm flipH="1">
              <a:off x="2533" y="1645"/>
              <a:ext cx="367" cy="0"/>
            </a:xfrm>
            <a:prstGeom prst="line">
              <a:avLst/>
            </a:prstGeom>
            <a:ln w="38100" cap="flat" cmpd="sng">
              <a:solidFill>
                <a:schemeClr val="tx1"/>
              </a:solidFill>
              <a:prstDash val="solid"/>
              <a:headEnd type="none" w="med" len="med"/>
              <a:tailEnd type="triangle" w="med" len="med"/>
            </a:ln>
          </p:spPr>
        </p:sp>
        <p:sp>
          <p:nvSpPr>
            <p:cNvPr id="7194" name="Line 21"/>
            <p:cNvSpPr/>
            <p:nvPr/>
          </p:nvSpPr>
          <p:spPr>
            <a:xfrm>
              <a:off x="2533" y="1501"/>
              <a:ext cx="0" cy="240"/>
            </a:xfrm>
            <a:prstGeom prst="line">
              <a:avLst/>
            </a:prstGeom>
            <a:ln w="38100" cap="flat" cmpd="sng">
              <a:solidFill>
                <a:schemeClr val="tx1"/>
              </a:solidFill>
              <a:prstDash val="solid"/>
              <a:headEnd type="none" w="med" len="med"/>
              <a:tailEnd type="none" w="med" len="med"/>
            </a:ln>
          </p:spPr>
        </p:sp>
        <p:sp>
          <p:nvSpPr>
            <p:cNvPr id="7195" name="Rectangle 22"/>
            <p:cNvSpPr/>
            <p:nvPr/>
          </p:nvSpPr>
          <p:spPr>
            <a:xfrm>
              <a:off x="1891" y="493"/>
              <a:ext cx="214" cy="367"/>
            </a:xfrm>
            <a:prstGeom prst="rect">
              <a:avLst/>
            </a:prstGeom>
            <a:noFill/>
            <a:ln w="38100">
              <a:noFill/>
            </a:ln>
          </p:spPr>
          <p:txBody>
            <a:bodyPr lIns="90488" tIns="44450" rIns="90488" bIns="4445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b="1" i="1" dirty="0">
                  <a:latin typeface="Times New Roman" panose="02020603050405020304" pitchFamily="18" charset="0"/>
                  <a:ea typeface="华文中宋" panose="02010600040101010101" pitchFamily="2" charset="-122"/>
                </a:rPr>
                <a:t>i</a:t>
              </a:r>
              <a:endParaRPr lang="en-US" altLang="zh-CN" b="1" i="1" dirty="0">
                <a:latin typeface="Times New Roman" panose="02020603050405020304" pitchFamily="18" charset="0"/>
                <a:ea typeface="华文中宋" panose="02010600040101010101" pitchFamily="2" charset="-122"/>
              </a:endParaRPr>
            </a:p>
          </p:txBody>
        </p:sp>
        <p:sp>
          <p:nvSpPr>
            <p:cNvPr id="7196" name="Line 23"/>
            <p:cNvSpPr/>
            <p:nvPr/>
          </p:nvSpPr>
          <p:spPr>
            <a:xfrm flipV="1">
              <a:off x="1854" y="639"/>
              <a:ext cx="0" cy="1294"/>
            </a:xfrm>
            <a:prstGeom prst="line">
              <a:avLst/>
            </a:prstGeom>
            <a:ln w="38100" cap="flat" cmpd="sng">
              <a:solidFill>
                <a:schemeClr val="tx1"/>
              </a:solidFill>
              <a:prstDash val="solid"/>
              <a:headEnd type="none" w="med" len="med"/>
              <a:tailEnd type="triangle" w="med" len="med"/>
            </a:ln>
          </p:spPr>
        </p:sp>
        <p:graphicFrame>
          <p:nvGraphicFramePr>
            <p:cNvPr id="7197" name="Object 24"/>
            <p:cNvGraphicFramePr>
              <a:graphicFrameLocks noChangeAspect="1"/>
            </p:cNvGraphicFramePr>
            <p:nvPr/>
          </p:nvGraphicFramePr>
          <p:xfrm>
            <a:off x="4476" y="1243"/>
            <a:ext cx="324" cy="239"/>
          </p:xfrm>
          <a:graphic>
            <a:graphicData uri="http://schemas.openxmlformats.org/presentationml/2006/ole">
              <mc:AlternateContent xmlns:mc="http://schemas.openxmlformats.org/markup-compatibility/2006">
                <mc:Choice xmlns:v="urn:schemas-microsoft-com:vml" Requires="v">
                  <p:oleObj spid="_x0000_s3078" name="" r:id="rId1" imgW="228600" imgH="152400" progId="Equation.3">
                    <p:embed/>
                  </p:oleObj>
                </mc:Choice>
                <mc:Fallback>
                  <p:oleObj name="" r:id="rId1" imgW="228600" imgH="152400" progId="Equation.3">
                    <p:embed/>
                    <p:pic>
                      <p:nvPicPr>
                        <p:cNvPr id="0" name="图片 3077"/>
                        <p:cNvPicPr/>
                        <p:nvPr/>
                      </p:nvPicPr>
                      <p:blipFill>
                        <a:blip r:embed="rId2"/>
                        <a:stretch>
                          <a:fillRect/>
                        </a:stretch>
                      </p:blipFill>
                      <p:spPr>
                        <a:xfrm>
                          <a:off x="4476" y="1243"/>
                          <a:ext cx="324" cy="239"/>
                        </a:xfrm>
                        <a:prstGeom prst="rect">
                          <a:avLst/>
                        </a:prstGeom>
                        <a:noFill/>
                        <a:ln w="38100">
                          <a:noFill/>
                          <a:miter/>
                        </a:ln>
                      </p:spPr>
                    </p:pic>
                  </p:oleObj>
                </mc:Fallback>
              </mc:AlternateContent>
            </a:graphicData>
          </a:graphic>
        </p:graphicFrame>
        <p:sp>
          <p:nvSpPr>
            <p:cNvPr id="7198" name="Line 25"/>
            <p:cNvSpPr/>
            <p:nvPr/>
          </p:nvSpPr>
          <p:spPr>
            <a:xfrm flipV="1">
              <a:off x="1544" y="1510"/>
              <a:ext cx="3144" cy="3"/>
            </a:xfrm>
            <a:prstGeom prst="line">
              <a:avLst/>
            </a:prstGeom>
            <a:ln w="38100" cap="flat" cmpd="sng">
              <a:solidFill>
                <a:schemeClr val="tx2"/>
              </a:solidFill>
              <a:prstDash val="solid"/>
              <a:headEnd type="none" w="med" len="med"/>
              <a:tailEnd type="triangle" w="med" len="med"/>
            </a:ln>
          </p:spPr>
        </p:sp>
        <p:sp>
          <p:nvSpPr>
            <p:cNvPr id="7199" name="Text Box 26"/>
            <p:cNvSpPr txBox="1"/>
            <p:nvPr/>
          </p:nvSpPr>
          <p:spPr>
            <a:xfrm>
              <a:off x="1858" y="1261"/>
              <a:ext cx="41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940059" name="Rectangle 27"/>
          <p:cNvSpPr/>
          <p:nvPr/>
        </p:nvSpPr>
        <p:spPr>
          <a:xfrm>
            <a:off x="381000" y="4267200"/>
            <a:ext cx="87630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要素</a:t>
            </a:r>
            <a:r>
              <a:rPr lang="en-US" altLang="zh-CN" sz="2400" b="1" dirty="0">
                <a:solidFill>
                  <a:srgbClr val="FF0000"/>
                </a:solidFill>
                <a:latin typeface="Times New Roman" panose="02020603050405020304" pitchFamily="18" charset="0"/>
                <a:ea typeface="华文中宋" panose="02010600040101010101" pitchFamily="2" charset="-122"/>
              </a:rPr>
              <a:t>2</a:t>
            </a:r>
            <a:r>
              <a:rPr lang="zh-CN" altLang="en-US" sz="2400" b="1" dirty="0">
                <a:solidFill>
                  <a:srgbClr val="FF0000"/>
                </a:solidFill>
                <a:latin typeface="Times New Roman" panose="02020603050405020304" pitchFamily="18" charset="0"/>
                <a:ea typeface="华文中宋" panose="02010600040101010101" pitchFamily="2" charset="-122"/>
              </a:rPr>
              <a:t>：角频率</a:t>
            </a:r>
            <a:r>
              <a:rPr lang="en-US" altLang="zh-CN" sz="2400" b="1" dirty="0">
                <a:solidFill>
                  <a:srgbClr val="FF0000"/>
                </a:solidFill>
                <a:latin typeface="Times New Roman" panose="02020603050405020304" pitchFamily="18" charset="0"/>
                <a:ea typeface="华文中宋" panose="02010600040101010101" pitchFamily="2" charset="-122"/>
              </a:rPr>
              <a:t>ω </a:t>
            </a:r>
            <a:r>
              <a:rPr lang="zh-CN" altLang="en-US" sz="2400" b="1" dirty="0">
                <a:solidFill>
                  <a:srgbClr val="FF0000"/>
                </a:solidFill>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单位时间内正弦函数变化的角度，单位</a:t>
            </a:r>
            <a:r>
              <a:rPr lang="en-US" altLang="zh-CN" sz="2400" b="1" dirty="0">
                <a:latin typeface="Times New Roman" panose="02020603050405020304" pitchFamily="18" charset="0"/>
                <a:ea typeface="华文中宋" panose="02010600040101010101" pitchFamily="2" charset="-122"/>
              </a:rPr>
              <a:t>rad/s</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940060" name="Object 28"/>
          <p:cNvGraphicFramePr>
            <a:graphicFrameLocks noChangeAspect="1"/>
          </p:cNvGraphicFramePr>
          <p:nvPr/>
        </p:nvGraphicFramePr>
        <p:xfrm>
          <a:off x="2371725" y="4875213"/>
          <a:ext cx="1524000" cy="1044575"/>
        </p:xfrm>
        <a:graphic>
          <a:graphicData uri="http://schemas.openxmlformats.org/presentationml/2006/ole">
            <mc:AlternateContent xmlns:mc="http://schemas.openxmlformats.org/markup-compatibility/2006">
              <mc:Choice xmlns:v="urn:schemas-microsoft-com:vml" Requires="v">
                <p:oleObj spid="_x0000_s3080" name="" r:id="rId3" imgW="508000" imgH="393700" progId="Equation.DSMT4">
                  <p:embed/>
                </p:oleObj>
              </mc:Choice>
              <mc:Fallback>
                <p:oleObj name="" r:id="rId3" imgW="508000" imgH="393700" progId="Equation.DSMT4">
                  <p:embed/>
                  <p:pic>
                    <p:nvPicPr>
                      <p:cNvPr id="0" name="图片 3079"/>
                      <p:cNvPicPr/>
                      <p:nvPr/>
                    </p:nvPicPr>
                    <p:blipFill>
                      <a:blip r:embed="rId4"/>
                      <a:stretch>
                        <a:fillRect/>
                      </a:stretch>
                    </p:blipFill>
                    <p:spPr>
                      <a:xfrm>
                        <a:off x="2371725" y="4875213"/>
                        <a:ext cx="1524000" cy="1044575"/>
                      </a:xfrm>
                      <a:prstGeom prst="rect">
                        <a:avLst/>
                      </a:prstGeom>
                      <a:noFill/>
                      <a:ln w="38100">
                        <a:noFill/>
                        <a:miter/>
                      </a:ln>
                    </p:spPr>
                  </p:pic>
                </p:oleObj>
              </mc:Fallback>
            </mc:AlternateContent>
          </a:graphicData>
        </a:graphic>
      </p:graphicFrame>
      <p:graphicFrame>
        <p:nvGraphicFramePr>
          <p:cNvPr id="940061" name="Object 29"/>
          <p:cNvGraphicFramePr>
            <a:graphicFrameLocks noChangeAspect="1"/>
          </p:cNvGraphicFramePr>
          <p:nvPr/>
        </p:nvGraphicFramePr>
        <p:xfrm>
          <a:off x="3925888" y="5159375"/>
          <a:ext cx="1274762" cy="533400"/>
        </p:xfrm>
        <a:graphic>
          <a:graphicData uri="http://schemas.openxmlformats.org/presentationml/2006/ole">
            <mc:AlternateContent xmlns:mc="http://schemas.openxmlformats.org/markup-compatibility/2006">
              <mc:Choice xmlns:v="urn:schemas-microsoft-com:vml" Requires="v">
                <p:oleObj spid="_x0000_s3079" name="" r:id="rId5" imgW="444500" imgH="203200" progId="Equation.DSMT4">
                  <p:embed/>
                </p:oleObj>
              </mc:Choice>
              <mc:Fallback>
                <p:oleObj name="" r:id="rId5" imgW="444500" imgH="203200" progId="Equation.DSMT4">
                  <p:embed/>
                  <p:pic>
                    <p:nvPicPr>
                      <p:cNvPr id="0" name="图片 3078"/>
                      <p:cNvPicPr/>
                      <p:nvPr/>
                    </p:nvPicPr>
                    <p:blipFill>
                      <a:blip r:embed="rId6"/>
                      <a:stretch>
                        <a:fillRect/>
                      </a:stretch>
                    </p:blipFill>
                    <p:spPr>
                      <a:xfrm>
                        <a:off x="3925888" y="5159375"/>
                        <a:ext cx="1274762" cy="533400"/>
                      </a:xfrm>
                      <a:prstGeom prst="rect">
                        <a:avLst/>
                      </a:prstGeom>
                      <a:noFill/>
                      <a:ln w="38100">
                        <a:noFill/>
                        <a:miter/>
                      </a:ln>
                    </p:spPr>
                  </p:pic>
                </p:oleObj>
              </mc:Fallback>
            </mc:AlternateContent>
          </a:graphicData>
        </a:graphic>
      </p:graphicFrame>
      <p:sp>
        <p:nvSpPr>
          <p:cNvPr id="7177" name="Text Box 4"/>
          <p:cNvSpPr txBox="1"/>
          <p:nvPr/>
        </p:nvSpPr>
        <p:spPr>
          <a:xfrm>
            <a:off x="5445125" y="146050"/>
            <a:ext cx="274161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000000"/>
                </a:solidFill>
                <a:latin typeface="Times New Roman" panose="02020603050405020304" pitchFamily="18" charset="0"/>
                <a:ea typeface="华文中宋" panose="02010600040101010101" pitchFamily="2" charset="-122"/>
              </a:rPr>
              <a:t>u=U</a:t>
            </a:r>
            <a:r>
              <a:rPr lang="en-US" altLang="zh-CN" sz="2400" b="1" i="1" baseline="-25000" dirty="0">
                <a:solidFill>
                  <a:srgbClr val="000000"/>
                </a:solidFill>
                <a:latin typeface="Times New Roman" panose="02020603050405020304" pitchFamily="18" charset="0"/>
                <a:ea typeface="华文中宋" panose="02010600040101010101" pitchFamily="2" charset="-122"/>
              </a:rPr>
              <a:t>m</a:t>
            </a:r>
            <a:r>
              <a:rPr lang="en-US" altLang="zh-CN" sz="2400" b="1" i="1" dirty="0">
                <a:solidFill>
                  <a:srgbClr val="000000"/>
                </a:solidFill>
                <a:latin typeface="Times New Roman" panose="02020603050405020304" pitchFamily="18" charset="0"/>
                <a:ea typeface="华文中宋" panose="02010600040101010101" pitchFamily="2" charset="-122"/>
              </a:rPr>
              <a:t> </a:t>
            </a:r>
            <a:r>
              <a:rPr lang="en-US" altLang="zh-CN" sz="2400" b="1" dirty="0">
                <a:solidFill>
                  <a:srgbClr val="000000"/>
                </a:solidFill>
                <a:latin typeface="Times New Roman" panose="02020603050405020304" pitchFamily="18" charset="0"/>
                <a:ea typeface="华文中宋" panose="02010600040101010101" pitchFamily="2" charset="-122"/>
              </a:rPr>
              <a:t>sin(</a:t>
            </a:r>
            <a:r>
              <a:rPr lang="en-US" altLang="zh-CN" sz="2400" b="1" i="1" dirty="0">
                <a:solidFill>
                  <a:srgbClr val="000000"/>
                </a:solidFill>
                <a:latin typeface="Times New Roman" panose="02020603050405020304" pitchFamily="18" charset="0"/>
                <a:ea typeface="华文中宋" panose="02010600040101010101" pitchFamily="2" charset="-122"/>
              </a:rPr>
              <a:t>ωt+ψ</a:t>
            </a:r>
            <a:r>
              <a:rPr lang="en-US" altLang="zh-CN" sz="2400" b="1" i="1" baseline="-25000" dirty="0">
                <a:solidFill>
                  <a:srgbClr val="000000"/>
                </a:solidFill>
                <a:latin typeface="Times New Roman" panose="02020603050405020304" pitchFamily="18" charset="0"/>
                <a:ea typeface="华文中宋" panose="02010600040101010101" pitchFamily="2" charset="-122"/>
              </a:rPr>
              <a:t>u</a:t>
            </a:r>
            <a:r>
              <a:rPr lang="en-US" altLang="zh-CN" sz="2400" b="1" dirty="0">
                <a:solidFill>
                  <a:srgbClr val="000000"/>
                </a:solidFill>
                <a:latin typeface="Times New Roman" panose="02020603050405020304" pitchFamily="18" charset="0"/>
                <a:ea typeface="华文中宋" panose="02010600040101010101" pitchFamily="2" charset="-122"/>
              </a:rPr>
              <a:t>)</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0" lvl="0" indent="0" eaLnBrk="1" hangingPunct="1">
              <a:spcBef>
                <a:spcPct val="50000"/>
              </a:spcBef>
              <a:buClrTx/>
              <a:buSzTx/>
              <a:buFontTx/>
              <a:buNone/>
            </a:pPr>
            <a:r>
              <a:rPr lang="en-US" altLang="zh-CN" sz="2400" b="1" i="1" dirty="0">
                <a:solidFill>
                  <a:srgbClr val="000000"/>
                </a:solidFill>
                <a:latin typeface="Times New Roman" panose="02020603050405020304" pitchFamily="18" charset="0"/>
                <a:ea typeface="华文中宋" panose="02010600040101010101" pitchFamily="2" charset="-122"/>
              </a:rPr>
              <a:t>  i=I</a:t>
            </a:r>
            <a:r>
              <a:rPr lang="en-US" altLang="zh-CN" sz="2400" b="1" i="1" baseline="-25000" dirty="0">
                <a:solidFill>
                  <a:srgbClr val="000000"/>
                </a:solidFill>
                <a:latin typeface="Times New Roman" panose="02020603050405020304" pitchFamily="18" charset="0"/>
                <a:ea typeface="华文中宋" panose="02010600040101010101" pitchFamily="2" charset="-122"/>
              </a:rPr>
              <a:t>m</a:t>
            </a:r>
            <a:r>
              <a:rPr lang="en-US" altLang="zh-CN" sz="2400" b="1" i="1" dirty="0">
                <a:solidFill>
                  <a:srgbClr val="000000"/>
                </a:solidFill>
                <a:latin typeface="Times New Roman" panose="02020603050405020304" pitchFamily="18" charset="0"/>
                <a:ea typeface="华文中宋" panose="02010600040101010101" pitchFamily="2" charset="-122"/>
              </a:rPr>
              <a:t> </a:t>
            </a:r>
            <a:r>
              <a:rPr lang="en-US" altLang="zh-CN" sz="2400" b="1" dirty="0">
                <a:solidFill>
                  <a:srgbClr val="000000"/>
                </a:solidFill>
                <a:latin typeface="Times New Roman" panose="02020603050405020304" pitchFamily="18" charset="0"/>
                <a:ea typeface="华文中宋" panose="02010600040101010101" pitchFamily="2" charset="-122"/>
              </a:rPr>
              <a:t>sin(</a:t>
            </a:r>
            <a:r>
              <a:rPr lang="en-US" altLang="zh-CN" sz="2400" b="1" i="1" dirty="0">
                <a:solidFill>
                  <a:srgbClr val="000000"/>
                </a:solidFill>
                <a:latin typeface="Times New Roman" panose="02020603050405020304" pitchFamily="18" charset="0"/>
                <a:ea typeface="华文中宋" panose="02010600040101010101" pitchFamily="2" charset="-122"/>
              </a:rPr>
              <a:t>ωt+ψ</a:t>
            </a:r>
            <a:r>
              <a:rPr lang="en-US" altLang="zh-CN" sz="2400" b="1" i="1" baseline="-25000" dirty="0">
                <a:solidFill>
                  <a:srgbClr val="000000"/>
                </a:solidFill>
                <a:latin typeface="Times New Roman" panose="02020603050405020304" pitchFamily="18" charset="0"/>
                <a:ea typeface="华文中宋" panose="02010600040101010101" pitchFamily="2" charset="-122"/>
              </a:rPr>
              <a:t>i</a:t>
            </a:r>
            <a:r>
              <a:rPr lang="en-US" altLang="zh-CN" sz="2400" b="1" dirty="0">
                <a:solidFill>
                  <a:srgbClr val="000000"/>
                </a:solidFill>
                <a:latin typeface="Times New Roman" panose="02020603050405020304" pitchFamily="18" charset="0"/>
                <a:ea typeface="华文中宋" panose="02010600040101010101" pitchFamily="2" charset="-122"/>
              </a:rPr>
              <a:t>)</a:t>
            </a:r>
            <a:endParaRPr lang="en-US" altLang="zh-CN" sz="2400" b="1" dirty="0">
              <a:solidFill>
                <a:srgbClr val="00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0035"/>
                                        </p:tgtEl>
                                        <p:attrNameLst>
                                          <p:attrName>style.visibility</p:attrName>
                                        </p:attrNameLst>
                                      </p:cBhvr>
                                      <p:to>
                                        <p:strVal val="visible"/>
                                      </p:to>
                                    </p:set>
                                    <p:animEffect transition="in" filter="wipe(left)">
                                      <p:cBhvr>
                                        <p:cTn id="7" dur="500"/>
                                        <p:tgtEl>
                                          <p:spTgt spid="94003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40034"/>
                                        </p:tgtEl>
                                        <p:attrNameLst>
                                          <p:attrName>style.visibility</p:attrName>
                                        </p:attrNameLst>
                                      </p:cBhvr>
                                      <p:to>
                                        <p:strVal val="visible"/>
                                      </p:to>
                                    </p:set>
                                    <p:animEffect transition="in" filter="wipe(left)">
                                      <p:cBhvr>
                                        <p:cTn id="16" dur="500"/>
                                        <p:tgtEl>
                                          <p:spTgt spid="9400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0059"/>
                                        </p:tgtEl>
                                        <p:attrNameLst>
                                          <p:attrName>style.visibility</p:attrName>
                                        </p:attrNameLst>
                                      </p:cBhvr>
                                      <p:to>
                                        <p:strVal val="visible"/>
                                      </p:to>
                                    </p:set>
                                    <p:animEffect transition="in" filter="wipe(left)">
                                      <p:cBhvr>
                                        <p:cTn id="21" dur="500"/>
                                        <p:tgtEl>
                                          <p:spTgt spid="94005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40060"/>
                                        </p:tgtEl>
                                        <p:attrNameLst>
                                          <p:attrName>style.visibility</p:attrName>
                                        </p:attrNameLst>
                                      </p:cBhvr>
                                      <p:to>
                                        <p:strVal val="visible"/>
                                      </p:to>
                                    </p:set>
                                    <p:animEffect transition="in" filter="wipe(left)">
                                      <p:cBhvr>
                                        <p:cTn id="26" dur="500"/>
                                        <p:tgtEl>
                                          <p:spTgt spid="94006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40061"/>
                                        </p:tgtEl>
                                        <p:attrNameLst>
                                          <p:attrName>style.visibility</p:attrName>
                                        </p:attrNameLst>
                                      </p:cBhvr>
                                      <p:to>
                                        <p:strVal val="visible"/>
                                      </p:to>
                                    </p:set>
                                    <p:animEffect transition="in" filter="wipe(left)">
                                      <p:cBhvr>
                                        <p:cTn id="31" dur="500"/>
                                        <p:tgtEl>
                                          <p:spTgt spid="940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4" grpId="0"/>
      <p:bldP spid="940035" grpId="0"/>
      <p:bldP spid="9400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6"/>
          <p:cNvSpPr txBox="1">
            <a:spLocks noGrp="1"/>
          </p:cNvSpPr>
          <p:nvPr>
            <p:ph type="sldNum" sz="quarter" idx="4"/>
          </p:nvPr>
        </p:nvSpPr>
        <p:spPr>
          <a:xfrm>
            <a:off x="6643688" y="6364288"/>
            <a:ext cx="2289175" cy="476250"/>
          </a:xfrm>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41058" name="Rectangle 2"/>
          <p:cNvSpPr/>
          <p:nvPr/>
        </p:nvSpPr>
        <p:spPr>
          <a:xfrm>
            <a:off x="250825" y="1831975"/>
            <a:ext cx="8839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要素</a:t>
            </a:r>
            <a:r>
              <a:rPr lang="en-US" altLang="zh-CN" sz="2400" b="1" dirty="0">
                <a:solidFill>
                  <a:srgbClr val="FF0000"/>
                </a:solidFill>
                <a:latin typeface="Times New Roman" panose="02020603050405020304" pitchFamily="18" charset="0"/>
                <a:ea typeface="华文中宋" panose="02010600040101010101" pitchFamily="2" charset="-122"/>
              </a:rPr>
              <a:t>3</a:t>
            </a:r>
            <a:r>
              <a:rPr lang="zh-CN" altLang="en-US" sz="2400" b="1" dirty="0">
                <a:solidFill>
                  <a:srgbClr val="FF0000"/>
                </a:solidFill>
                <a:latin typeface="Times New Roman" panose="02020603050405020304" pitchFamily="18" charset="0"/>
                <a:ea typeface="华文中宋" panose="02010600040101010101" pitchFamily="2" charset="-122"/>
              </a:rPr>
              <a:t>：初相位（又称初相角），</a:t>
            </a:r>
            <a:r>
              <a:rPr lang="zh-CN" altLang="en-US" sz="2400" b="1" dirty="0">
                <a:solidFill>
                  <a:srgbClr val="FF0000"/>
                </a:solidFill>
                <a:latin typeface="Times New Roman" panose="02020603050405020304" pitchFamily="18" charset="0"/>
                <a:ea typeface="华文中宋" panose="02010600040101010101" pitchFamily="2" charset="-122"/>
              </a:rPr>
              <a:t>表示正弦量在</a:t>
            </a:r>
            <a:r>
              <a:rPr lang="en-US" altLang="zh-CN" sz="2400" b="1" i="1" dirty="0">
                <a:solidFill>
                  <a:srgbClr val="FF0000"/>
                </a:solidFill>
                <a:latin typeface="Times New Roman" panose="02020603050405020304" pitchFamily="18" charset="0"/>
                <a:ea typeface="华文中宋" panose="02010600040101010101" pitchFamily="2" charset="-122"/>
              </a:rPr>
              <a:t>t</a:t>
            </a:r>
            <a:r>
              <a:rPr lang="en-US" altLang="zh-CN" sz="2400" b="1" dirty="0">
                <a:solidFill>
                  <a:srgbClr val="FF0000"/>
                </a:solidFill>
                <a:latin typeface="Times New Roman" panose="02020603050405020304" pitchFamily="18" charset="0"/>
                <a:ea typeface="华文中宋" panose="02010600040101010101" pitchFamily="2" charset="-122"/>
              </a:rPr>
              <a:t>=0</a:t>
            </a:r>
            <a:r>
              <a:rPr lang="zh-CN" altLang="en-US" sz="2400" b="1" dirty="0">
                <a:solidFill>
                  <a:srgbClr val="FF0000"/>
                </a:solidFill>
                <a:latin typeface="Times New Roman" panose="02020603050405020304" pitchFamily="18" charset="0"/>
                <a:ea typeface="华文中宋" panose="02010600040101010101" pitchFamily="2" charset="-122"/>
              </a:rPr>
              <a:t>时刻的相角。</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
        <p:nvSpPr>
          <p:cNvPr id="941059" name="Rectangle 3"/>
          <p:cNvSpPr/>
          <p:nvPr/>
        </p:nvSpPr>
        <p:spPr>
          <a:xfrm>
            <a:off x="250825" y="2459038"/>
            <a:ext cx="8534400" cy="939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buClrTx/>
              <a:buSzTx/>
              <a:buFontTx/>
              <a:buNone/>
            </a:pPr>
            <a:r>
              <a:rPr lang="zh-CN" altLang="en-US" sz="2400" b="1" dirty="0">
                <a:latin typeface="Times New Roman" panose="02020603050405020304" pitchFamily="18" charset="0"/>
                <a:ea typeface="华文中宋" panose="02010600040101010101" pitchFamily="2" charset="-122"/>
              </a:rPr>
              <a:t>       初相位是波形起点到坐标原点的角度，</a:t>
            </a:r>
            <a:r>
              <a:rPr lang="zh-CN" altLang="en-US" sz="2400" b="1" dirty="0">
                <a:solidFill>
                  <a:srgbClr val="33CC33"/>
                </a:solidFill>
                <a:latin typeface="Times New Roman" panose="02020603050405020304" pitchFamily="18" charset="0"/>
                <a:ea typeface="华文中宋" panose="02010600040101010101" pitchFamily="2" charset="-122"/>
              </a:rPr>
              <a:t>且波形起点在原点左侧初相</a:t>
            </a:r>
            <a:r>
              <a:rPr lang="zh-CN" altLang="en-US" sz="2400" b="1" dirty="0">
                <a:solidFill>
                  <a:srgbClr val="33CC33"/>
                </a:solidFill>
                <a:latin typeface="Times New Roman" panose="02020603050405020304" pitchFamily="18" charset="0"/>
                <a:ea typeface="华文中宋" panose="02010600040101010101" pitchFamily="2" charset="-122"/>
                <a:sym typeface="Symbol" panose="05050102010706020507" pitchFamily="18" charset="2"/>
              </a:rPr>
              <a:t> </a:t>
            </a:r>
            <a:r>
              <a:rPr lang="en-US" altLang="zh-CN" sz="2400" b="1" dirty="0">
                <a:solidFill>
                  <a:srgbClr val="33CC33"/>
                </a:solidFill>
                <a:latin typeface="Times New Roman" panose="02020603050405020304" pitchFamily="18" charset="0"/>
                <a:ea typeface="华文中宋" panose="02010600040101010101" pitchFamily="2" charset="-122"/>
                <a:sym typeface="Symbol" panose="05050102010706020507" pitchFamily="18" charset="2"/>
              </a:rPr>
              <a:t>&gt; 0</a:t>
            </a:r>
            <a:r>
              <a:rPr lang="zh-CN" altLang="en-US" sz="2400" b="1" dirty="0">
                <a:solidFill>
                  <a:srgbClr val="33CC33"/>
                </a:solidFill>
                <a:latin typeface="Times New Roman" panose="02020603050405020304" pitchFamily="18" charset="0"/>
                <a:ea typeface="华文中宋" panose="02010600040101010101" pitchFamily="2" charset="-122"/>
              </a:rPr>
              <a:t>；反之</a:t>
            </a:r>
            <a:r>
              <a:rPr lang="zh-CN" altLang="en-US" sz="2400" b="1" dirty="0">
                <a:solidFill>
                  <a:srgbClr val="33CC33"/>
                </a:solidFill>
                <a:latin typeface="Times New Roman" panose="02020603050405020304" pitchFamily="18" charset="0"/>
                <a:ea typeface="华文中宋" panose="02010600040101010101" pitchFamily="2" charset="-122"/>
                <a:sym typeface="Symbol" panose="05050102010706020507" pitchFamily="18" charset="2"/>
              </a:rPr>
              <a:t> </a:t>
            </a:r>
            <a:r>
              <a:rPr lang="en-US" altLang="zh-CN" sz="2400" b="1" dirty="0">
                <a:solidFill>
                  <a:srgbClr val="33CC33"/>
                </a:solidFill>
                <a:latin typeface="Times New Roman" panose="02020603050405020304" pitchFamily="18" charset="0"/>
                <a:ea typeface="华文中宋" panose="02010600040101010101" pitchFamily="2" charset="-122"/>
                <a:sym typeface="Symbol" panose="05050102010706020507" pitchFamily="18" charset="2"/>
              </a:rPr>
              <a:t>&lt; 0</a:t>
            </a:r>
            <a:r>
              <a:rPr lang="zh-CN" altLang="en-US" sz="2400" b="1" dirty="0">
                <a:solidFill>
                  <a:srgbClr val="33CC33"/>
                </a:solidFill>
                <a:latin typeface="Times New Roman" panose="02020603050405020304" pitchFamily="18" charset="0"/>
                <a:ea typeface="华文中宋" panose="02010600040101010101" pitchFamily="2" charset="-122"/>
              </a:rPr>
              <a:t>，</a:t>
            </a:r>
            <a:r>
              <a:rPr lang="zh-CN" altLang="en-US" sz="2400" b="1" dirty="0">
                <a:solidFill>
                  <a:srgbClr val="FF0000"/>
                </a:solidFill>
                <a:latin typeface="Times New Roman" panose="02020603050405020304" pitchFamily="18" charset="0"/>
                <a:ea typeface="华文中宋" panose="02010600040101010101" pitchFamily="2" charset="-122"/>
              </a:rPr>
              <a:t>初相角不大于</a:t>
            </a:r>
            <a:r>
              <a:rPr lang="zh-CN" altLang="en-US" sz="2400" b="1" dirty="0">
                <a:solidFill>
                  <a:srgbClr val="FF0000"/>
                </a:solidFill>
                <a:latin typeface="Times New Roman" panose="02020603050405020304" pitchFamily="18" charset="0"/>
                <a:ea typeface="华文中宋" panose="02010600040101010101" pitchFamily="2" charset="-122"/>
                <a:sym typeface="Symbol" panose="05050102010706020507" pitchFamily="18" charset="2"/>
              </a:rPr>
              <a:t></a:t>
            </a:r>
            <a:r>
              <a:rPr lang="zh-CN" altLang="en-US" sz="2400" b="1" dirty="0">
                <a:solidFill>
                  <a:srgbClr val="FF0000"/>
                </a:solidFill>
                <a:latin typeface="Times New Roman" panose="02020603050405020304" pitchFamily="18" charset="0"/>
                <a:ea typeface="华文中宋" panose="02010600040101010101" pitchFamily="2" charset="-122"/>
              </a:rPr>
              <a:t>。</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pic>
        <p:nvPicPr>
          <p:cNvPr id="941062" name="Picture 6"/>
          <p:cNvPicPr>
            <a:picLocks noChangeAspect="1"/>
          </p:cNvPicPr>
          <p:nvPr/>
        </p:nvPicPr>
        <p:blipFill>
          <a:blip r:embed="rId1"/>
          <a:stretch>
            <a:fillRect/>
          </a:stretch>
        </p:blipFill>
        <p:spPr>
          <a:xfrm>
            <a:off x="2360613" y="3635375"/>
            <a:ext cx="4310062" cy="2244725"/>
          </a:xfrm>
          <a:prstGeom prst="rect">
            <a:avLst/>
          </a:prstGeom>
          <a:noFill/>
          <a:ln w="9525">
            <a:noFill/>
          </a:ln>
        </p:spPr>
      </p:pic>
      <p:sp>
        <p:nvSpPr>
          <p:cNvPr id="8198" name="Text Box 4"/>
          <p:cNvSpPr txBox="1"/>
          <p:nvPr/>
        </p:nvSpPr>
        <p:spPr>
          <a:xfrm>
            <a:off x="3203575" y="644525"/>
            <a:ext cx="274161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000000"/>
                </a:solidFill>
                <a:latin typeface="Times New Roman" panose="02020603050405020304" pitchFamily="18" charset="0"/>
                <a:ea typeface="华文中宋" panose="02010600040101010101" pitchFamily="2" charset="-122"/>
              </a:rPr>
              <a:t>u=U</a:t>
            </a:r>
            <a:r>
              <a:rPr lang="en-US" altLang="zh-CN" sz="2400" b="1" i="1" baseline="-25000" dirty="0">
                <a:solidFill>
                  <a:srgbClr val="000000"/>
                </a:solidFill>
                <a:latin typeface="Times New Roman" panose="02020603050405020304" pitchFamily="18" charset="0"/>
                <a:ea typeface="华文中宋" panose="02010600040101010101" pitchFamily="2" charset="-122"/>
              </a:rPr>
              <a:t>m</a:t>
            </a:r>
            <a:r>
              <a:rPr lang="en-US" altLang="zh-CN" sz="2400" b="1" i="1" dirty="0">
                <a:solidFill>
                  <a:srgbClr val="000000"/>
                </a:solidFill>
                <a:latin typeface="Times New Roman" panose="02020603050405020304" pitchFamily="18" charset="0"/>
                <a:ea typeface="华文中宋" panose="02010600040101010101" pitchFamily="2" charset="-122"/>
              </a:rPr>
              <a:t> </a:t>
            </a:r>
            <a:r>
              <a:rPr lang="en-US" altLang="zh-CN" sz="2400" b="1" dirty="0">
                <a:solidFill>
                  <a:srgbClr val="000000"/>
                </a:solidFill>
                <a:latin typeface="Times New Roman" panose="02020603050405020304" pitchFamily="18" charset="0"/>
                <a:ea typeface="华文中宋" panose="02010600040101010101" pitchFamily="2" charset="-122"/>
              </a:rPr>
              <a:t>sin(</a:t>
            </a:r>
            <a:r>
              <a:rPr lang="en-US" altLang="zh-CN" sz="2400" b="1" i="1" dirty="0">
                <a:solidFill>
                  <a:srgbClr val="000000"/>
                </a:solidFill>
                <a:latin typeface="Times New Roman" panose="02020603050405020304" pitchFamily="18" charset="0"/>
                <a:ea typeface="华文中宋" panose="02010600040101010101" pitchFamily="2" charset="-122"/>
              </a:rPr>
              <a:t>ωt+ψ</a:t>
            </a:r>
            <a:r>
              <a:rPr lang="en-US" altLang="zh-CN" sz="2400" b="1" i="1" baseline="-25000" dirty="0">
                <a:solidFill>
                  <a:srgbClr val="000000"/>
                </a:solidFill>
                <a:latin typeface="Times New Roman" panose="02020603050405020304" pitchFamily="18" charset="0"/>
                <a:ea typeface="华文中宋" panose="02010600040101010101" pitchFamily="2" charset="-122"/>
              </a:rPr>
              <a:t>u</a:t>
            </a:r>
            <a:r>
              <a:rPr lang="en-US" altLang="zh-CN" sz="2400" b="1" dirty="0">
                <a:solidFill>
                  <a:srgbClr val="000000"/>
                </a:solidFill>
                <a:latin typeface="Times New Roman" panose="02020603050405020304" pitchFamily="18" charset="0"/>
                <a:ea typeface="华文中宋" panose="02010600040101010101" pitchFamily="2" charset="-122"/>
              </a:rPr>
              <a:t>)</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0" lvl="0" indent="0" eaLnBrk="1" hangingPunct="1">
              <a:spcBef>
                <a:spcPct val="50000"/>
              </a:spcBef>
              <a:buClrTx/>
              <a:buSzTx/>
              <a:buFontTx/>
              <a:buNone/>
            </a:pPr>
            <a:r>
              <a:rPr lang="en-US" altLang="zh-CN" sz="2400" b="1" i="1" dirty="0">
                <a:solidFill>
                  <a:srgbClr val="000000"/>
                </a:solidFill>
                <a:latin typeface="Times New Roman" panose="02020603050405020304" pitchFamily="18" charset="0"/>
                <a:ea typeface="华文中宋" panose="02010600040101010101" pitchFamily="2" charset="-122"/>
              </a:rPr>
              <a:t>  i=I</a:t>
            </a:r>
            <a:r>
              <a:rPr lang="en-US" altLang="zh-CN" sz="2400" b="1" i="1" baseline="-25000" dirty="0">
                <a:solidFill>
                  <a:srgbClr val="000000"/>
                </a:solidFill>
                <a:latin typeface="Times New Roman" panose="02020603050405020304" pitchFamily="18" charset="0"/>
                <a:ea typeface="华文中宋" panose="02010600040101010101" pitchFamily="2" charset="-122"/>
              </a:rPr>
              <a:t>m</a:t>
            </a:r>
            <a:r>
              <a:rPr lang="en-US" altLang="zh-CN" sz="2400" b="1" i="1" dirty="0">
                <a:solidFill>
                  <a:srgbClr val="000000"/>
                </a:solidFill>
                <a:latin typeface="Times New Roman" panose="02020603050405020304" pitchFamily="18" charset="0"/>
                <a:ea typeface="华文中宋" panose="02010600040101010101" pitchFamily="2" charset="-122"/>
              </a:rPr>
              <a:t> </a:t>
            </a:r>
            <a:r>
              <a:rPr lang="en-US" altLang="zh-CN" sz="2400" b="1" dirty="0">
                <a:solidFill>
                  <a:srgbClr val="000000"/>
                </a:solidFill>
                <a:latin typeface="Times New Roman" panose="02020603050405020304" pitchFamily="18" charset="0"/>
                <a:ea typeface="华文中宋" panose="02010600040101010101" pitchFamily="2" charset="-122"/>
              </a:rPr>
              <a:t>sin(</a:t>
            </a:r>
            <a:r>
              <a:rPr lang="en-US" altLang="zh-CN" sz="2400" b="1" i="1" dirty="0">
                <a:solidFill>
                  <a:srgbClr val="000000"/>
                </a:solidFill>
                <a:latin typeface="Times New Roman" panose="02020603050405020304" pitchFamily="18" charset="0"/>
                <a:ea typeface="华文中宋" panose="02010600040101010101" pitchFamily="2" charset="-122"/>
              </a:rPr>
              <a:t>ωt+ψ</a:t>
            </a:r>
            <a:r>
              <a:rPr lang="en-US" altLang="zh-CN" sz="2400" b="1" i="1" baseline="-25000" dirty="0">
                <a:solidFill>
                  <a:srgbClr val="000000"/>
                </a:solidFill>
                <a:latin typeface="Times New Roman" panose="02020603050405020304" pitchFamily="18" charset="0"/>
                <a:ea typeface="华文中宋" panose="02010600040101010101" pitchFamily="2" charset="-122"/>
              </a:rPr>
              <a:t>i</a:t>
            </a:r>
            <a:r>
              <a:rPr lang="en-US" altLang="zh-CN" sz="2400" b="1" dirty="0">
                <a:solidFill>
                  <a:srgbClr val="000000"/>
                </a:solidFill>
                <a:latin typeface="Times New Roman" panose="02020603050405020304" pitchFamily="18" charset="0"/>
                <a:ea typeface="华文中宋" panose="02010600040101010101" pitchFamily="2" charset="-122"/>
              </a:rPr>
              <a:t>)</a:t>
            </a:r>
            <a:endParaRPr lang="en-US" altLang="zh-CN" sz="2400" b="1" dirty="0">
              <a:solidFill>
                <a:srgbClr val="000000"/>
              </a:solidFill>
              <a:latin typeface="Times New Roman" panose="02020603050405020304" pitchFamily="18"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1058"/>
                                        </p:tgtEl>
                                        <p:attrNameLst>
                                          <p:attrName>style.visibility</p:attrName>
                                        </p:attrNameLst>
                                      </p:cBhvr>
                                      <p:to>
                                        <p:strVal val="visible"/>
                                      </p:to>
                                    </p:set>
                                    <p:animEffect transition="in" filter="wipe(left)">
                                      <p:cBhvr>
                                        <p:cTn id="7" dur="500"/>
                                        <p:tgtEl>
                                          <p:spTgt spid="9410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41059"/>
                                        </p:tgtEl>
                                        <p:attrNameLst>
                                          <p:attrName>style.visibility</p:attrName>
                                        </p:attrNameLst>
                                      </p:cBhvr>
                                      <p:to>
                                        <p:strVal val="visible"/>
                                      </p:to>
                                    </p:set>
                                    <p:animEffect transition="in" filter="blinds(horizontal)">
                                      <p:cBhvr>
                                        <p:cTn id="12" dur="500"/>
                                        <p:tgtEl>
                                          <p:spTgt spid="94105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41062"/>
                                        </p:tgtEl>
                                        <p:attrNameLst>
                                          <p:attrName>style.visibility</p:attrName>
                                        </p:attrNameLst>
                                      </p:cBhvr>
                                      <p:to>
                                        <p:strVal val="visible"/>
                                      </p:to>
                                    </p:set>
                                    <p:animEffect transition="in" filter="wipe(left)">
                                      <p:cBhvr>
                                        <p:cTn id="16" dur="500"/>
                                        <p:tgtEl>
                                          <p:spTgt spid="941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58" grpId="0"/>
      <p:bldP spid="9410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219" name="Text Box 2"/>
          <p:cNvSpPr txBox="1"/>
          <p:nvPr/>
        </p:nvSpPr>
        <p:spPr>
          <a:xfrm>
            <a:off x="838200" y="457200"/>
            <a:ext cx="7239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2268538" y="2293938"/>
            <a:ext cx="4495800" cy="2562225"/>
            <a:chOff x="768" y="2208"/>
            <a:chExt cx="2400" cy="1519"/>
          </a:xfrm>
        </p:grpSpPr>
        <p:sp>
          <p:nvSpPr>
            <p:cNvPr id="9225" name="Line 4"/>
            <p:cNvSpPr/>
            <p:nvPr/>
          </p:nvSpPr>
          <p:spPr>
            <a:xfrm flipH="1">
              <a:off x="1266" y="2512"/>
              <a:ext cx="205" cy="154"/>
            </a:xfrm>
            <a:prstGeom prst="line">
              <a:avLst/>
            </a:prstGeom>
            <a:ln w="28575" cap="flat" cmpd="sng">
              <a:solidFill>
                <a:schemeClr val="tx1"/>
              </a:solidFill>
              <a:prstDash val="solid"/>
              <a:headEnd type="none" w="med" len="med"/>
              <a:tailEnd type="triangle" w="med" len="med"/>
            </a:ln>
          </p:spPr>
        </p:sp>
        <p:sp>
          <p:nvSpPr>
            <p:cNvPr id="9226" name="Rectangle 5"/>
            <p:cNvSpPr/>
            <p:nvPr/>
          </p:nvSpPr>
          <p:spPr>
            <a:xfrm>
              <a:off x="1420" y="2256"/>
              <a:ext cx="308" cy="27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9227" name="Line 6"/>
            <p:cNvSpPr/>
            <p:nvPr/>
          </p:nvSpPr>
          <p:spPr>
            <a:xfrm flipH="1">
              <a:off x="1714" y="2612"/>
              <a:ext cx="205" cy="205"/>
            </a:xfrm>
            <a:prstGeom prst="line">
              <a:avLst/>
            </a:prstGeom>
            <a:ln w="28575" cap="flat" cmpd="sng">
              <a:solidFill>
                <a:schemeClr val="tx1"/>
              </a:solidFill>
              <a:prstDash val="solid"/>
              <a:headEnd type="none" w="med" len="med"/>
              <a:tailEnd type="triangle" w="med" len="med"/>
            </a:ln>
          </p:spPr>
        </p:sp>
        <p:sp>
          <p:nvSpPr>
            <p:cNvPr id="9228" name="Rectangle 7"/>
            <p:cNvSpPr/>
            <p:nvPr/>
          </p:nvSpPr>
          <p:spPr>
            <a:xfrm>
              <a:off x="1896" y="2448"/>
              <a:ext cx="168" cy="27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sp>
          <p:nvSpPr>
            <p:cNvPr id="9229" name="Text Box 8"/>
            <p:cNvSpPr txBox="1"/>
            <p:nvPr/>
          </p:nvSpPr>
          <p:spPr>
            <a:xfrm>
              <a:off x="1910" y="3230"/>
              <a:ext cx="99" cy="21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latin typeface="Times New Roman" panose="02020603050405020304" pitchFamily="18" charset="0"/>
                <a:ea typeface="华文中宋" panose="02010600040101010101" pitchFamily="2" charset="-122"/>
              </a:endParaRPr>
            </a:p>
          </p:txBody>
        </p:sp>
        <p:sp>
          <p:nvSpPr>
            <p:cNvPr id="9230" name="Rectangle 9"/>
            <p:cNvSpPr/>
            <p:nvPr/>
          </p:nvSpPr>
          <p:spPr>
            <a:xfrm>
              <a:off x="842" y="2208"/>
              <a:ext cx="190" cy="2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9231" name="Rectangle 10"/>
            <p:cNvSpPr/>
            <p:nvPr/>
          </p:nvSpPr>
          <p:spPr>
            <a:xfrm>
              <a:off x="1152" y="2208"/>
              <a:ext cx="168" cy="27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sp>
          <p:nvSpPr>
            <p:cNvPr id="9232" name="Line 11"/>
            <p:cNvSpPr/>
            <p:nvPr/>
          </p:nvSpPr>
          <p:spPr>
            <a:xfrm flipV="1">
              <a:off x="1098" y="2304"/>
              <a:ext cx="0" cy="1392"/>
            </a:xfrm>
            <a:prstGeom prst="line">
              <a:avLst/>
            </a:prstGeom>
            <a:ln w="38100" cap="flat" cmpd="sng">
              <a:solidFill>
                <a:schemeClr val="tx1"/>
              </a:solidFill>
              <a:prstDash val="solid"/>
              <a:headEnd type="none" w="med" len="med"/>
              <a:tailEnd type="triangle" w="med" len="med"/>
            </a:ln>
          </p:spPr>
        </p:sp>
        <p:sp>
          <p:nvSpPr>
            <p:cNvPr id="9233" name="Freeform 12"/>
            <p:cNvSpPr/>
            <p:nvPr/>
          </p:nvSpPr>
          <p:spPr>
            <a:xfrm>
              <a:off x="885" y="2663"/>
              <a:ext cx="666" cy="528"/>
            </a:xfrm>
            <a:custGeom>
              <a:avLst/>
              <a:gdLst>
                <a:gd name="txL" fmla="*/ 0 w 672"/>
                <a:gd name="txT" fmla="*/ 0 h 193"/>
                <a:gd name="txR" fmla="*/ 672 w 672"/>
                <a:gd name="txB" fmla="*/ 193 h 193"/>
              </a:gdLst>
              <a:ahLst/>
              <a:cxnLst>
                <a:cxn ang="0">
                  <a:pos x="0" y="2147483647"/>
                </a:cxn>
                <a:cxn ang="0">
                  <a:pos x="55" y="2147483647"/>
                </a:cxn>
                <a:cxn ang="0">
                  <a:pos x="94" y="2147483647"/>
                </a:cxn>
                <a:cxn ang="0">
                  <a:pos x="151" y="2147483647"/>
                </a:cxn>
                <a:cxn ang="0">
                  <a:pos x="190" y="1695383780"/>
                </a:cxn>
                <a:cxn ang="0">
                  <a:pos x="238" y="431347127"/>
                </a:cxn>
                <a:cxn ang="0">
                  <a:pos x="277" y="0"/>
                </a:cxn>
                <a:cxn ang="0">
                  <a:pos x="334" y="431347127"/>
                </a:cxn>
                <a:cxn ang="0">
                  <a:pos x="377" y="1695383780"/>
                </a:cxn>
                <a:cxn ang="0">
                  <a:pos x="428" y="2147483647"/>
                </a:cxn>
                <a:cxn ang="0">
                  <a:pos x="475" y="2147483647"/>
                </a:cxn>
                <a:cxn ang="0">
                  <a:pos x="524" y="2147483647"/>
                </a:cxn>
                <a:cxn ang="0">
                  <a:pos x="571"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9234" name="Freeform 13"/>
            <p:cNvSpPr/>
            <p:nvPr/>
          </p:nvSpPr>
          <p:spPr>
            <a:xfrm>
              <a:off x="1551" y="3176"/>
              <a:ext cx="666" cy="528"/>
            </a:xfrm>
            <a:custGeom>
              <a:avLst/>
              <a:gdLst>
                <a:gd name="txL" fmla="*/ 0 w 674"/>
                <a:gd name="txT" fmla="*/ 0 h 193"/>
                <a:gd name="txR" fmla="*/ 674 w 674"/>
                <a:gd name="txB" fmla="*/ 193 h 193"/>
              </a:gdLst>
              <a:ahLst/>
              <a:cxnLst>
                <a:cxn ang="0">
                  <a:pos x="541" y="0"/>
                </a:cxn>
                <a:cxn ang="0">
                  <a:pos x="498" y="2147483647"/>
                </a:cxn>
                <a:cxn ang="0">
                  <a:pos x="451" y="2147483647"/>
                </a:cxn>
                <a:cxn ang="0">
                  <a:pos x="405" y="2147483647"/>
                </a:cxn>
                <a:cxn ang="0">
                  <a:pos x="360" y="2147483647"/>
                </a:cxn>
                <a:cxn ang="0">
                  <a:pos x="322" y="2147483647"/>
                </a:cxn>
                <a:cxn ang="0">
                  <a:pos x="274" y="2147483647"/>
                </a:cxn>
                <a:cxn ang="0">
                  <a:pos x="230" y="2147483647"/>
                </a:cxn>
                <a:cxn ang="0">
                  <a:pos x="184" y="2147483647"/>
                </a:cxn>
                <a:cxn ang="0">
                  <a:pos x="134" y="2147483647"/>
                </a:cxn>
                <a:cxn ang="0">
                  <a:pos x="94" y="2147483647"/>
                </a:cxn>
                <a:cxn ang="0">
                  <a:pos x="42" y="2147483647"/>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9235" name="Freeform 14"/>
            <p:cNvSpPr/>
            <p:nvPr/>
          </p:nvSpPr>
          <p:spPr>
            <a:xfrm>
              <a:off x="2215" y="2649"/>
              <a:ext cx="665" cy="528"/>
            </a:xfrm>
            <a:custGeom>
              <a:avLst/>
              <a:gdLst>
                <a:gd name="txL" fmla="*/ 0 w 672"/>
                <a:gd name="txT" fmla="*/ 0 h 193"/>
                <a:gd name="txR" fmla="*/ 672 w 672"/>
                <a:gd name="txB" fmla="*/ 193 h 193"/>
              </a:gdLst>
              <a:ahLst/>
              <a:cxnLst>
                <a:cxn ang="0">
                  <a:pos x="0" y="2147483647"/>
                </a:cxn>
                <a:cxn ang="0">
                  <a:pos x="48" y="2147483647"/>
                </a:cxn>
                <a:cxn ang="0">
                  <a:pos x="94" y="2147483647"/>
                </a:cxn>
                <a:cxn ang="0">
                  <a:pos x="139" y="2147483647"/>
                </a:cxn>
                <a:cxn ang="0">
                  <a:pos x="190" y="1695383780"/>
                </a:cxn>
                <a:cxn ang="0">
                  <a:pos x="226" y="431347127"/>
                </a:cxn>
                <a:cxn ang="0">
                  <a:pos x="276" y="0"/>
                </a:cxn>
                <a:cxn ang="0">
                  <a:pos x="321" y="431347127"/>
                </a:cxn>
                <a:cxn ang="0">
                  <a:pos x="369" y="1695383780"/>
                </a:cxn>
                <a:cxn ang="0">
                  <a:pos x="414" y="2147483647"/>
                </a:cxn>
                <a:cxn ang="0">
                  <a:pos x="463" y="2147483647"/>
                </a:cxn>
                <a:cxn ang="0">
                  <a:pos x="509" y="2147483647"/>
                </a:cxn>
                <a:cxn ang="0">
                  <a:pos x="556"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9236" name="Line 15"/>
            <p:cNvSpPr/>
            <p:nvPr/>
          </p:nvSpPr>
          <p:spPr>
            <a:xfrm>
              <a:off x="768" y="3176"/>
              <a:ext cx="1950" cy="0"/>
            </a:xfrm>
            <a:prstGeom prst="line">
              <a:avLst/>
            </a:prstGeom>
            <a:ln w="38100" cap="flat" cmpd="sng">
              <a:solidFill>
                <a:schemeClr val="tx1"/>
              </a:solidFill>
              <a:prstDash val="solid"/>
              <a:headEnd type="none" w="med" len="med"/>
              <a:tailEnd type="triangle" w="med" len="med"/>
            </a:ln>
          </p:spPr>
        </p:sp>
        <p:sp>
          <p:nvSpPr>
            <p:cNvPr id="9237" name="Freeform 16"/>
            <p:cNvSpPr/>
            <p:nvPr/>
          </p:nvSpPr>
          <p:spPr>
            <a:xfrm>
              <a:off x="1218" y="2733"/>
              <a:ext cx="667" cy="435"/>
            </a:xfrm>
            <a:custGeom>
              <a:avLst/>
              <a:gdLst>
                <a:gd name="txL" fmla="*/ 0 w 652"/>
                <a:gd name="txT" fmla="*/ 0 h 289"/>
                <a:gd name="txR" fmla="*/ 652 w 652"/>
                <a:gd name="txB" fmla="*/ 289 h 289"/>
              </a:gdLst>
              <a:ahLst/>
              <a:cxnLst>
                <a:cxn ang="0">
                  <a:pos x="0" y="452469"/>
                </a:cxn>
                <a:cxn ang="0">
                  <a:pos x="78" y="328719"/>
                </a:cxn>
                <a:cxn ang="0">
                  <a:pos x="166" y="221219"/>
                </a:cxn>
                <a:cxn ang="0">
                  <a:pos x="248" y="130548"/>
                </a:cxn>
                <a:cxn ang="0">
                  <a:pos x="328" y="53543"/>
                </a:cxn>
                <a:cxn ang="0">
                  <a:pos x="401" y="14620"/>
                </a:cxn>
                <a:cxn ang="0">
                  <a:pos x="482" y="0"/>
                </a:cxn>
                <a:cxn ang="0">
                  <a:pos x="566" y="14620"/>
                </a:cxn>
                <a:cxn ang="0">
                  <a:pos x="649" y="53543"/>
                </a:cxn>
                <a:cxn ang="0">
                  <a:pos x="729" y="130548"/>
                </a:cxn>
                <a:cxn ang="0">
                  <a:pos x="815" y="221219"/>
                </a:cxn>
                <a:cxn ang="0">
                  <a:pos x="896" y="336747"/>
                </a:cxn>
                <a:cxn ang="0">
                  <a:pos x="981" y="452469"/>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9238" name="Freeform 17"/>
            <p:cNvSpPr/>
            <p:nvPr/>
          </p:nvSpPr>
          <p:spPr>
            <a:xfrm>
              <a:off x="1878" y="3144"/>
              <a:ext cx="666" cy="436"/>
            </a:xfrm>
            <a:custGeom>
              <a:avLst/>
              <a:gdLst>
                <a:gd name="txL" fmla="*/ 0 w 653"/>
                <a:gd name="txT" fmla="*/ 0 h 289"/>
                <a:gd name="txR" fmla="*/ 653 w 653"/>
                <a:gd name="txB" fmla="*/ 289 h 289"/>
              </a:gdLst>
              <a:ahLst/>
              <a:cxnLst>
                <a:cxn ang="0">
                  <a:pos x="928" y="0"/>
                </a:cxn>
                <a:cxn ang="0">
                  <a:pos x="850" y="125757"/>
                </a:cxn>
                <a:cxn ang="0">
                  <a:pos x="772" y="239195"/>
                </a:cxn>
                <a:cxn ang="0">
                  <a:pos x="694" y="335156"/>
                </a:cxn>
                <a:cxn ang="0">
                  <a:pos x="616" y="414849"/>
                </a:cxn>
                <a:cxn ang="0">
                  <a:pos x="550" y="454861"/>
                </a:cxn>
                <a:cxn ang="0">
                  <a:pos x="470" y="471690"/>
                </a:cxn>
                <a:cxn ang="0">
                  <a:pos x="393" y="454861"/>
                </a:cxn>
                <a:cxn ang="0">
                  <a:pos x="313" y="414849"/>
                </a:cxn>
                <a:cxn ang="0">
                  <a:pos x="234" y="335156"/>
                </a:cxn>
                <a:cxn ang="0">
                  <a:pos x="154" y="239195"/>
                </a:cxn>
                <a:cxn ang="0">
                  <a:pos x="72" y="119218"/>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9239" name="Line 18"/>
            <p:cNvSpPr/>
            <p:nvPr/>
          </p:nvSpPr>
          <p:spPr>
            <a:xfrm rot="-620426" flipH="1">
              <a:off x="1084" y="3168"/>
              <a:ext cx="144" cy="192"/>
            </a:xfrm>
            <a:prstGeom prst="line">
              <a:avLst/>
            </a:prstGeom>
            <a:ln w="38100" cap="flat" cmpd="sng">
              <a:solidFill>
                <a:schemeClr val="tx1"/>
              </a:solidFill>
              <a:prstDash val="solid"/>
              <a:headEnd type="none" w="med" len="med"/>
              <a:tailEnd type="none" w="med" len="med"/>
            </a:ln>
          </p:spPr>
        </p:sp>
        <p:sp>
          <p:nvSpPr>
            <p:cNvPr id="9240" name="Rectangle 19"/>
            <p:cNvSpPr/>
            <p:nvPr/>
          </p:nvSpPr>
          <p:spPr>
            <a:xfrm>
              <a:off x="853" y="3417"/>
              <a:ext cx="214" cy="3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800" b="1" i="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241" name="Line 20"/>
            <p:cNvSpPr/>
            <p:nvPr/>
          </p:nvSpPr>
          <p:spPr>
            <a:xfrm flipH="1">
              <a:off x="912" y="3168"/>
              <a:ext cx="0" cy="432"/>
            </a:xfrm>
            <a:prstGeom prst="line">
              <a:avLst/>
            </a:prstGeom>
            <a:ln w="28575" cap="flat" cmpd="sng">
              <a:solidFill>
                <a:schemeClr val="tx1"/>
              </a:solidFill>
              <a:prstDash val="sysDot"/>
              <a:headEnd type="none" w="med" len="med"/>
              <a:tailEnd type="none" w="med" len="med"/>
            </a:ln>
          </p:spPr>
        </p:sp>
        <p:grpSp>
          <p:nvGrpSpPr>
            <p:cNvPr id="9242" name="Group 21"/>
            <p:cNvGrpSpPr/>
            <p:nvPr/>
          </p:nvGrpSpPr>
          <p:grpSpPr>
            <a:xfrm flipV="1">
              <a:off x="887" y="3504"/>
              <a:ext cx="313" cy="48"/>
              <a:chOff x="3216" y="3312"/>
              <a:chExt cx="240" cy="0"/>
            </a:xfrm>
          </p:grpSpPr>
          <p:sp>
            <p:nvSpPr>
              <p:cNvPr id="9247" name="Line 22"/>
              <p:cNvSpPr/>
              <p:nvPr/>
            </p:nvSpPr>
            <p:spPr>
              <a:xfrm>
                <a:off x="3264" y="3312"/>
                <a:ext cx="192" cy="0"/>
              </a:xfrm>
              <a:prstGeom prst="line">
                <a:avLst/>
              </a:prstGeom>
              <a:ln w="28575" cap="flat" cmpd="sng">
                <a:solidFill>
                  <a:schemeClr val="tx1"/>
                </a:solidFill>
                <a:prstDash val="solid"/>
                <a:headEnd type="none" w="med" len="med"/>
                <a:tailEnd type="triangle" w="sm" len="med"/>
              </a:ln>
            </p:spPr>
          </p:sp>
          <p:sp>
            <p:nvSpPr>
              <p:cNvPr id="9248" name="Line 23"/>
              <p:cNvSpPr/>
              <p:nvPr/>
            </p:nvSpPr>
            <p:spPr>
              <a:xfrm flipH="1">
                <a:off x="3216" y="3312"/>
                <a:ext cx="192" cy="0"/>
              </a:xfrm>
              <a:prstGeom prst="line">
                <a:avLst/>
              </a:prstGeom>
              <a:ln w="28575" cap="flat" cmpd="sng">
                <a:solidFill>
                  <a:schemeClr val="tx1"/>
                </a:solidFill>
                <a:prstDash val="solid"/>
                <a:headEnd type="none" w="med" len="med"/>
                <a:tailEnd type="triangle" w="sm" len="med"/>
              </a:ln>
            </p:spPr>
          </p:sp>
        </p:grpSp>
        <p:sp>
          <p:nvSpPr>
            <p:cNvPr id="9243" name="Rectangle 24"/>
            <p:cNvSpPr/>
            <p:nvPr/>
          </p:nvSpPr>
          <p:spPr>
            <a:xfrm>
              <a:off x="864" y="3120"/>
              <a:ext cx="218" cy="2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sp>
          <p:nvSpPr>
            <p:cNvPr id="9244" name="Line 25"/>
            <p:cNvSpPr/>
            <p:nvPr/>
          </p:nvSpPr>
          <p:spPr>
            <a:xfrm>
              <a:off x="1200" y="3168"/>
              <a:ext cx="0" cy="432"/>
            </a:xfrm>
            <a:prstGeom prst="line">
              <a:avLst/>
            </a:prstGeom>
            <a:ln w="28575" cap="flat" cmpd="sng">
              <a:solidFill>
                <a:schemeClr val="tx1"/>
              </a:solidFill>
              <a:prstDash val="sysDot"/>
              <a:headEnd type="none" w="med" len="med"/>
              <a:tailEnd type="none" w="med" len="med"/>
            </a:ln>
          </p:spPr>
        </p:sp>
        <p:sp>
          <p:nvSpPr>
            <p:cNvPr id="9245" name="Oval 26"/>
            <p:cNvSpPr/>
            <p:nvPr/>
          </p:nvSpPr>
          <p:spPr>
            <a:xfrm>
              <a:off x="2544" y="2496"/>
              <a:ext cx="624" cy="720"/>
            </a:xfrm>
            <a:prstGeom prst="ellipse">
              <a:avLst/>
            </a:prstGeom>
            <a:solidFill>
              <a:schemeClr val="bg1"/>
            </a:solidFill>
            <a:ln w="9525" cap="flat" cmpd="sng">
              <a:solidFill>
                <a:schemeClr val="bg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46" name="Rectangle 27"/>
            <p:cNvSpPr/>
            <p:nvPr/>
          </p:nvSpPr>
          <p:spPr>
            <a:xfrm>
              <a:off x="2587" y="3175"/>
              <a:ext cx="272" cy="272"/>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grpSp>
      <p:sp>
        <p:nvSpPr>
          <p:cNvPr id="942108" name="Rectangle 28"/>
          <p:cNvSpPr/>
          <p:nvPr/>
        </p:nvSpPr>
        <p:spPr>
          <a:xfrm>
            <a:off x="609600" y="549275"/>
            <a:ext cx="7696200" cy="16811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20000"/>
              </a:lnSpc>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相位差：</a:t>
            </a:r>
            <a:r>
              <a:rPr lang="zh-CN" altLang="en-US" sz="2400" b="1" dirty="0">
                <a:latin typeface="Times New Roman" panose="02020603050405020304" pitchFamily="18" charset="0"/>
                <a:ea typeface="华文中宋" panose="02010600040101010101" pitchFamily="2" charset="-122"/>
              </a:rPr>
              <a:t>两个</a:t>
            </a:r>
            <a:r>
              <a:rPr lang="zh-CN" altLang="en-US" sz="2800" b="1" dirty="0">
                <a:solidFill>
                  <a:srgbClr val="FF0000"/>
                </a:solidFill>
                <a:latin typeface="Times New Roman" panose="02020603050405020304" pitchFamily="18" charset="0"/>
                <a:ea typeface="华文中宋" panose="02010600040101010101" pitchFamily="2" charset="-122"/>
              </a:rPr>
              <a:t>同频率</a:t>
            </a:r>
            <a:r>
              <a:rPr lang="zh-CN" altLang="en-US" sz="2400" b="1" dirty="0">
                <a:latin typeface="Times New Roman" panose="02020603050405020304" pitchFamily="18" charset="0"/>
                <a:ea typeface="华文中宋" panose="02010600040101010101" pitchFamily="2" charset="-122"/>
              </a:rPr>
              <a:t>正弦量的相位之差。</a:t>
            </a:r>
            <a:endParaRPr lang="en-US" altLang="zh-CN" sz="2400" b="1" dirty="0">
              <a:latin typeface="Times New Roman" panose="02020603050405020304" pitchFamily="18" charset="0"/>
              <a:ea typeface="华文中宋" panose="02010600040101010101" pitchFamily="2" charset="-122"/>
            </a:endParaRPr>
          </a:p>
          <a:p>
            <a:pPr marL="0" lvl="0" indent="0" algn="just" eaLnBrk="1" hangingPunct="1">
              <a:lnSpc>
                <a:spcPct val="120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同频率正弦量的相位差在任何瞬间都是一个常数，即等于它们的初相之差，而与时间无关。</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942109" name="Object 29"/>
          <p:cNvGraphicFramePr>
            <a:graphicFrameLocks noChangeAspect="1"/>
          </p:cNvGraphicFramePr>
          <p:nvPr/>
        </p:nvGraphicFramePr>
        <p:xfrm>
          <a:off x="1008063" y="5254625"/>
          <a:ext cx="6172200" cy="681038"/>
        </p:xfrm>
        <a:graphic>
          <a:graphicData uri="http://schemas.openxmlformats.org/presentationml/2006/ole">
            <mc:AlternateContent xmlns:mc="http://schemas.openxmlformats.org/markup-compatibility/2006">
              <mc:Choice xmlns:v="urn:schemas-microsoft-com:vml" Requires="v">
                <p:oleObj spid="_x0000_s3086" name="" r:id="rId1" imgW="2070100" imgH="228600" progId="Equation.DSMT4">
                  <p:embed/>
                </p:oleObj>
              </mc:Choice>
              <mc:Fallback>
                <p:oleObj name="" r:id="rId1" imgW="2070100" imgH="228600" progId="Equation.DSMT4">
                  <p:embed/>
                  <p:pic>
                    <p:nvPicPr>
                      <p:cNvPr id="0" name="图片 3085"/>
                      <p:cNvPicPr/>
                      <p:nvPr/>
                    </p:nvPicPr>
                    <p:blipFill>
                      <a:blip r:embed="rId2"/>
                      <a:stretch>
                        <a:fillRect/>
                      </a:stretch>
                    </p:blipFill>
                    <p:spPr>
                      <a:xfrm>
                        <a:off x="1008063" y="5254625"/>
                        <a:ext cx="6172200" cy="681038"/>
                      </a:xfrm>
                      <a:prstGeom prst="rect">
                        <a:avLst/>
                      </a:prstGeom>
                      <a:noFill/>
                      <a:ln w="38100">
                        <a:noFill/>
                        <a:miter/>
                      </a:ln>
                    </p:spPr>
                  </p:pic>
                </p:oleObj>
              </mc:Fallback>
            </mc:AlternateContent>
          </a:graphicData>
        </a:graphic>
      </p:graphicFrame>
      <p:cxnSp>
        <p:nvCxnSpPr>
          <p:cNvPr id="9223" name="直接箭头连接符 3"/>
          <p:cNvCxnSpPr/>
          <p:nvPr/>
        </p:nvCxnSpPr>
        <p:spPr>
          <a:xfrm flipH="1">
            <a:off x="1538288" y="2747963"/>
            <a:ext cx="2093912" cy="2692400"/>
          </a:xfrm>
          <a:prstGeom prst="straightConnector1">
            <a:avLst/>
          </a:prstGeom>
          <a:ln w="38100" cap="flat" cmpd="sng">
            <a:solidFill>
              <a:srgbClr val="92D050"/>
            </a:solidFill>
            <a:prstDash val="solid"/>
            <a:headEnd type="none" w="med" len="med"/>
            <a:tailEnd type="triangle" w="med" len="med"/>
          </a:ln>
        </p:spPr>
      </p:cxnSp>
      <p:cxnSp>
        <p:nvCxnSpPr>
          <p:cNvPr id="9224" name="直接箭头连接符 32"/>
          <p:cNvCxnSpPr/>
          <p:nvPr/>
        </p:nvCxnSpPr>
        <p:spPr>
          <a:xfrm flipH="1">
            <a:off x="3824288" y="3111500"/>
            <a:ext cx="666750" cy="2328863"/>
          </a:xfrm>
          <a:prstGeom prst="straightConnector1">
            <a:avLst/>
          </a:prstGeom>
          <a:ln w="38100" cap="flat" cmpd="sng">
            <a:solidFill>
              <a:srgbClr val="92D050"/>
            </a:solidFill>
            <a:prstDash val="soli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42108"/>
                                        </p:tgtEl>
                                        <p:attrNameLst>
                                          <p:attrName>style.visibility</p:attrName>
                                        </p:attrNameLst>
                                      </p:cBhvr>
                                      <p:to>
                                        <p:strVal val="visible"/>
                                      </p:to>
                                    </p:set>
                                    <p:animEffect transition="in" filter="blinds(horizontal)">
                                      <p:cBhvr>
                                        <p:cTn id="7" dur="500"/>
                                        <p:tgtEl>
                                          <p:spTgt spid="942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2109"/>
                                        </p:tgtEl>
                                        <p:attrNameLst>
                                          <p:attrName>style.visibility</p:attrName>
                                        </p:attrNameLst>
                                      </p:cBhvr>
                                      <p:to>
                                        <p:strVal val="visible"/>
                                      </p:to>
                                    </p:set>
                                    <p:animEffect transition="in" filter="wipe(left)">
                                      <p:cBhvr>
                                        <p:cTn id="12" dur="500"/>
                                        <p:tgtEl>
                                          <p:spTgt spid="94210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椭圆 93"/>
          <p:cNvSpPr/>
          <p:nvPr/>
        </p:nvSpPr>
        <p:spPr>
          <a:xfrm>
            <a:off x="4873625" y="5132388"/>
            <a:ext cx="1166813" cy="692150"/>
          </a:xfrm>
          <a:prstGeom prst="ellipse">
            <a:avLst/>
          </a:prstGeom>
          <a:solidFill>
            <a:schemeClr val="accent1"/>
          </a:solidFill>
          <a:ln w="15875" cap="flat" cmpd="sng">
            <a:solidFill>
              <a:schemeClr val="tx2"/>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0243" name="椭圆 92"/>
          <p:cNvSpPr/>
          <p:nvPr/>
        </p:nvSpPr>
        <p:spPr>
          <a:xfrm>
            <a:off x="441325" y="5208588"/>
            <a:ext cx="1166813" cy="690562"/>
          </a:xfrm>
          <a:prstGeom prst="ellipse">
            <a:avLst/>
          </a:prstGeom>
          <a:solidFill>
            <a:schemeClr val="accent1"/>
          </a:solidFill>
          <a:ln w="15875" cap="flat" cmpd="sng">
            <a:solidFill>
              <a:schemeClr val="tx2"/>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0244" name="椭圆 91"/>
          <p:cNvSpPr/>
          <p:nvPr/>
        </p:nvSpPr>
        <p:spPr>
          <a:xfrm>
            <a:off x="5106988" y="2149475"/>
            <a:ext cx="1168400" cy="690563"/>
          </a:xfrm>
          <a:prstGeom prst="ellipse">
            <a:avLst/>
          </a:prstGeom>
          <a:solidFill>
            <a:schemeClr val="accent1"/>
          </a:solidFill>
          <a:ln w="15875" cap="flat" cmpd="sng">
            <a:solidFill>
              <a:schemeClr val="tx2"/>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0245" name="椭圆 2"/>
          <p:cNvSpPr/>
          <p:nvPr/>
        </p:nvSpPr>
        <p:spPr>
          <a:xfrm>
            <a:off x="298450" y="2012950"/>
            <a:ext cx="1166813" cy="692150"/>
          </a:xfrm>
          <a:prstGeom prst="ellipse">
            <a:avLst/>
          </a:prstGeom>
          <a:solidFill>
            <a:schemeClr val="accent1"/>
          </a:solidFill>
          <a:ln w="15875" cap="flat" cmpd="sng">
            <a:solidFill>
              <a:schemeClr val="tx2"/>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0246"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87458" name="Line 2"/>
          <p:cNvSpPr/>
          <p:nvPr/>
        </p:nvSpPr>
        <p:spPr>
          <a:xfrm>
            <a:off x="4500563" y="0"/>
            <a:ext cx="0" cy="6858000"/>
          </a:xfrm>
          <a:prstGeom prst="line">
            <a:avLst/>
          </a:prstGeom>
          <a:ln w="28575" cap="flat" cmpd="sng">
            <a:solidFill>
              <a:schemeClr val="tx1"/>
            </a:solidFill>
            <a:prstDash val="solid"/>
            <a:headEnd type="none" w="med" len="med"/>
            <a:tailEnd type="none" w="med" len="med"/>
          </a:ln>
        </p:spPr>
      </p:sp>
      <p:grpSp>
        <p:nvGrpSpPr>
          <p:cNvPr id="2" name="Group 26"/>
          <p:cNvGrpSpPr/>
          <p:nvPr/>
        </p:nvGrpSpPr>
        <p:grpSpPr>
          <a:xfrm>
            <a:off x="5076825" y="4187825"/>
            <a:ext cx="3606800" cy="2136775"/>
            <a:chOff x="3120" y="2638"/>
            <a:chExt cx="2272" cy="1346"/>
          </a:xfrm>
        </p:grpSpPr>
        <p:grpSp>
          <p:nvGrpSpPr>
            <p:cNvPr id="10319" name="Group 27"/>
            <p:cNvGrpSpPr/>
            <p:nvPr/>
          </p:nvGrpSpPr>
          <p:grpSpPr>
            <a:xfrm>
              <a:off x="3386" y="2870"/>
              <a:ext cx="1414" cy="1114"/>
              <a:chOff x="990" y="2928"/>
              <a:chExt cx="1326" cy="1056"/>
            </a:xfrm>
          </p:grpSpPr>
          <p:sp>
            <p:nvSpPr>
              <p:cNvPr id="10333" name="Freeform 28"/>
              <p:cNvSpPr/>
              <p:nvPr/>
            </p:nvSpPr>
            <p:spPr>
              <a:xfrm>
                <a:off x="990" y="2928"/>
                <a:ext cx="667" cy="542"/>
              </a:xfrm>
              <a:custGeom>
                <a:avLst/>
                <a:gdLst>
                  <a:gd name="txL" fmla="*/ 0 w 652"/>
                  <a:gd name="txT" fmla="*/ 0 h 289"/>
                  <a:gd name="txR" fmla="*/ 652 w 652"/>
                  <a:gd name="txB" fmla="*/ 289 h 289"/>
                </a:gdLst>
                <a:ahLst/>
                <a:cxnLst>
                  <a:cxn ang="0">
                    <a:pos x="0" y="23726646"/>
                  </a:cxn>
                  <a:cxn ang="0">
                    <a:pos x="78" y="17206229"/>
                  </a:cxn>
                  <a:cxn ang="0">
                    <a:pos x="166" y="11587311"/>
                  </a:cxn>
                  <a:cxn ang="0">
                    <a:pos x="248" y="6867063"/>
                  </a:cxn>
                  <a:cxn ang="0">
                    <a:pos x="328" y="2807554"/>
                  </a:cxn>
                  <a:cxn ang="0">
                    <a:pos x="401" y="753114"/>
                  </a:cxn>
                  <a:cxn ang="0">
                    <a:pos x="482" y="0"/>
                  </a:cxn>
                  <a:cxn ang="0">
                    <a:pos x="566" y="753114"/>
                  </a:cxn>
                  <a:cxn ang="0">
                    <a:pos x="649" y="2807554"/>
                  </a:cxn>
                  <a:cxn ang="0">
                    <a:pos x="729" y="6867063"/>
                  </a:cxn>
                  <a:cxn ang="0">
                    <a:pos x="815" y="11587311"/>
                  </a:cxn>
                  <a:cxn ang="0">
                    <a:pos x="896" y="17607821"/>
                  </a:cxn>
                  <a:cxn ang="0">
                    <a:pos x="981" y="23726646"/>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334" name="Freeform 29"/>
              <p:cNvSpPr/>
              <p:nvPr/>
            </p:nvSpPr>
            <p:spPr>
              <a:xfrm>
                <a:off x="1650" y="3441"/>
                <a:ext cx="666" cy="543"/>
              </a:xfrm>
              <a:custGeom>
                <a:avLst/>
                <a:gdLst>
                  <a:gd name="txL" fmla="*/ 0 w 653"/>
                  <a:gd name="txT" fmla="*/ 0 h 289"/>
                  <a:gd name="txR" fmla="*/ 653 w 653"/>
                  <a:gd name="txB" fmla="*/ 289 h 289"/>
                </a:gdLst>
                <a:ahLst/>
                <a:cxnLst>
                  <a:cxn ang="0">
                    <a:pos x="928" y="0"/>
                  </a:cxn>
                  <a:cxn ang="0">
                    <a:pos x="850" y="6561689"/>
                  </a:cxn>
                  <a:cxn ang="0">
                    <a:pos x="772" y="12430377"/>
                  </a:cxn>
                  <a:cxn ang="0">
                    <a:pos x="694" y="17370095"/>
                  </a:cxn>
                  <a:cxn ang="0">
                    <a:pos x="616" y="21518724"/>
                  </a:cxn>
                  <a:cxn ang="0">
                    <a:pos x="550" y="23664667"/>
                  </a:cxn>
                  <a:cxn ang="0">
                    <a:pos x="470" y="24512388"/>
                  </a:cxn>
                  <a:cxn ang="0">
                    <a:pos x="393" y="23664667"/>
                  </a:cxn>
                  <a:cxn ang="0">
                    <a:pos x="313" y="21518724"/>
                  </a:cxn>
                  <a:cxn ang="0">
                    <a:pos x="234" y="17370095"/>
                  </a:cxn>
                  <a:cxn ang="0">
                    <a:pos x="154" y="12430377"/>
                  </a:cxn>
                  <a:cxn ang="0">
                    <a:pos x="72" y="6204072"/>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pSp>
        <p:sp>
          <p:nvSpPr>
            <p:cNvPr id="10320" name="Text Box 30"/>
            <p:cNvSpPr txBox="1"/>
            <p:nvPr/>
          </p:nvSpPr>
          <p:spPr>
            <a:xfrm>
              <a:off x="3818" y="2771"/>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latin typeface="Times New Roman" panose="02020603050405020304" pitchFamily="18" charset="0"/>
                <a:ea typeface="华文中宋" panose="02010600040101010101" pitchFamily="2" charset="-122"/>
              </a:endParaRPr>
            </a:p>
          </p:txBody>
        </p:sp>
        <p:sp>
          <p:nvSpPr>
            <p:cNvPr id="10321" name="Line 31"/>
            <p:cNvSpPr/>
            <p:nvPr/>
          </p:nvSpPr>
          <p:spPr>
            <a:xfrm flipV="1">
              <a:off x="3377" y="2723"/>
              <a:ext cx="0" cy="1261"/>
            </a:xfrm>
            <a:prstGeom prst="line">
              <a:avLst/>
            </a:prstGeom>
            <a:ln w="38100" cap="flat" cmpd="sng">
              <a:solidFill>
                <a:schemeClr val="tx1"/>
              </a:solidFill>
              <a:prstDash val="solid"/>
              <a:headEnd type="none" w="med" len="med"/>
              <a:tailEnd type="triangle" w="med" len="med"/>
            </a:ln>
          </p:spPr>
        </p:sp>
        <p:sp>
          <p:nvSpPr>
            <p:cNvPr id="10322" name="Line 32"/>
            <p:cNvSpPr/>
            <p:nvPr/>
          </p:nvSpPr>
          <p:spPr>
            <a:xfrm>
              <a:off x="3169" y="3427"/>
              <a:ext cx="2076" cy="0"/>
            </a:xfrm>
            <a:prstGeom prst="line">
              <a:avLst/>
            </a:prstGeom>
            <a:ln w="38100" cap="flat" cmpd="sng">
              <a:solidFill>
                <a:schemeClr val="tx1"/>
              </a:solidFill>
              <a:prstDash val="solid"/>
              <a:headEnd type="none" w="med" len="med"/>
              <a:tailEnd type="triangle" w="med" len="med"/>
            </a:ln>
          </p:spPr>
        </p:sp>
        <p:sp>
          <p:nvSpPr>
            <p:cNvPr id="10323" name="Rectangle 33"/>
            <p:cNvSpPr/>
            <p:nvPr/>
          </p:nvSpPr>
          <p:spPr>
            <a:xfrm>
              <a:off x="5071" y="3392"/>
              <a:ext cx="321"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10324" name="Rectangle 34"/>
            <p:cNvSpPr/>
            <p:nvPr/>
          </p:nvSpPr>
          <p:spPr>
            <a:xfrm>
              <a:off x="3643" y="2638"/>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grpSp>
          <p:nvGrpSpPr>
            <p:cNvPr id="10325" name="Group 35"/>
            <p:cNvGrpSpPr/>
            <p:nvPr/>
          </p:nvGrpSpPr>
          <p:grpSpPr>
            <a:xfrm flipV="1">
              <a:off x="3391" y="3020"/>
              <a:ext cx="1402" cy="825"/>
              <a:chOff x="3383" y="2987"/>
              <a:chExt cx="1363" cy="853"/>
            </a:xfrm>
          </p:grpSpPr>
          <p:sp>
            <p:nvSpPr>
              <p:cNvPr id="10331" name="Freeform 36"/>
              <p:cNvSpPr/>
              <p:nvPr/>
            </p:nvSpPr>
            <p:spPr>
              <a:xfrm>
                <a:off x="3383" y="2987"/>
                <a:ext cx="681" cy="432"/>
              </a:xfrm>
              <a:custGeom>
                <a:avLst/>
                <a:gdLst>
                  <a:gd name="txL" fmla="*/ 0 w 672"/>
                  <a:gd name="txT" fmla="*/ 0 h 193"/>
                  <a:gd name="txR" fmla="*/ 672 w 672"/>
                  <a:gd name="txB" fmla="*/ 193 h 193"/>
                </a:gdLst>
                <a:ahLst/>
                <a:cxnLst>
                  <a:cxn ang="0">
                    <a:pos x="0" y="381895823"/>
                  </a:cxn>
                  <a:cxn ang="0">
                    <a:pos x="74" y="278311530"/>
                  </a:cxn>
                  <a:cxn ang="0">
                    <a:pos x="147" y="186605578"/>
                  </a:cxn>
                  <a:cxn ang="0">
                    <a:pos x="215" y="109292128"/>
                  </a:cxn>
                  <a:cxn ang="0">
                    <a:pos x="286" y="45251006"/>
                  </a:cxn>
                  <a:cxn ang="0">
                    <a:pos x="348" y="11497505"/>
                  </a:cxn>
                  <a:cxn ang="0">
                    <a:pos x="419" y="0"/>
                  </a:cxn>
                  <a:cxn ang="0">
                    <a:pos x="491" y="11497505"/>
                  </a:cxn>
                  <a:cxn ang="0">
                    <a:pos x="563" y="45251006"/>
                  </a:cxn>
                  <a:cxn ang="0">
                    <a:pos x="635" y="109292128"/>
                  </a:cxn>
                  <a:cxn ang="0">
                    <a:pos x="709" y="186605578"/>
                  </a:cxn>
                  <a:cxn ang="0">
                    <a:pos x="780" y="284319332"/>
                  </a:cxn>
                  <a:cxn ang="0">
                    <a:pos x="852" y="381895823"/>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332" name="Freeform 37"/>
              <p:cNvSpPr/>
              <p:nvPr/>
            </p:nvSpPr>
            <p:spPr>
              <a:xfrm>
                <a:off x="4064" y="3408"/>
                <a:ext cx="682" cy="432"/>
              </a:xfrm>
              <a:custGeom>
                <a:avLst/>
                <a:gdLst>
                  <a:gd name="txL" fmla="*/ 0 w 674"/>
                  <a:gd name="txT" fmla="*/ 0 h 193"/>
                  <a:gd name="txR" fmla="*/ 674 w 674"/>
                  <a:gd name="txB" fmla="*/ 193 h 193"/>
                </a:gdLst>
                <a:ahLst/>
                <a:cxnLst>
                  <a:cxn ang="0">
                    <a:pos x="832" y="0"/>
                  </a:cxn>
                  <a:cxn ang="0">
                    <a:pos x="762" y="103265600"/>
                  </a:cxn>
                  <a:cxn ang="0">
                    <a:pos x="692" y="194548765"/>
                  </a:cxn>
                  <a:cxn ang="0">
                    <a:pos x="620" y="269990192"/>
                  </a:cxn>
                  <a:cxn ang="0">
                    <a:pos x="550" y="335902833"/>
                  </a:cxn>
                  <a:cxn ang="0">
                    <a:pos x="492" y="369685826"/>
                  </a:cxn>
                  <a:cxn ang="0">
                    <a:pos x="420" y="381895823"/>
                  </a:cxn>
                  <a:cxn ang="0">
                    <a:pos x="352" y="369685826"/>
                  </a:cxn>
                  <a:cxn ang="0">
                    <a:pos x="280" y="335902833"/>
                  </a:cxn>
                  <a:cxn ang="0">
                    <a:pos x="206" y="269990192"/>
                  </a:cxn>
                  <a:cxn ang="0">
                    <a:pos x="133" y="194548765"/>
                  </a:cxn>
                  <a:cxn ang="0">
                    <a:pos x="74" y="97713247"/>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grpSp>
        <p:sp>
          <p:nvSpPr>
            <p:cNvPr id="10326" name="Rectangle 38"/>
            <p:cNvSpPr/>
            <p:nvPr/>
          </p:nvSpPr>
          <p:spPr>
            <a:xfrm>
              <a:off x="4355" y="2777"/>
              <a:ext cx="17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i</a:t>
              </a:r>
              <a:endParaRPr lang="en-US" altLang="zh-CN" sz="2400" i="1" dirty="0">
                <a:solidFill>
                  <a:srgbClr val="FF5050"/>
                </a:solidFill>
                <a:latin typeface="Times New Roman" panose="02020603050405020304" pitchFamily="18" charset="0"/>
                <a:ea typeface="华文中宋" panose="02010600040101010101" pitchFamily="2" charset="-122"/>
              </a:endParaRPr>
            </a:p>
          </p:txBody>
        </p:sp>
        <p:grpSp>
          <p:nvGrpSpPr>
            <p:cNvPr id="10327" name="Group 39"/>
            <p:cNvGrpSpPr/>
            <p:nvPr/>
          </p:nvGrpSpPr>
          <p:grpSpPr>
            <a:xfrm>
              <a:off x="3120" y="2639"/>
              <a:ext cx="446" cy="291"/>
              <a:chOff x="432" y="2592"/>
              <a:chExt cx="433" cy="301"/>
            </a:xfrm>
          </p:grpSpPr>
          <p:sp>
            <p:nvSpPr>
              <p:cNvPr id="10329" name="Rectangle 40"/>
              <p:cNvSpPr/>
              <p:nvPr/>
            </p:nvSpPr>
            <p:spPr>
              <a:xfrm>
                <a:off x="432" y="2592"/>
                <a:ext cx="218" cy="30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330" name="Rectangle 41"/>
              <p:cNvSpPr/>
              <p:nvPr/>
            </p:nvSpPr>
            <p:spPr>
              <a:xfrm>
                <a:off x="697" y="2592"/>
                <a:ext cx="168" cy="29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sp>
          <p:nvSpPr>
            <p:cNvPr id="10328" name="Rectangle 42"/>
            <p:cNvSpPr/>
            <p:nvPr/>
          </p:nvSpPr>
          <p:spPr>
            <a:xfrm>
              <a:off x="3153" y="3360"/>
              <a:ext cx="257"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787499" name="Line 43"/>
          <p:cNvSpPr/>
          <p:nvPr/>
        </p:nvSpPr>
        <p:spPr>
          <a:xfrm>
            <a:off x="-34925" y="3500438"/>
            <a:ext cx="9144000" cy="0"/>
          </a:xfrm>
          <a:prstGeom prst="line">
            <a:avLst/>
          </a:prstGeom>
          <a:ln w="28575" cap="flat" cmpd="sng">
            <a:solidFill>
              <a:schemeClr val="tx1"/>
            </a:solidFill>
            <a:prstDash val="solid"/>
            <a:headEnd type="none" w="med" len="med"/>
            <a:tailEnd type="none" w="med" len="med"/>
          </a:ln>
        </p:spPr>
      </p:sp>
      <p:sp>
        <p:nvSpPr>
          <p:cNvPr id="787500" name="Rectangle 44"/>
          <p:cNvSpPr>
            <a:spLocks noChangeArrowheads="1"/>
          </p:cNvSpPr>
          <p:nvPr/>
        </p:nvSpPr>
        <p:spPr bwMode="auto">
          <a:xfrm>
            <a:off x="1295400" y="120650"/>
            <a:ext cx="2362200" cy="8302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ts val="0"/>
              </a:spcBef>
              <a:spcAft>
                <a:spcPct val="0"/>
              </a:spcAft>
              <a:buClrTx/>
              <a:buSzTx/>
              <a:buFontTx/>
              <a:buNone/>
              <a:defRPr/>
            </a:pP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φ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ψ</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0" lang="en-US" altLang="zh-CN" sz="2400" b="1" i="1" u="none" strike="noStrike" kern="1200" cap="none" spc="0" normalizeH="0" baseline="-25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kern="1200" cap="none" spc="0" normalizeH="0" baseline="0" noProof="0" dirty="0" err="1">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ψ</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i</a:t>
            </a:r>
            <a:r>
              <a:rPr kumimoji="0" lang="en-US" altLang="zh-CN" sz="2400" b="1" i="1" u="none" strike="noStrike" kern="1200" cap="none" spc="0" normalizeH="0" baseline="-25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&lt;0</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ts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电流超前电压</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en-US"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sp>
        <p:nvSpPr>
          <p:cNvPr id="787501" name="Rectangle 45"/>
          <p:cNvSpPr/>
          <p:nvPr/>
        </p:nvSpPr>
        <p:spPr>
          <a:xfrm>
            <a:off x="5410200" y="76200"/>
            <a:ext cx="28956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φ=ψ</a:t>
            </a:r>
            <a:r>
              <a:rPr lang="en-US" altLang="zh-CN" sz="2400" b="1" i="1" baseline="-25000" dirty="0">
                <a:latin typeface="Times New Roman" panose="02020603050405020304" pitchFamily="18" charset="0"/>
                <a:ea typeface="华文中宋" panose="02010600040101010101" pitchFamily="2" charset="-122"/>
              </a:rPr>
              <a:t>u </a:t>
            </a:r>
            <a:r>
              <a:rPr lang="en-US" altLang="zh-CN" sz="2400" b="1" i="1" dirty="0">
                <a:latin typeface="Times New Roman" panose="02020603050405020304" pitchFamily="18" charset="0"/>
                <a:ea typeface="华文中宋" panose="02010600040101010101" pitchFamily="2" charset="-122"/>
              </a:rPr>
              <a:t>–ψ</a:t>
            </a:r>
            <a:r>
              <a:rPr lang="en-US" altLang="zh-CN" sz="2400" b="1" i="1" baseline="-25000" dirty="0">
                <a:latin typeface="Times New Roman" panose="02020603050405020304" pitchFamily="18" charset="0"/>
                <a:ea typeface="华文中宋" panose="02010600040101010101" pitchFamily="2" charset="-122"/>
              </a:rPr>
              <a:t>i </a:t>
            </a:r>
            <a:r>
              <a:rPr lang="en-US" altLang="zh-CN" sz="2400" b="1" dirty="0">
                <a:latin typeface="Times New Roman" panose="02020603050405020304" pitchFamily="18" charset="0"/>
                <a:ea typeface="华文中宋" panose="02010600040101010101" pitchFamily="2" charset="-122"/>
              </a:rPr>
              <a:t>=-90</a:t>
            </a:r>
            <a:r>
              <a:rPr lang="en-US" altLang="zh-CN" sz="2400" b="1" baseline="30000" dirty="0">
                <a:latin typeface="Times New Roman" panose="02020603050405020304" pitchFamily="18" charset="0"/>
                <a:ea typeface="华文中宋" panose="02010600040101010101" pitchFamily="2" charset="-122"/>
              </a:rPr>
              <a:t>0</a:t>
            </a:r>
            <a:endParaRPr lang="en-US" altLang="zh-CN" sz="2400" b="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电流超前电压</a:t>
            </a:r>
            <a:r>
              <a:rPr lang="en-US" altLang="zh-CN" sz="2400" b="1" dirty="0">
                <a:latin typeface="Times New Roman" panose="02020603050405020304" pitchFamily="18" charset="0"/>
                <a:ea typeface="华文中宋" panose="02010600040101010101" pitchFamily="2" charset="-122"/>
              </a:rPr>
              <a:t>90</a:t>
            </a:r>
            <a:r>
              <a:rPr lang="en-US" altLang="zh-CN" sz="2400" b="1" baseline="30000" dirty="0">
                <a:latin typeface="Times New Roman" panose="02020603050405020304" pitchFamily="18" charset="0"/>
                <a:ea typeface="华文中宋" panose="02010600040101010101" pitchFamily="2" charset="-122"/>
              </a:rPr>
              <a:t>0</a:t>
            </a:r>
            <a:endParaRPr lang="en-US" altLang="zh-CN" sz="2800" b="1" baseline="30000" dirty="0">
              <a:latin typeface="Times New Roman" panose="02020603050405020304" pitchFamily="18" charset="0"/>
              <a:ea typeface="华文中宋" panose="02010600040101010101" pitchFamily="2" charset="-122"/>
            </a:endParaRPr>
          </a:p>
        </p:txBody>
      </p:sp>
      <p:grpSp>
        <p:nvGrpSpPr>
          <p:cNvPr id="6" name="Group 89"/>
          <p:cNvGrpSpPr/>
          <p:nvPr/>
        </p:nvGrpSpPr>
        <p:grpSpPr>
          <a:xfrm>
            <a:off x="684213" y="4191000"/>
            <a:ext cx="3513137" cy="2286000"/>
            <a:chOff x="503" y="2640"/>
            <a:chExt cx="2213" cy="1440"/>
          </a:xfrm>
        </p:grpSpPr>
        <p:grpSp>
          <p:nvGrpSpPr>
            <p:cNvPr id="10304" name="Group 47"/>
            <p:cNvGrpSpPr/>
            <p:nvPr/>
          </p:nvGrpSpPr>
          <p:grpSpPr>
            <a:xfrm>
              <a:off x="503" y="2640"/>
              <a:ext cx="433" cy="291"/>
              <a:chOff x="432" y="2592"/>
              <a:chExt cx="433" cy="291"/>
            </a:xfrm>
          </p:grpSpPr>
          <p:sp>
            <p:nvSpPr>
              <p:cNvPr id="10317" name="Rectangle 48"/>
              <p:cNvSpPr/>
              <p:nvPr/>
            </p:nvSpPr>
            <p:spPr>
              <a:xfrm>
                <a:off x="432" y="2592"/>
                <a:ext cx="22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318" name="Rectangle 49"/>
              <p:cNvSpPr/>
              <p:nvPr/>
            </p:nvSpPr>
            <p:spPr>
              <a:xfrm>
                <a:off x="697" y="2592"/>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grpSp>
          <p:nvGrpSpPr>
            <p:cNvPr id="10305" name="Group 50"/>
            <p:cNvGrpSpPr/>
            <p:nvPr/>
          </p:nvGrpSpPr>
          <p:grpSpPr>
            <a:xfrm>
              <a:off x="761" y="2928"/>
              <a:ext cx="1374" cy="1152"/>
              <a:chOff x="990" y="2928"/>
              <a:chExt cx="1326" cy="1056"/>
            </a:xfrm>
          </p:grpSpPr>
          <p:sp>
            <p:nvSpPr>
              <p:cNvPr id="10315" name="Freeform 51"/>
              <p:cNvSpPr/>
              <p:nvPr/>
            </p:nvSpPr>
            <p:spPr>
              <a:xfrm>
                <a:off x="990" y="2928"/>
                <a:ext cx="667" cy="542"/>
              </a:xfrm>
              <a:custGeom>
                <a:avLst/>
                <a:gdLst>
                  <a:gd name="txL" fmla="*/ 0 w 652"/>
                  <a:gd name="txT" fmla="*/ 0 h 289"/>
                  <a:gd name="txR" fmla="*/ 652 w 652"/>
                  <a:gd name="txB" fmla="*/ 289 h 289"/>
                </a:gdLst>
                <a:ahLst/>
                <a:cxnLst>
                  <a:cxn ang="0">
                    <a:pos x="0" y="23726646"/>
                  </a:cxn>
                  <a:cxn ang="0">
                    <a:pos x="78" y="17206229"/>
                  </a:cxn>
                  <a:cxn ang="0">
                    <a:pos x="166" y="11587311"/>
                  </a:cxn>
                  <a:cxn ang="0">
                    <a:pos x="248" y="6867063"/>
                  </a:cxn>
                  <a:cxn ang="0">
                    <a:pos x="328" y="2807554"/>
                  </a:cxn>
                  <a:cxn ang="0">
                    <a:pos x="401" y="753114"/>
                  </a:cxn>
                  <a:cxn ang="0">
                    <a:pos x="482" y="0"/>
                  </a:cxn>
                  <a:cxn ang="0">
                    <a:pos x="566" y="753114"/>
                  </a:cxn>
                  <a:cxn ang="0">
                    <a:pos x="649" y="2807554"/>
                  </a:cxn>
                  <a:cxn ang="0">
                    <a:pos x="729" y="6867063"/>
                  </a:cxn>
                  <a:cxn ang="0">
                    <a:pos x="815" y="11587311"/>
                  </a:cxn>
                  <a:cxn ang="0">
                    <a:pos x="896" y="17607821"/>
                  </a:cxn>
                  <a:cxn ang="0">
                    <a:pos x="981" y="23726646"/>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316" name="Freeform 52"/>
              <p:cNvSpPr/>
              <p:nvPr/>
            </p:nvSpPr>
            <p:spPr>
              <a:xfrm>
                <a:off x="1650" y="3441"/>
                <a:ext cx="666" cy="543"/>
              </a:xfrm>
              <a:custGeom>
                <a:avLst/>
                <a:gdLst>
                  <a:gd name="txL" fmla="*/ 0 w 653"/>
                  <a:gd name="txT" fmla="*/ 0 h 289"/>
                  <a:gd name="txR" fmla="*/ 653 w 653"/>
                  <a:gd name="txB" fmla="*/ 289 h 289"/>
                </a:gdLst>
                <a:ahLst/>
                <a:cxnLst>
                  <a:cxn ang="0">
                    <a:pos x="928" y="0"/>
                  </a:cxn>
                  <a:cxn ang="0">
                    <a:pos x="850" y="6561689"/>
                  </a:cxn>
                  <a:cxn ang="0">
                    <a:pos x="772" y="12430377"/>
                  </a:cxn>
                  <a:cxn ang="0">
                    <a:pos x="694" y="17370095"/>
                  </a:cxn>
                  <a:cxn ang="0">
                    <a:pos x="616" y="21518724"/>
                  </a:cxn>
                  <a:cxn ang="0">
                    <a:pos x="550" y="23664667"/>
                  </a:cxn>
                  <a:cxn ang="0">
                    <a:pos x="470" y="24512388"/>
                  </a:cxn>
                  <a:cxn ang="0">
                    <a:pos x="393" y="23664667"/>
                  </a:cxn>
                  <a:cxn ang="0">
                    <a:pos x="313" y="21518724"/>
                  </a:cxn>
                  <a:cxn ang="0">
                    <a:pos x="234" y="17370095"/>
                  </a:cxn>
                  <a:cxn ang="0">
                    <a:pos x="154" y="12430377"/>
                  </a:cxn>
                  <a:cxn ang="0">
                    <a:pos x="72" y="6204072"/>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pSp>
        <p:sp>
          <p:nvSpPr>
            <p:cNvPr id="10306" name="Text Box 53"/>
            <p:cNvSpPr txBox="1"/>
            <p:nvPr/>
          </p:nvSpPr>
          <p:spPr>
            <a:xfrm>
              <a:off x="1183" y="2826"/>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latin typeface="Times New Roman" panose="02020603050405020304" pitchFamily="18" charset="0"/>
                <a:ea typeface="华文中宋" panose="02010600040101010101" pitchFamily="2" charset="-122"/>
              </a:endParaRPr>
            </a:p>
          </p:txBody>
        </p:sp>
        <p:sp>
          <p:nvSpPr>
            <p:cNvPr id="10307" name="Line 54"/>
            <p:cNvSpPr/>
            <p:nvPr/>
          </p:nvSpPr>
          <p:spPr>
            <a:xfrm flipV="1">
              <a:off x="753" y="2776"/>
              <a:ext cx="0" cy="1304"/>
            </a:xfrm>
            <a:prstGeom prst="line">
              <a:avLst/>
            </a:prstGeom>
            <a:ln w="38100" cap="flat" cmpd="sng">
              <a:solidFill>
                <a:schemeClr val="tx1"/>
              </a:solidFill>
              <a:prstDash val="solid"/>
              <a:headEnd type="none" w="med" len="med"/>
              <a:tailEnd type="triangle" w="med" len="med"/>
            </a:ln>
          </p:spPr>
        </p:sp>
        <p:sp>
          <p:nvSpPr>
            <p:cNvPr id="10308" name="Freeform 55"/>
            <p:cNvSpPr/>
            <p:nvPr/>
          </p:nvSpPr>
          <p:spPr>
            <a:xfrm>
              <a:off x="766" y="3083"/>
              <a:ext cx="681" cy="432"/>
            </a:xfrm>
            <a:custGeom>
              <a:avLst/>
              <a:gdLst>
                <a:gd name="txL" fmla="*/ 0 w 672"/>
                <a:gd name="txT" fmla="*/ 0 h 193"/>
                <a:gd name="txR" fmla="*/ 672 w 672"/>
                <a:gd name="txB" fmla="*/ 193 h 193"/>
              </a:gdLst>
              <a:ahLst/>
              <a:cxnLst>
                <a:cxn ang="0">
                  <a:pos x="0" y="381895823"/>
                </a:cxn>
                <a:cxn ang="0">
                  <a:pos x="74" y="278311530"/>
                </a:cxn>
                <a:cxn ang="0">
                  <a:pos x="147" y="186605578"/>
                </a:cxn>
                <a:cxn ang="0">
                  <a:pos x="215" y="109292128"/>
                </a:cxn>
                <a:cxn ang="0">
                  <a:pos x="286" y="45251006"/>
                </a:cxn>
                <a:cxn ang="0">
                  <a:pos x="348" y="11497505"/>
                </a:cxn>
                <a:cxn ang="0">
                  <a:pos x="419" y="0"/>
                </a:cxn>
                <a:cxn ang="0">
                  <a:pos x="491" y="11497505"/>
                </a:cxn>
                <a:cxn ang="0">
                  <a:pos x="563" y="45251006"/>
                </a:cxn>
                <a:cxn ang="0">
                  <a:pos x="635" y="109292128"/>
                </a:cxn>
                <a:cxn ang="0">
                  <a:pos x="709" y="186605578"/>
                </a:cxn>
                <a:cxn ang="0">
                  <a:pos x="780" y="284319332"/>
                </a:cxn>
                <a:cxn ang="0">
                  <a:pos x="852" y="381895823"/>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309" name="Line 56"/>
            <p:cNvSpPr/>
            <p:nvPr/>
          </p:nvSpPr>
          <p:spPr>
            <a:xfrm>
              <a:off x="551" y="3504"/>
              <a:ext cx="2017" cy="0"/>
            </a:xfrm>
            <a:prstGeom prst="line">
              <a:avLst/>
            </a:prstGeom>
            <a:ln w="38100" cap="flat" cmpd="sng">
              <a:solidFill>
                <a:schemeClr val="tx1"/>
              </a:solidFill>
              <a:prstDash val="solid"/>
              <a:headEnd type="none" w="med" len="med"/>
              <a:tailEnd type="triangle" w="med" len="med"/>
            </a:ln>
          </p:spPr>
        </p:sp>
        <p:sp>
          <p:nvSpPr>
            <p:cNvPr id="10310" name="Rectangle 57"/>
            <p:cNvSpPr/>
            <p:nvPr/>
          </p:nvSpPr>
          <p:spPr>
            <a:xfrm>
              <a:off x="2395" y="3472"/>
              <a:ext cx="321"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10311" name="Rectangle 58"/>
            <p:cNvSpPr/>
            <p:nvPr/>
          </p:nvSpPr>
          <p:spPr>
            <a:xfrm>
              <a:off x="1011" y="2688"/>
              <a:ext cx="30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312" name="Freeform 59"/>
            <p:cNvSpPr/>
            <p:nvPr/>
          </p:nvSpPr>
          <p:spPr>
            <a:xfrm>
              <a:off x="1447" y="3504"/>
              <a:ext cx="682" cy="432"/>
            </a:xfrm>
            <a:custGeom>
              <a:avLst/>
              <a:gdLst>
                <a:gd name="txL" fmla="*/ 0 w 674"/>
                <a:gd name="txT" fmla="*/ 0 h 193"/>
                <a:gd name="txR" fmla="*/ 674 w 674"/>
                <a:gd name="txB" fmla="*/ 193 h 193"/>
              </a:gdLst>
              <a:ahLst/>
              <a:cxnLst>
                <a:cxn ang="0">
                  <a:pos x="832" y="0"/>
                </a:cxn>
                <a:cxn ang="0">
                  <a:pos x="762" y="103265600"/>
                </a:cxn>
                <a:cxn ang="0">
                  <a:pos x="692" y="194548765"/>
                </a:cxn>
                <a:cxn ang="0">
                  <a:pos x="620" y="269990192"/>
                </a:cxn>
                <a:cxn ang="0">
                  <a:pos x="550" y="335902833"/>
                </a:cxn>
                <a:cxn ang="0">
                  <a:pos x="492" y="369685826"/>
                </a:cxn>
                <a:cxn ang="0">
                  <a:pos x="420" y="381895823"/>
                </a:cxn>
                <a:cxn ang="0">
                  <a:pos x="352" y="369685826"/>
                </a:cxn>
                <a:cxn ang="0">
                  <a:pos x="280" y="335902833"/>
                </a:cxn>
                <a:cxn ang="0">
                  <a:pos x="206" y="269990192"/>
                </a:cxn>
                <a:cxn ang="0">
                  <a:pos x="133" y="194548765"/>
                </a:cxn>
                <a:cxn ang="0">
                  <a:pos x="74" y="97713247"/>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313" name="Rectangle 60"/>
            <p:cNvSpPr/>
            <p:nvPr/>
          </p:nvSpPr>
          <p:spPr>
            <a:xfrm>
              <a:off x="1007" y="3072"/>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i</a:t>
              </a:r>
              <a:endParaRPr lang="en-US" altLang="zh-CN" sz="2400" i="1" dirty="0">
                <a:solidFill>
                  <a:srgbClr val="FF5050"/>
                </a:solidFill>
                <a:latin typeface="Times New Roman" panose="02020603050405020304" pitchFamily="18" charset="0"/>
                <a:ea typeface="华文中宋" panose="02010600040101010101" pitchFamily="2" charset="-122"/>
              </a:endParaRPr>
            </a:p>
          </p:txBody>
        </p:sp>
        <p:sp>
          <p:nvSpPr>
            <p:cNvPr id="10314" name="Rectangle 61"/>
            <p:cNvSpPr/>
            <p:nvPr/>
          </p:nvSpPr>
          <p:spPr>
            <a:xfrm>
              <a:off x="528" y="3456"/>
              <a:ext cx="257"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787518" name="Rectangle 62"/>
          <p:cNvSpPr/>
          <p:nvPr/>
        </p:nvSpPr>
        <p:spPr>
          <a:xfrm>
            <a:off x="1371600" y="3505200"/>
            <a:ext cx="23622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φ=ψ</a:t>
            </a:r>
            <a:r>
              <a:rPr lang="en-US" altLang="zh-CN" sz="2400" b="1" i="1" baseline="-25000" dirty="0">
                <a:latin typeface="Times New Roman" panose="02020603050405020304" pitchFamily="18" charset="0"/>
                <a:ea typeface="华文中宋" panose="02010600040101010101" pitchFamily="2" charset="-122"/>
              </a:rPr>
              <a:t>u </a:t>
            </a:r>
            <a:r>
              <a:rPr lang="en-US" altLang="zh-CN" sz="2400" b="1" i="1" dirty="0">
                <a:latin typeface="Times New Roman" panose="02020603050405020304" pitchFamily="18" charset="0"/>
                <a:ea typeface="华文中宋" panose="02010600040101010101" pitchFamily="2" charset="-122"/>
              </a:rPr>
              <a:t>–ψ</a:t>
            </a:r>
            <a:r>
              <a:rPr lang="en-US" altLang="zh-CN" sz="2400" b="1" i="1" baseline="-25000" dirty="0">
                <a:latin typeface="Times New Roman" panose="02020603050405020304" pitchFamily="18" charset="0"/>
                <a:ea typeface="华文中宋" panose="02010600040101010101" pitchFamily="2" charset="-122"/>
              </a:rPr>
              <a:t>i </a:t>
            </a:r>
            <a:r>
              <a:rPr lang="en-US" altLang="zh-CN" sz="2400" b="1" dirty="0">
                <a:latin typeface="Times New Roman" panose="02020603050405020304" pitchFamily="18" charset="0"/>
                <a:ea typeface="华文中宋" panose="02010600040101010101" pitchFamily="2" charset="-122"/>
              </a:rPr>
              <a:t>=0</a:t>
            </a:r>
            <a:r>
              <a:rPr lang="en-US" altLang="zh-CN" sz="2400" b="1" baseline="30000" dirty="0">
                <a:latin typeface="Times New Roman" panose="02020603050405020304" pitchFamily="18" charset="0"/>
                <a:ea typeface="华文中宋" panose="02010600040101010101" pitchFamily="2" charset="-122"/>
              </a:rPr>
              <a:t>0</a:t>
            </a:r>
            <a:endParaRPr lang="en-US" altLang="zh-CN" sz="2400" b="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电压与电流</a:t>
            </a:r>
            <a:r>
              <a:rPr lang="zh-CN" altLang="en-US" sz="2400" b="1" dirty="0">
                <a:latin typeface="Times New Roman" panose="02020603050405020304" pitchFamily="18" charset="0"/>
                <a:ea typeface="华文中宋" panose="02010600040101010101" pitchFamily="2" charset="-122"/>
                <a:sym typeface="Symbol" panose="05050102010706020507" pitchFamily="18" charset="2"/>
              </a:rPr>
              <a:t>同相</a:t>
            </a:r>
            <a:endParaRPr lang="zh-CN" altLang="en-US" sz="24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787519" name="Rectangle 63"/>
          <p:cNvSpPr/>
          <p:nvPr/>
        </p:nvSpPr>
        <p:spPr>
          <a:xfrm>
            <a:off x="5688013" y="3429000"/>
            <a:ext cx="2693987"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φ=ψ</a:t>
            </a:r>
            <a:r>
              <a:rPr lang="en-US" altLang="zh-CN" sz="2400" b="1" i="1" baseline="-25000" dirty="0">
                <a:latin typeface="Times New Roman" panose="02020603050405020304" pitchFamily="18" charset="0"/>
                <a:ea typeface="华文中宋" panose="02010600040101010101" pitchFamily="2" charset="-122"/>
              </a:rPr>
              <a:t>u </a:t>
            </a:r>
            <a:r>
              <a:rPr lang="en-US" altLang="zh-CN" sz="2400" b="1" i="1" dirty="0">
                <a:latin typeface="Times New Roman" panose="02020603050405020304" pitchFamily="18" charset="0"/>
                <a:ea typeface="华文中宋" panose="02010600040101010101" pitchFamily="2" charset="-122"/>
              </a:rPr>
              <a:t>–ψ</a:t>
            </a:r>
            <a:r>
              <a:rPr lang="en-US" altLang="zh-CN" sz="2400" b="1" i="1" baseline="-25000" dirty="0">
                <a:latin typeface="Times New Roman" panose="02020603050405020304" pitchFamily="18" charset="0"/>
                <a:ea typeface="华文中宋" panose="02010600040101010101" pitchFamily="2" charset="-122"/>
              </a:rPr>
              <a:t>i </a:t>
            </a:r>
            <a:r>
              <a:rPr lang="en-US" altLang="zh-CN" sz="2400" b="1" dirty="0">
                <a:latin typeface="Times New Roman" panose="02020603050405020304" pitchFamily="18" charset="0"/>
                <a:ea typeface="华文中宋" panose="02010600040101010101" pitchFamily="2" charset="-122"/>
              </a:rPr>
              <a:t>=180</a:t>
            </a:r>
            <a:r>
              <a:rPr lang="en-US" altLang="zh-CN" sz="2400" b="1" baseline="30000" dirty="0">
                <a:latin typeface="Times New Roman" panose="02020603050405020304" pitchFamily="18" charset="0"/>
                <a:ea typeface="华文中宋" panose="02010600040101010101" pitchFamily="2" charset="-122"/>
              </a:rPr>
              <a:t>0</a:t>
            </a:r>
            <a:endParaRPr lang="en-US" altLang="zh-CN" sz="2400" b="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电压与电流反相</a:t>
            </a:r>
            <a:endParaRPr lang="zh-CN" altLang="en-US" sz="2400" b="1" dirty="0">
              <a:latin typeface="Times New Roman" panose="02020603050405020304" pitchFamily="18" charset="0"/>
              <a:ea typeface="华文中宋" panose="02010600040101010101" pitchFamily="2" charset="-122"/>
            </a:endParaRPr>
          </a:p>
        </p:txBody>
      </p:sp>
      <p:grpSp>
        <p:nvGrpSpPr>
          <p:cNvPr id="9" name="Group 91"/>
          <p:cNvGrpSpPr/>
          <p:nvPr/>
        </p:nvGrpSpPr>
        <p:grpSpPr>
          <a:xfrm>
            <a:off x="611188" y="981075"/>
            <a:ext cx="3803650" cy="2362200"/>
            <a:chOff x="385" y="618"/>
            <a:chExt cx="2396" cy="1488"/>
          </a:xfrm>
        </p:grpSpPr>
        <p:sp>
          <p:nvSpPr>
            <p:cNvPr id="10281" name="Text Box 65"/>
            <p:cNvSpPr txBox="1"/>
            <p:nvPr/>
          </p:nvSpPr>
          <p:spPr>
            <a:xfrm>
              <a:off x="1065" y="810"/>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latin typeface="Times New Roman" panose="02020603050405020304" pitchFamily="18" charset="0"/>
                <a:ea typeface="华文中宋" panose="02010600040101010101" pitchFamily="2" charset="-122"/>
              </a:endParaRPr>
            </a:p>
          </p:txBody>
        </p:sp>
        <p:sp>
          <p:nvSpPr>
            <p:cNvPr id="10282" name="Rectangle 66"/>
            <p:cNvSpPr/>
            <p:nvPr/>
          </p:nvSpPr>
          <p:spPr>
            <a:xfrm>
              <a:off x="385" y="618"/>
              <a:ext cx="22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283" name="Rectangle 67"/>
            <p:cNvSpPr/>
            <p:nvPr/>
          </p:nvSpPr>
          <p:spPr>
            <a:xfrm>
              <a:off x="650" y="618"/>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sp>
          <p:nvSpPr>
            <p:cNvPr id="10284" name="Line 68"/>
            <p:cNvSpPr/>
            <p:nvPr/>
          </p:nvSpPr>
          <p:spPr>
            <a:xfrm flipV="1">
              <a:off x="635" y="759"/>
              <a:ext cx="0" cy="1347"/>
            </a:xfrm>
            <a:prstGeom prst="line">
              <a:avLst/>
            </a:prstGeom>
            <a:ln w="38100" cap="flat" cmpd="sng">
              <a:solidFill>
                <a:schemeClr val="tx1"/>
              </a:solidFill>
              <a:prstDash val="solid"/>
              <a:headEnd type="none" w="med" len="med"/>
              <a:tailEnd type="triangle" w="med" len="med"/>
            </a:ln>
          </p:spPr>
        </p:sp>
        <p:grpSp>
          <p:nvGrpSpPr>
            <p:cNvPr id="10285" name="Group 69"/>
            <p:cNvGrpSpPr/>
            <p:nvPr/>
          </p:nvGrpSpPr>
          <p:grpSpPr>
            <a:xfrm>
              <a:off x="434" y="1054"/>
              <a:ext cx="2015" cy="912"/>
              <a:chOff x="549" y="1043"/>
              <a:chExt cx="1995" cy="1021"/>
            </a:xfrm>
          </p:grpSpPr>
          <p:sp>
            <p:nvSpPr>
              <p:cNvPr id="10301" name="Freeform 70"/>
              <p:cNvSpPr/>
              <p:nvPr/>
            </p:nvSpPr>
            <p:spPr>
              <a:xfrm>
                <a:off x="549" y="1056"/>
                <a:ext cx="666" cy="511"/>
              </a:xfrm>
              <a:custGeom>
                <a:avLst/>
                <a:gdLst>
                  <a:gd name="txL" fmla="*/ 0 w 672"/>
                  <a:gd name="txT" fmla="*/ 0 h 193"/>
                  <a:gd name="txR" fmla="*/ 672 w 672"/>
                  <a:gd name="txB" fmla="*/ 193 h 193"/>
                </a:gdLst>
                <a:ahLst/>
                <a:cxnLst>
                  <a:cxn ang="0">
                    <a:pos x="0" y="2147483647"/>
                  </a:cxn>
                  <a:cxn ang="0">
                    <a:pos x="55" y="2147483647"/>
                  </a:cxn>
                  <a:cxn ang="0">
                    <a:pos x="94" y="2147483647"/>
                  </a:cxn>
                  <a:cxn ang="0">
                    <a:pos x="151" y="2147483647"/>
                  </a:cxn>
                  <a:cxn ang="0">
                    <a:pos x="190" y="945140326"/>
                  </a:cxn>
                  <a:cxn ang="0">
                    <a:pos x="238" y="244456321"/>
                  </a:cxn>
                  <a:cxn ang="0">
                    <a:pos x="277" y="0"/>
                  </a:cxn>
                  <a:cxn ang="0">
                    <a:pos x="334" y="244456321"/>
                  </a:cxn>
                  <a:cxn ang="0">
                    <a:pos x="377" y="945140326"/>
                  </a:cxn>
                  <a:cxn ang="0">
                    <a:pos x="428" y="2147483647"/>
                  </a:cxn>
                  <a:cxn ang="0">
                    <a:pos x="475" y="2147483647"/>
                  </a:cxn>
                  <a:cxn ang="0">
                    <a:pos x="524" y="2147483647"/>
                  </a:cxn>
                  <a:cxn ang="0">
                    <a:pos x="571"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302" name="Freeform 71"/>
              <p:cNvSpPr/>
              <p:nvPr/>
            </p:nvSpPr>
            <p:spPr>
              <a:xfrm>
                <a:off x="1215" y="1553"/>
                <a:ext cx="666" cy="511"/>
              </a:xfrm>
              <a:custGeom>
                <a:avLst/>
                <a:gdLst>
                  <a:gd name="txL" fmla="*/ 0 w 674"/>
                  <a:gd name="txT" fmla="*/ 0 h 193"/>
                  <a:gd name="txR" fmla="*/ 674 w 674"/>
                  <a:gd name="txB" fmla="*/ 193 h 193"/>
                </a:gdLst>
                <a:ahLst/>
                <a:cxnLst>
                  <a:cxn ang="0">
                    <a:pos x="541" y="0"/>
                  </a:cxn>
                  <a:cxn ang="0">
                    <a:pos x="498" y="2128235168"/>
                  </a:cxn>
                  <a:cxn ang="0">
                    <a:pos x="451" y="2147483647"/>
                  </a:cxn>
                  <a:cxn ang="0">
                    <a:pos x="405" y="2147483647"/>
                  </a:cxn>
                  <a:cxn ang="0">
                    <a:pos x="360" y="2147483647"/>
                  </a:cxn>
                  <a:cxn ang="0">
                    <a:pos x="322" y="2147483647"/>
                  </a:cxn>
                  <a:cxn ang="0">
                    <a:pos x="274" y="2147483647"/>
                  </a:cxn>
                  <a:cxn ang="0">
                    <a:pos x="230" y="2147483647"/>
                  </a:cxn>
                  <a:cxn ang="0">
                    <a:pos x="184" y="2147483647"/>
                  </a:cxn>
                  <a:cxn ang="0">
                    <a:pos x="134" y="2147483647"/>
                  </a:cxn>
                  <a:cxn ang="0">
                    <a:pos x="94" y="2147483647"/>
                  </a:cxn>
                  <a:cxn ang="0">
                    <a:pos x="42" y="2006582232"/>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303" name="Freeform 72"/>
              <p:cNvSpPr/>
              <p:nvPr/>
            </p:nvSpPr>
            <p:spPr>
              <a:xfrm>
                <a:off x="1879" y="1043"/>
                <a:ext cx="665" cy="511"/>
              </a:xfrm>
              <a:custGeom>
                <a:avLst/>
                <a:gdLst>
                  <a:gd name="txL" fmla="*/ 0 w 672"/>
                  <a:gd name="txT" fmla="*/ 0 h 193"/>
                  <a:gd name="txR" fmla="*/ 672 w 672"/>
                  <a:gd name="txB" fmla="*/ 193 h 193"/>
                </a:gdLst>
                <a:ahLst/>
                <a:cxnLst>
                  <a:cxn ang="0">
                    <a:pos x="0" y="2147483647"/>
                  </a:cxn>
                  <a:cxn ang="0">
                    <a:pos x="48" y="2147483647"/>
                  </a:cxn>
                  <a:cxn ang="0">
                    <a:pos x="94" y="2147483647"/>
                  </a:cxn>
                  <a:cxn ang="0">
                    <a:pos x="139" y="2147483647"/>
                  </a:cxn>
                  <a:cxn ang="0">
                    <a:pos x="190" y="945140326"/>
                  </a:cxn>
                  <a:cxn ang="0">
                    <a:pos x="226" y="244456321"/>
                  </a:cxn>
                  <a:cxn ang="0">
                    <a:pos x="276" y="0"/>
                  </a:cxn>
                  <a:cxn ang="0">
                    <a:pos x="321" y="244456321"/>
                  </a:cxn>
                  <a:cxn ang="0">
                    <a:pos x="369" y="945140326"/>
                  </a:cxn>
                  <a:cxn ang="0">
                    <a:pos x="414" y="2147483647"/>
                  </a:cxn>
                  <a:cxn ang="0">
                    <a:pos x="463" y="2147483647"/>
                  </a:cxn>
                  <a:cxn ang="0">
                    <a:pos x="509" y="2147483647"/>
                  </a:cxn>
                  <a:cxn ang="0">
                    <a:pos x="556"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grpSp>
        <p:sp>
          <p:nvSpPr>
            <p:cNvPr id="10286" name="Line 73"/>
            <p:cNvSpPr/>
            <p:nvPr/>
          </p:nvSpPr>
          <p:spPr>
            <a:xfrm>
              <a:off x="386" y="1511"/>
              <a:ext cx="2111" cy="0"/>
            </a:xfrm>
            <a:prstGeom prst="line">
              <a:avLst/>
            </a:prstGeom>
            <a:ln w="38100" cap="flat" cmpd="sng">
              <a:solidFill>
                <a:schemeClr val="tx1"/>
              </a:solidFill>
              <a:prstDash val="solid"/>
              <a:headEnd type="none" w="med" len="med"/>
              <a:tailEnd type="triangle" w="med" len="med"/>
            </a:ln>
          </p:spPr>
        </p:sp>
        <p:sp>
          <p:nvSpPr>
            <p:cNvPr id="10287" name="Rectangle 74"/>
            <p:cNvSpPr/>
            <p:nvPr/>
          </p:nvSpPr>
          <p:spPr>
            <a:xfrm>
              <a:off x="2300" y="1482"/>
              <a:ext cx="321"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10288" name="Rectangle 75"/>
            <p:cNvSpPr/>
            <p:nvPr/>
          </p:nvSpPr>
          <p:spPr>
            <a:xfrm>
              <a:off x="990" y="714"/>
              <a:ext cx="308"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289" name="Rectangle 76"/>
            <p:cNvSpPr/>
            <p:nvPr/>
          </p:nvSpPr>
          <p:spPr>
            <a:xfrm>
              <a:off x="722" y="810"/>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i</a:t>
              </a:r>
              <a:endParaRPr lang="en-US" altLang="zh-CN" sz="2400" i="1" dirty="0">
                <a:solidFill>
                  <a:srgbClr val="FF5050"/>
                </a:solidFill>
                <a:latin typeface="Times New Roman" panose="02020603050405020304" pitchFamily="18" charset="0"/>
                <a:ea typeface="华文中宋" panose="02010600040101010101" pitchFamily="2" charset="-122"/>
              </a:endParaRPr>
            </a:p>
          </p:txBody>
        </p:sp>
        <p:sp>
          <p:nvSpPr>
            <p:cNvPr id="10290" name="Freeform 77"/>
            <p:cNvSpPr/>
            <p:nvPr/>
          </p:nvSpPr>
          <p:spPr>
            <a:xfrm>
              <a:off x="751" y="982"/>
              <a:ext cx="667" cy="554"/>
            </a:xfrm>
            <a:custGeom>
              <a:avLst/>
              <a:gdLst>
                <a:gd name="txL" fmla="*/ 0 w 652"/>
                <a:gd name="txT" fmla="*/ 0 h 289"/>
                <a:gd name="txR" fmla="*/ 652 w 652"/>
                <a:gd name="txB" fmla="*/ 289 h 289"/>
              </a:gdLst>
              <a:ahLst/>
              <a:cxnLst>
                <a:cxn ang="0">
                  <a:pos x="0" y="35179939"/>
                </a:cxn>
                <a:cxn ang="0">
                  <a:pos x="78" y="25569023"/>
                </a:cxn>
                <a:cxn ang="0">
                  <a:pos x="166" y="17228886"/>
                </a:cxn>
                <a:cxn ang="0">
                  <a:pos x="248" y="10145011"/>
                </a:cxn>
                <a:cxn ang="0">
                  <a:pos x="328" y="4164548"/>
                </a:cxn>
                <a:cxn ang="0">
                  <a:pos x="401" y="1095555"/>
                </a:cxn>
                <a:cxn ang="0">
                  <a:pos x="482" y="0"/>
                </a:cxn>
                <a:cxn ang="0">
                  <a:pos x="566" y="1095555"/>
                </a:cxn>
                <a:cxn ang="0">
                  <a:pos x="649" y="4164548"/>
                </a:cxn>
                <a:cxn ang="0">
                  <a:pos x="729" y="10145011"/>
                </a:cxn>
                <a:cxn ang="0">
                  <a:pos x="815" y="17228886"/>
                </a:cxn>
                <a:cxn ang="0">
                  <a:pos x="896" y="26139305"/>
                </a:cxn>
                <a:cxn ang="0">
                  <a:pos x="981" y="35179939"/>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291" name="Freeform 78"/>
            <p:cNvSpPr/>
            <p:nvPr/>
          </p:nvSpPr>
          <p:spPr>
            <a:xfrm>
              <a:off x="1411" y="1506"/>
              <a:ext cx="665" cy="556"/>
            </a:xfrm>
            <a:custGeom>
              <a:avLst/>
              <a:gdLst>
                <a:gd name="txL" fmla="*/ 0 w 653"/>
                <a:gd name="txT" fmla="*/ 0 h 289"/>
                <a:gd name="txR" fmla="*/ 653 w 653"/>
                <a:gd name="txB" fmla="*/ 289 h 289"/>
              </a:gdLst>
              <a:ahLst/>
              <a:cxnLst>
                <a:cxn ang="0">
                  <a:pos x="904" y="0"/>
                </a:cxn>
                <a:cxn ang="0">
                  <a:pos x="827" y="10033089"/>
                </a:cxn>
                <a:cxn ang="0">
                  <a:pos x="753" y="19065550"/>
                </a:cxn>
                <a:cxn ang="0">
                  <a:pos x="675" y="26567244"/>
                </a:cxn>
                <a:cxn ang="0">
                  <a:pos x="600" y="33013423"/>
                </a:cxn>
                <a:cxn ang="0">
                  <a:pos x="533" y="36247899"/>
                </a:cxn>
                <a:cxn ang="0">
                  <a:pos x="455" y="37554029"/>
                </a:cxn>
                <a:cxn ang="0">
                  <a:pos x="382" y="36247899"/>
                </a:cxn>
                <a:cxn ang="0">
                  <a:pos x="302" y="33013423"/>
                </a:cxn>
                <a:cxn ang="0">
                  <a:pos x="228" y="26567244"/>
                </a:cxn>
                <a:cxn ang="0">
                  <a:pos x="149" y="19065550"/>
                </a:cxn>
                <a:cxn ang="0">
                  <a:pos x="72" y="9487534"/>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292" name="Line 79"/>
            <p:cNvSpPr/>
            <p:nvPr/>
          </p:nvSpPr>
          <p:spPr>
            <a:xfrm rot="-620426" flipH="1">
              <a:off x="625" y="1530"/>
              <a:ext cx="144" cy="245"/>
            </a:xfrm>
            <a:prstGeom prst="line">
              <a:avLst/>
            </a:prstGeom>
            <a:ln w="38100" cap="flat" cmpd="sng">
              <a:solidFill>
                <a:schemeClr val="tx1"/>
              </a:solidFill>
              <a:prstDash val="solid"/>
              <a:headEnd type="none" w="med" len="med"/>
              <a:tailEnd type="none" w="med" len="med"/>
            </a:ln>
          </p:spPr>
        </p:sp>
        <p:sp>
          <p:nvSpPr>
            <p:cNvPr id="10293" name="Line 80"/>
            <p:cNvSpPr/>
            <p:nvPr/>
          </p:nvSpPr>
          <p:spPr>
            <a:xfrm>
              <a:off x="434" y="1530"/>
              <a:ext cx="0" cy="372"/>
            </a:xfrm>
            <a:prstGeom prst="line">
              <a:avLst/>
            </a:prstGeom>
            <a:ln w="28575" cap="flat" cmpd="sng">
              <a:solidFill>
                <a:schemeClr val="tx1"/>
              </a:solidFill>
              <a:prstDash val="sysDot"/>
              <a:headEnd type="none" w="med" len="med"/>
              <a:tailEnd type="none" w="med" len="med"/>
            </a:ln>
          </p:spPr>
        </p:sp>
        <p:grpSp>
          <p:nvGrpSpPr>
            <p:cNvPr id="10294" name="Group 81"/>
            <p:cNvGrpSpPr/>
            <p:nvPr/>
          </p:nvGrpSpPr>
          <p:grpSpPr>
            <a:xfrm flipV="1">
              <a:off x="433" y="1867"/>
              <a:ext cx="336" cy="47"/>
              <a:chOff x="3216" y="3312"/>
              <a:chExt cx="240" cy="0"/>
            </a:xfrm>
          </p:grpSpPr>
          <p:sp>
            <p:nvSpPr>
              <p:cNvPr id="10299" name="Line 82"/>
              <p:cNvSpPr/>
              <p:nvPr/>
            </p:nvSpPr>
            <p:spPr>
              <a:xfrm>
                <a:off x="3264" y="3312"/>
                <a:ext cx="192" cy="0"/>
              </a:xfrm>
              <a:prstGeom prst="line">
                <a:avLst/>
              </a:prstGeom>
              <a:ln w="28575" cap="flat" cmpd="sng">
                <a:solidFill>
                  <a:schemeClr val="tx1"/>
                </a:solidFill>
                <a:prstDash val="solid"/>
                <a:headEnd type="none" w="med" len="med"/>
                <a:tailEnd type="triangle" w="sm" len="med"/>
              </a:ln>
            </p:spPr>
          </p:sp>
          <p:sp>
            <p:nvSpPr>
              <p:cNvPr id="10300" name="Line 83"/>
              <p:cNvSpPr/>
              <p:nvPr/>
            </p:nvSpPr>
            <p:spPr>
              <a:xfrm flipH="1">
                <a:off x="3216" y="3312"/>
                <a:ext cx="192" cy="0"/>
              </a:xfrm>
              <a:prstGeom prst="line">
                <a:avLst/>
              </a:prstGeom>
              <a:ln w="28575" cap="flat" cmpd="sng">
                <a:solidFill>
                  <a:schemeClr val="tx1"/>
                </a:solidFill>
                <a:prstDash val="solid"/>
                <a:headEnd type="none" w="med" len="med"/>
                <a:tailEnd type="triangle" w="sm" len="med"/>
              </a:ln>
            </p:spPr>
          </p:sp>
        </p:grpSp>
        <p:sp>
          <p:nvSpPr>
            <p:cNvPr id="10295" name="Rectangle 84"/>
            <p:cNvSpPr/>
            <p:nvPr/>
          </p:nvSpPr>
          <p:spPr>
            <a:xfrm>
              <a:off x="386" y="1779"/>
              <a:ext cx="251"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800" b="1" i="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10296" name="Text Box 85"/>
            <p:cNvSpPr txBox="1"/>
            <p:nvPr/>
          </p:nvSpPr>
          <p:spPr>
            <a:xfrm>
              <a:off x="385" y="143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sp>
          <p:nvSpPr>
            <p:cNvPr id="10297" name="Line 86"/>
            <p:cNvSpPr/>
            <p:nvPr/>
          </p:nvSpPr>
          <p:spPr>
            <a:xfrm>
              <a:off x="769" y="1482"/>
              <a:ext cx="0" cy="432"/>
            </a:xfrm>
            <a:prstGeom prst="line">
              <a:avLst/>
            </a:prstGeom>
            <a:ln w="28575" cap="flat" cmpd="sng">
              <a:solidFill>
                <a:schemeClr val="tx1"/>
              </a:solidFill>
              <a:prstDash val="sysDot"/>
              <a:headEnd type="none" w="med" len="med"/>
              <a:tailEnd type="none" w="med" len="med"/>
            </a:ln>
          </p:spPr>
        </p:sp>
        <p:sp>
          <p:nvSpPr>
            <p:cNvPr id="10298" name="Oval 87"/>
            <p:cNvSpPr/>
            <p:nvPr/>
          </p:nvSpPr>
          <p:spPr>
            <a:xfrm>
              <a:off x="2109" y="754"/>
              <a:ext cx="672" cy="718"/>
            </a:xfrm>
            <a:prstGeom prst="ellipse">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12" name="Group 92"/>
          <p:cNvGrpSpPr/>
          <p:nvPr/>
        </p:nvGrpSpPr>
        <p:grpSpPr>
          <a:xfrm>
            <a:off x="5057775" y="1066800"/>
            <a:ext cx="4078288" cy="2290763"/>
            <a:chOff x="3186" y="672"/>
            <a:chExt cx="2569" cy="1443"/>
          </a:xfrm>
        </p:grpSpPr>
        <p:grpSp>
          <p:nvGrpSpPr>
            <p:cNvPr id="10257" name="Group 3"/>
            <p:cNvGrpSpPr/>
            <p:nvPr/>
          </p:nvGrpSpPr>
          <p:grpSpPr>
            <a:xfrm>
              <a:off x="3186" y="672"/>
              <a:ext cx="2279" cy="1443"/>
              <a:chOff x="3119" y="672"/>
              <a:chExt cx="2279" cy="1443"/>
            </a:xfrm>
          </p:grpSpPr>
          <p:sp>
            <p:nvSpPr>
              <p:cNvPr id="10259" name="Text Box 4"/>
              <p:cNvSpPr txBox="1"/>
              <p:nvPr/>
            </p:nvSpPr>
            <p:spPr>
              <a:xfrm>
                <a:off x="3799" y="858"/>
                <a:ext cx="116"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en-US" altLang="zh-CN" sz="1800" dirty="0">
                  <a:latin typeface="Times New Roman" panose="02020603050405020304" pitchFamily="18" charset="0"/>
                  <a:ea typeface="华文中宋" panose="02010600040101010101" pitchFamily="2" charset="-122"/>
                </a:endParaRPr>
              </a:p>
            </p:txBody>
          </p:sp>
          <p:sp>
            <p:nvSpPr>
              <p:cNvPr id="10260" name="Rectangle 5"/>
              <p:cNvSpPr/>
              <p:nvPr/>
            </p:nvSpPr>
            <p:spPr>
              <a:xfrm>
                <a:off x="3119" y="672"/>
                <a:ext cx="22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261" name="Rectangle 6"/>
              <p:cNvSpPr/>
              <p:nvPr/>
            </p:nvSpPr>
            <p:spPr>
              <a:xfrm>
                <a:off x="3384" y="672"/>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sp>
            <p:nvSpPr>
              <p:cNvPr id="10262" name="Line 7"/>
              <p:cNvSpPr/>
              <p:nvPr/>
            </p:nvSpPr>
            <p:spPr>
              <a:xfrm flipV="1">
                <a:off x="3369" y="808"/>
                <a:ext cx="0" cy="1304"/>
              </a:xfrm>
              <a:prstGeom prst="line">
                <a:avLst/>
              </a:prstGeom>
              <a:ln w="38100" cap="flat" cmpd="sng">
                <a:solidFill>
                  <a:schemeClr val="tx1"/>
                </a:solidFill>
                <a:prstDash val="solid"/>
                <a:headEnd type="none" w="med" len="med"/>
                <a:tailEnd type="triangle" w="med" len="med"/>
              </a:ln>
            </p:spPr>
          </p:sp>
          <p:grpSp>
            <p:nvGrpSpPr>
              <p:cNvPr id="10263" name="Group 8"/>
              <p:cNvGrpSpPr/>
              <p:nvPr/>
            </p:nvGrpSpPr>
            <p:grpSpPr>
              <a:xfrm>
                <a:off x="3382" y="1104"/>
                <a:ext cx="2016" cy="864"/>
                <a:chOff x="549" y="1043"/>
                <a:chExt cx="1995" cy="1021"/>
              </a:xfrm>
            </p:grpSpPr>
            <p:sp>
              <p:nvSpPr>
                <p:cNvPr id="10278" name="Freeform 9"/>
                <p:cNvSpPr/>
                <p:nvPr/>
              </p:nvSpPr>
              <p:spPr>
                <a:xfrm>
                  <a:off x="549" y="1056"/>
                  <a:ext cx="666" cy="511"/>
                </a:xfrm>
                <a:custGeom>
                  <a:avLst/>
                  <a:gdLst>
                    <a:gd name="txL" fmla="*/ 0 w 672"/>
                    <a:gd name="txT" fmla="*/ 0 h 193"/>
                    <a:gd name="txR" fmla="*/ 672 w 672"/>
                    <a:gd name="txB" fmla="*/ 193 h 193"/>
                  </a:gdLst>
                  <a:ahLst/>
                  <a:cxnLst>
                    <a:cxn ang="0">
                      <a:pos x="0" y="2147483647"/>
                    </a:cxn>
                    <a:cxn ang="0">
                      <a:pos x="55" y="2147483647"/>
                    </a:cxn>
                    <a:cxn ang="0">
                      <a:pos x="94" y="2147483647"/>
                    </a:cxn>
                    <a:cxn ang="0">
                      <a:pos x="151" y="2147483647"/>
                    </a:cxn>
                    <a:cxn ang="0">
                      <a:pos x="190" y="945140326"/>
                    </a:cxn>
                    <a:cxn ang="0">
                      <a:pos x="238" y="244456321"/>
                    </a:cxn>
                    <a:cxn ang="0">
                      <a:pos x="277" y="0"/>
                    </a:cxn>
                    <a:cxn ang="0">
                      <a:pos x="334" y="244456321"/>
                    </a:cxn>
                    <a:cxn ang="0">
                      <a:pos x="377" y="945140326"/>
                    </a:cxn>
                    <a:cxn ang="0">
                      <a:pos x="428" y="2147483647"/>
                    </a:cxn>
                    <a:cxn ang="0">
                      <a:pos x="475" y="2147483647"/>
                    </a:cxn>
                    <a:cxn ang="0">
                      <a:pos x="524" y="2147483647"/>
                    </a:cxn>
                    <a:cxn ang="0">
                      <a:pos x="571"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279" name="Freeform 10"/>
                <p:cNvSpPr/>
                <p:nvPr/>
              </p:nvSpPr>
              <p:spPr>
                <a:xfrm>
                  <a:off x="1215" y="1553"/>
                  <a:ext cx="666" cy="511"/>
                </a:xfrm>
                <a:custGeom>
                  <a:avLst/>
                  <a:gdLst>
                    <a:gd name="txL" fmla="*/ 0 w 674"/>
                    <a:gd name="txT" fmla="*/ 0 h 193"/>
                    <a:gd name="txR" fmla="*/ 674 w 674"/>
                    <a:gd name="txB" fmla="*/ 193 h 193"/>
                  </a:gdLst>
                  <a:ahLst/>
                  <a:cxnLst>
                    <a:cxn ang="0">
                      <a:pos x="541" y="0"/>
                    </a:cxn>
                    <a:cxn ang="0">
                      <a:pos x="498" y="2128235168"/>
                    </a:cxn>
                    <a:cxn ang="0">
                      <a:pos x="451" y="2147483647"/>
                    </a:cxn>
                    <a:cxn ang="0">
                      <a:pos x="405" y="2147483647"/>
                    </a:cxn>
                    <a:cxn ang="0">
                      <a:pos x="360" y="2147483647"/>
                    </a:cxn>
                    <a:cxn ang="0">
                      <a:pos x="322" y="2147483647"/>
                    </a:cxn>
                    <a:cxn ang="0">
                      <a:pos x="274" y="2147483647"/>
                    </a:cxn>
                    <a:cxn ang="0">
                      <a:pos x="230" y="2147483647"/>
                    </a:cxn>
                    <a:cxn ang="0">
                      <a:pos x="184" y="2147483647"/>
                    </a:cxn>
                    <a:cxn ang="0">
                      <a:pos x="134" y="2147483647"/>
                    </a:cxn>
                    <a:cxn ang="0">
                      <a:pos x="94" y="2147483647"/>
                    </a:cxn>
                    <a:cxn ang="0">
                      <a:pos x="42" y="2006582232"/>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10280" name="Freeform 11"/>
                <p:cNvSpPr/>
                <p:nvPr/>
              </p:nvSpPr>
              <p:spPr>
                <a:xfrm>
                  <a:off x="1879" y="1043"/>
                  <a:ext cx="665" cy="511"/>
                </a:xfrm>
                <a:custGeom>
                  <a:avLst/>
                  <a:gdLst>
                    <a:gd name="txL" fmla="*/ 0 w 672"/>
                    <a:gd name="txT" fmla="*/ 0 h 193"/>
                    <a:gd name="txR" fmla="*/ 672 w 672"/>
                    <a:gd name="txB" fmla="*/ 193 h 193"/>
                  </a:gdLst>
                  <a:ahLst/>
                  <a:cxnLst>
                    <a:cxn ang="0">
                      <a:pos x="0" y="2147483647"/>
                    </a:cxn>
                    <a:cxn ang="0">
                      <a:pos x="48" y="2147483647"/>
                    </a:cxn>
                    <a:cxn ang="0">
                      <a:pos x="94" y="2147483647"/>
                    </a:cxn>
                    <a:cxn ang="0">
                      <a:pos x="139" y="2147483647"/>
                    </a:cxn>
                    <a:cxn ang="0">
                      <a:pos x="190" y="945140326"/>
                    </a:cxn>
                    <a:cxn ang="0">
                      <a:pos x="226" y="244456321"/>
                    </a:cxn>
                    <a:cxn ang="0">
                      <a:pos x="276" y="0"/>
                    </a:cxn>
                    <a:cxn ang="0">
                      <a:pos x="321" y="244456321"/>
                    </a:cxn>
                    <a:cxn ang="0">
                      <a:pos x="369" y="945140326"/>
                    </a:cxn>
                    <a:cxn ang="0">
                      <a:pos x="414" y="2147483647"/>
                    </a:cxn>
                    <a:cxn ang="0">
                      <a:pos x="463" y="2147483647"/>
                    </a:cxn>
                    <a:cxn ang="0">
                      <a:pos x="509" y="2147483647"/>
                    </a:cxn>
                    <a:cxn ang="0">
                      <a:pos x="556"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grpSp>
          <p:sp>
            <p:nvSpPr>
              <p:cNvPr id="10264" name="Line 12"/>
              <p:cNvSpPr/>
              <p:nvPr/>
            </p:nvSpPr>
            <p:spPr>
              <a:xfrm>
                <a:off x="3120" y="1536"/>
                <a:ext cx="2112" cy="0"/>
              </a:xfrm>
              <a:prstGeom prst="line">
                <a:avLst/>
              </a:prstGeom>
              <a:ln w="38100" cap="flat" cmpd="sng">
                <a:solidFill>
                  <a:schemeClr val="tx1"/>
                </a:solidFill>
                <a:prstDash val="solid"/>
                <a:headEnd type="none" w="med" len="med"/>
                <a:tailEnd type="triangle" w="med" len="med"/>
              </a:ln>
            </p:spPr>
          </p:sp>
          <p:sp>
            <p:nvSpPr>
              <p:cNvPr id="10265" name="Rectangle 13"/>
              <p:cNvSpPr/>
              <p:nvPr/>
            </p:nvSpPr>
            <p:spPr>
              <a:xfrm>
                <a:off x="5035" y="1504"/>
                <a:ext cx="321"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10266" name="Rectangle 14"/>
              <p:cNvSpPr/>
              <p:nvPr/>
            </p:nvSpPr>
            <p:spPr>
              <a:xfrm>
                <a:off x="3888" y="720"/>
                <a:ext cx="30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10267" name="Rectangle 15"/>
              <p:cNvSpPr/>
              <p:nvPr/>
            </p:nvSpPr>
            <p:spPr>
              <a:xfrm>
                <a:off x="3600" y="864"/>
                <a:ext cx="16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i</a:t>
                </a:r>
                <a:endParaRPr lang="en-US" altLang="zh-CN" sz="2400" i="1" dirty="0">
                  <a:solidFill>
                    <a:srgbClr val="FF5050"/>
                  </a:solidFill>
                  <a:latin typeface="Times New Roman" panose="02020603050405020304" pitchFamily="18" charset="0"/>
                  <a:ea typeface="华文中宋" panose="02010600040101010101" pitchFamily="2" charset="-122"/>
                </a:endParaRPr>
              </a:p>
            </p:txBody>
          </p:sp>
          <p:sp>
            <p:nvSpPr>
              <p:cNvPr id="10268" name="Freeform 16"/>
              <p:cNvSpPr/>
              <p:nvPr/>
            </p:nvSpPr>
            <p:spPr>
              <a:xfrm>
                <a:off x="3677" y="1008"/>
                <a:ext cx="667" cy="542"/>
              </a:xfrm>
              <a:custGeom>
                <a:avLst/>
                <a:gdLst>
                  <a:gd name="txL" fmla="*/ 0 w 652"/>
                  <a:gd name="txT" fmla="*/ 0 h 289"/>
                  <a:gd name="txR" fmla="*/ 652 w 652"/>
                  <a:gd name="txB" fmla="*/ 289 h 289"/>
                </a:gdLst>
                <a:ahLst/>
                <a:cxnLst>
                  <a:cxn ang="0">
                    <a:pos x="0" y="23726646"/>
                  </a:cxn>
                  <a:cxn ang="0">
                    <a:pos x="78" y="17206229"/>
                  </a:cxn>
                  <a:cxn ang="0">
                    <a:pos x="166" y="11587311"/>
                  </a:cxn>
                  <a:cxn ang="0">
                    <a:pos x="248" y="6867063"/>
                  </a:cxn>
                  <a:cxn ang="0">
                    <a:pos x="328" y="2807554"/>
                  </a:cxn>
                  <a:cxn ang="0">
                    <a:pos x="401" y="753114"/>
                  </a:cxn>
                  <a:cxn ang="0">
                    <a:pos x="482" y="0"/>
                  </a:cxn>
                  <a:cxn ang="0">
                    <a:pos x="566" y="753114"/>
                  </a:cxn>
                  <a:cxn ang="0">
                    <a:pos x="649" y="2807554"/>
                  </a:cxn>
                  <a:cxn ang="0">
                    <a:pos x="729" y="6867063"/>
                  </a:cxn>
                  <a:cxn ang="0">
                    <a:pos x="815" y="11587311"/>
                  </a:cxn>
                  <a:cxn ang="0">
                    <a:pos x="896" y="17607821"/>
                  </a:cxn>
                  <a:cxn ang="0">
                    <a:pos x="981" y="23726646"/>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269" name="Freeform 17"/>
              <p:cNvSpPr/>
              <p:nvPr/>
            </p:nvSpPr>
            <p:spPr>
              <a:xfrm>
                <a:off x="4337" y="1521"/>
                <a:ext cx="666" cy="543"/>
              </a:xfrm>
              <a:custGeom>
                <a:avLst/>
                <a:gdLst>
                  <a:gd name="txL" fmla="*/ 0 w 653"/>
                  <a:gd name="txT" fmla="*/ 0 h 289"/>
                  <a:gd name="txR" fmla="*/ 653 w 653"/>
                  <a:gd name="txB" fmla="*/ 289 h 289"/>
                </a:gdLst>
                <a:ahLst/>
                <a:cxnLst>
                  <a:cxn ang="0">
                    <a:pos x="928" y="0"/>
                  </a:cxn>
                  <a:cxn ang="0">
                    <a:pos x="850" y="6561689"/>
                  </a:cxn>
                  <a:cxn ang="0">
                    <a:pos x="772" y="12430377"/>
                  </a:cxn>
                  <a:cxn ang="0">
                    <a:pos x="694" y="17370095"/>
                  </a:cxn>
                  <a:cxn ang="0">
                    <a:pos x="616" y="21518724"/>
                  </a:cxn>
                  <a:cxn ang="0">
                    <a:pos x="550" y="23664667"/>
                  </a:cxn>
                  <a:cxn ang="0">
                    <a:pos x="470" y="24512388"/>
                  </a:cxn>
                  <a:cxn ang="0">
                    <a:pos x="393" y="23664667"/>
                  </a:cxn>
                  <a:cxn ang="0">
                    <a:pos x="313" y="21518724"/>
                  </a:cxn>
                  <a:cxn ang="0">
                    <a:pos x="234" y="17370095"/>
                  </a:cxn>
                  <a:cxn ang="0">
                    <a:pos x="154" y="12430377"/>
                  </a:cxn>
                  <a:cxn ang="0">
                    <a:pos x="72" y="6204072"/>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0270" name="Line 18"/>
              <p:cNvSpPr/>
              <p:nvPr/>
            </p:nvSpPr>
            <p:spPr>
              <a:xfrm rot="-620426" flipH="1">
                <a:off x="3552" y="1550"/>
                <a:ext cx="144" cy="240"/>
              </a:xfrm>
              <a:prstGeom prst="line">
                <a:avLst/>
              </a:prstGeom>
              <a:ln w="38100" cap="flat" cmpd="sng">
                <a:solidFill>
                  <a:schemeClr val="tx1"/>
                </a:solidFill>
                <a:prstDash val="solid"/>
                <a:headEnd type="none" w="med" len="med"/>
                <a:tailEnd type="none" w="med" len="med"/>
              </a:ln>
            </p:spPr>
          </p:sp>
          <p:sp>
            <p:nvSpPr>
              <p:cNvPr id="10271" name="Freeform 19"/>
              <p:cNvSpPr/>
              <p:nvPr/>
            </p:nvSpPr>
            <p:spPr>
              <a:xfrm>
                <a:off x="3381" y="1737"/>
                <a:ext cx="210" cy="278"/>
              </a:xfrm>
              <a:custGeom>
                <a:avLst/>
                <a:gdLst>
                  <a:gd name="txL" fmla="*/ 0 w 210"/>
                  <a:gd name="txT" fmla="*/ 0 h 284"/>
                  <a:gd name="txR" fmla="*/ 210 w 210"/>
                  <a:gd name="txB" fmla="*/ 284 h 284"/>
                </a:gdLst>
                <a:ahLst/>
                <a:cxnLst>
                  <a:cxn ang="0">
                    <a:pos x="0" y="194"/>
                  </a:cxn>
                  <a:cxn ang="0">
                    <a:pos x="109" y="168"/>
                  </a:cxn>
                  <a:cxn ang="0">
                    <a:pos x="146" y="113"/>
                  </a:cxn>
                  <a:cxn ang="0">
                    <a:pos x="164" y="74"/>
                  </a:cxn>
                  <a:cxn ang="0">
                    <a:pos x="182" y="59"/>
                  </a:cxn>
                  <a:cxn ang="0">
                    <a:pos x="201" y="23"/>
                  </a:cxn>
                  <a:cxn ang="0">
                    <a:pos x="210" y="0"/>
                  </a:cxn>
                </a:cxnLst>
                <a:rect l="txL" t="txT" r="txR" b="txB"/>
                <a:pathLst>
                  <a:path w="210" h="284">
                    <a:moveTo>
                      <a:pt x="0" y="284"/>
                    </a:moveTo>
                    <a:cubicBezTo>
                      <a:pt x="47" y="276"/>
                      <a:pt x="71" y="273"/>
                      <a:pt x="109" y="247"/>
                    </a:cubicBezTo>
                    <a:cubicBezTo>
                      <a:pt x="132" y="182"/>
                      <a:pt x="117" y="208"/>
                      <a:pt x="146" y="165"/>
                    </a:cubicBezTo>
                    <a:cubicBezTo>
                      <a:pt x="152" y="147"/>
                      <a:pt x="153" y="126"/>
                      <a:pt x="164" y="110"/>
                    </a:cubicBezTo>
                    <a:cubicBezTo>
                      <a:pt x="170" y="101"/>
                      <a:pt x="178" y="93"/>
                      <a:pt x="182" y="83"/>
                    </a:cubicBezTo>
                    <a:cubicBezTo>
                      <a:pt x="190" y="65"/>
                      <a:pt x="195" y="46"/>
                      <a:pt x="201" y="28"/>
                    </a:cubicBezTo>
                    <a:cubicBezTo>
                      <a:pt x="204" y="19"/>
                      <a:pt x="210" y="0"/>
                      <a:pt x="210" y="0"/>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10272" name="Line 20"/>
              <p:cNvSpPr/>
              <p:nvPr/>
            </p:nvSpPr>
            <p:spPr>
              <a:xfrm>
                <a:off x="3695" y="1555"/>
                <a:ext cx="0" cy="360"/>
              </a:xfrm>
              <a:prstGeom prst="line">
                <a:avLst/>
              </a:prstGeom>
              <a:ln w="28575" cap="flat" cmpd="sng">
                <a:solidFill>
                  <a:schemeClr val="tx1"/>
                </a:solidFill>
                <a:prstDash val="solid"/>
                <a:headEnd type="none" w="med" len="med"/>
                <a:tailEnd type="none" w="med" len="med"/>
              </a:ln>
            </p:spPr>
          </p:sp>
          <p:grpSp>
            <p:nvGrpSpPr>
              <p:cNvPr id="10273" name="Group 21"/>
              <p:cNvGrpSpPr/>
              <p:nvPr/>
            </p:nvGrpSpPr>
            <p:grpSpPr>
              <a:xfrm flipV="1">
                <a:off x="3360" y="1834"/>
                <a:ext cx="336" cy="46"/>
                <a:chOff x="3216" y="3312"/>
                <a:chExt cx="240" cy="0"/>
              </a:xfrm>
            </p:grpSpPr>
            <p:sp>
              <p:nvSpPr>
                <p:cNvPr id="10276" name="Line 22"/>
                <p:cNvSpPr/>
                <p:nvPr/>
              </p:nvSpPr>
              <p:spPr>
                <a:xfrm>
                  <a:off x="3264" y="3312"/>
                  <a:ext cx="192" cy="0"/>
                </a:xfrm>
                <a:prstGeom prst="line">
                  <a:avLst/>
                </a:prstGeom>
                <a:ln w="28575" cap="flat" cmpd="sng">
                  <a:solidFill>
                    <a:schemeClr val="tx1"/>
                  </a:solidFill>
                  <a:prstDash val="solid"/>
                  <a:headEnd type="none" w="med" len="med"/>
                  <a:tailEnd type="triangle" w="sm" len="med"/>
                </a:ln>
              </p:spPr>
            </p:sp>
            <p:sp>
              <p:nvSpPr>
                <p:cNvPr id="10277" name="Line 23"/>
                <p:cNvSpPr/>
                <p:nvPr/>
              </p:nvSpPr>
              <p:spPr>
                <a:xfrm flipH="1">
                  <a:off x="3216" y="3312"/>
                  <a:ext cx="192" cy="0"/>
                </a:xfrm>
                <a:prstGeom prst="line">
                  <a:avLst/>
                </a:prstGeom>
                <a:ln w="28575" cap="flat" cmpd="sng">
                  <a:solidFill>
                    <a:schemeClr val="tx1"/>
                  </a:solidFill>
                  <a:prstDash val="solid"/>
                  <a:headEnd type="none" w="med" len="med"/>
                  <a:tailEnd type="triangle" w="sm" len="med"/>
                </a:ln>
              </p:spPr>
            </p:sp>
          </p:grpSp>
          <p:sp>
            <p:nvSpPr>
              <p:cNvPr id="10274" name="Rectangle 24"/>
              <p:cNvSpPr/>
              <p:nvPr/>
            </p:nvSpPr>
            <p:spPr>
              <a:xfrm>
                <a:off x="3359" y="1824"/>
                <a:ext cx="50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90°</a:t>
                </a:r>
                <a:endParaRPr lang="en-US" altLang="zh-CN" sz="24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10275" name="Rectangle 25"/>
              <p:cNvSpPr/>
              <p:nvPr/>
            </p:nvSpPr>
            <p:spPr>
              <a:xfrm>
                <a:off x="3153" y="1488"/>
                <a:ext cx="257"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10258" name="Oval 88"/>
            <p:cNvSpPr/>
            <p:nvPr/>
          </p:nvSpPr>
          <p:spPr>
            <a:xfrm>
              <a:off x="5035" y="817"/>
              <a:ext cx="720" cy="720"/>
            </a:xfrm>
            <a:prstGeom prst="ellipse">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87458"/>
                                        </p:tgtEl>
                                        <p:attrNameLst>
                                          <p:attrName>style.visibility</p:attrName>
                                        </p:attrNameLst>
                                      </p:cBhvr>
                                      <p:to>
                                        <p:strVal val="visible"/>
                                      </p:to>
                                    </p:set>
                                    <p:animEffect transition="in" filter="wipe(up)">
                                      <p:cBhvr>
                                        <p:cTn id="7" dur="500"/>
                                        <p:tgtEl>
                                          <p:spTgt spid="78745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87499"/>
                                        </p:tgtEl>
                                        <p:attrNameLst>
                                          <p:attrName>style.visibility</p:attrName>
                                        </p:attrNameLst>
                                      </p:cBhvr>
                                      <p:to>
                                        <p:strVal val="visible"/>
                                      </p:to>
                                    </p:set>
                                    <p:animEffect transition="in" filter="wipe(left)">
                                      <p:cBhvr>
                                        <p:cTn id="11" dur="500"/>
                                        <p:tgtEl>
                                          <p:spTgt spid="787499"/>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9"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strips(up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87500"/>
                                        </p:tgtEl>
                                        <p:attrNameLst>
                                          <p:attrName>style.visibility</p:attrName>
                                        </p:attrNameLst>
                                      </p:cBhvr>
                                      <p:to>
                                        <p:strVal val="visible"/>
                                      </p:to>
                                    </p:set>
                                    <p:animEffect transition="in" filter="blinds(horizontal)">
                                      <p:cBhvr>
                                        <p:cTn id="21" dur="500"/>
                                        <p:tgtEl>
                                          <p:spTgt spid="787500"/>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strips(upRigh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87501"/>
                                        </p:tgtEl>
                                        <p:attrNameLst>
                                          <p:attrName>style.visibility</p:attrName>
                                        </p:attrNameLst>
                                      </p:cBhvr>
                                      <p:to>
                                        <p:strVal val="visible"/>
                                      </p:to>
                                    </p:set>
                                    <p:animEffect transition="in" filter="blinds(horizontal)">
                                      <p:cBhvr>
                                        <p:cTn id="31" dur="500"/>
                                        <p:tgtEl>
                                          <p:spTgt spid="787501"/>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strips(down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87518"/>
                                        </p:tgtEl>
                                        <p:attrNameLst>
                                          <p:attrName>style.visibility</p:attrName>
                                        </p:attrNameLst>
                                      </p:cBhvr>
                                      <p:to>
                                        <p:strVal val="visible"/>
                                      </p:to>
                                    </p:set>
                                    <p:animEffect transition="in" filter="blinds(horizontal)">
                                      <p:cBhvr>
                                        <p:cTn id="41" dur="500"/>
                                        <p:tgtEl>
                                          <p:spTgt spid="787518"/>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strips(downRight)">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87519"/>
                                        </p:tgtEl>
                                        <p:attrNameLst>
                                          <p:attrName>style.visibility</p:attrName>
                                        </p:attrNameLst>
                                      </p:cBhvr>
                                      <p:to>
                                        <p:strVal val="visible"/>
                                      </p:to>
                                    </p:set>
                                    <p:animEffect transition="in" filter="blinds(horizontal)">
                                      <p:cBhvr>
                                        <p:cTn id="51" dur="500"/>
                                        <p:tgtEl>
                                          <p:spTgt spid="787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500" grpId="0"/>
      <p:bldP spid="787501" grpId="0"/>
      <p:bldP spid="787518" grpId="0"/>
      <p:bldP spid="7875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11267" name="Text Box 2"/>
          <p:cNvSpPr txBox="1"/>
          <p:nvPr/>
        </p:nvSpPr>
        <p:spPr>
          <a:xfrm>
            <a:off x="228600" y="533400"/>
            <a:ext cx="8458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注意：</a:t>
            </a:r>
            <a:endParaRPr lang="zh-CN" altLang="en-US" sz="2800" b="1" dirty="0">
              <a:solidFill>
                <a:srgbClr val="FF0000"/>
              </a:solidFill>
              <a:latin typeface="Times New Roman" panose="02020603050405020304" pitchFamily="18" charset="0"/>
              <a:ea typeface="华文中宋" panose="02010600040101010101" pitchFamily="2" charset="-122"/>
            </a:endParaRPr>
          </a:p>
        </p:txBody>
      </p:sp>
      <p:sp>
        <p:nvSpPr>
          <p:cNvPr id="943107" name="Rectangle 3"/>
          <p:cNvSpPr/>
          <p:nvPr/>
        </p:nvSpPr>
        <p:spPr>
          <a:xfrm>
            <a:off x="381000" y="2362200"/>
            <a:ext cx="6802438"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2</a:t>
            </a:r>
            <a:r>
              <a:rPr lang="zh-CN" altLang="en-US" sz="2400" b="1" dirty="0">
                <a:latin typeface="Times New Roman" panose="02020603050405020304" pitchFamily="18" charset="0"/>
                <a:ea typeface="华文中宋" panose="02010600040101010101" pitchFamily="2" charset="-122"/>
              </a:rPr>
              <a:t>、</a:t>
            </a:r>
            <a:r>
              <a:rPr lang="zh-CN" altLang="en-US" sz="2400" b="1" dirty="0">
                <a:solidFill>
                  <a:srgbClr val="33CC33"/>
                </a:solidFill>
                <a:latin typeface="Times New Roman" panose="02020603050405020304" pitchFamily="18" charset="0"/>
                <a:ea typeface="华文中宋" panose="02010600040101010101" pitchFamily="2" charset="-122"/>
              </a:rPr>
              <a:t>不同频率的正弦量</a:t>
            </a:r>
            <a:r>
              <a:rPr lang="zh-CN" altLang="en-US" sz="2400" b="1" dirty="0">
                <a:latin typeface="Times New Roman" panose="02020603050405020304" pitchFamily="18" charset="0"/>
                <a:ea typeface="华文中宋" panose="02010600040101010101" pitchFamily="2" charset="-122"/>
              </a:rPr>
              <a:t>之间比较相位差没有意义。</a:t>
            </a:r>
            <a:endParaRPr lang="zh-CN" altLang="en-US" sz="2400" b="1" dirty="0">
              <a:latin typeface="Times New Roman" panose="02020603050405020304" pitchFamily="18" charset="0"/>
              <a:ea typeface="华文中宋" panose="02010600040101010101" pitchFamily="2" charset="-122"/>
            </a:endParaRPr>
          </a:p>
        </p:txBody>
      </p:sp>
      <p:sp>
        <p:nvSpPr>
          <p:cNvPr id="943108" name="Rectangle 4"/>
          <p:cNvSpPr/>
          <p:nvPr/>
        </p:nvSpPr>
        <p:spPr>
          <a:xfrm>
            <a:off x="381000" y="1268413"/>
            <a:ext cx="800100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1</a:t>
            </a:r>
            <a:r>
              <a:rPr lang="zh-CN" altLang="en-US" sz="2400" b="1" dirty="0">
                <a:latin typeface="Times New Roman" panose="02020603050405020304" pitchFamily="18" charset="0"/>
                <a:ea typeface="华文中宋" panose="02010600040101010101" pitchFamily="2" charset="-122"/>
              </a:rPr>
              <a:t>、</a:t>
            </a:r>
            <a:r>
              <a:rPr lang="zh-CN" altLang="en-US" sz="2400" b="1" dirty="0">
                <a:solidFill>
                  <a:srgbClr val="33CC33"/>
                </a:solidFill>
                <a:latin typeface="Times New Roman" panose="02020603050405020304" pitchFamily="18" charset="0"/>
                <a:ea typeface="华文中宋" panose="02010600040101010101" pitchFamily="2" charset="-122"/>
              </a:rPr>
              <a:t>两同频率的正弦量</a:t>
            </a:r>
            <a:r>
              <a:rPr lang="zh-CN" altLang="en-US" sz="2400" b="1" dirty="0">
                <a:latin typeface="Times New Roman" panose="02020603050405020304" pitchFamily="18" charset="0"/>
                <a:ea typeface="华文中宋" panose="02010600040101010101" pitchFamily="2" charset="-122"/>
              </a:rPr>
              <a:t>之间的相位差为常数，与计时起点的选择无关。</a:t>
            </a:r>
            <a:endParaRPr lang="zh-CN" altLang="en-US" sz="2400" b="1" dirty="0">
              <a:latin typeface="Times New Roman" panose="02020603050405020304" pitchFamily="18" charset="0"/>
              <a:ea typeface="华文中宋" panose="02010600040101010101" pitchFamily="2" charset="-122"/>
            </a:endParaRPr>
          </a:p>
        </p:txBody>
      </p:sp>
      <p:sp>
        <p:nvSpPr>
          <p:cNvPr id="943109" name="Rectangle 5"/>
          <p:cNvSpPr/>
          <p:nvPr/>
        </p:nvSpPr>
        <p:spPr>
          <a:xfrm>
            <a:off x="381000" y="3124200"/>
            <a:ext cx="8458200" cy="30464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3</a:t>
            </a:r>
            <a:r>
              <a:rPr lang="zh-CN" altLang="en-US" sz="2400" b="1" dirty="0">
                <a:latin typeface="Times New Roman" panose="02020603050405020304" pitchFamily="18" charset="0"/>
                <a:ea typeface="华文中宋" panose="02010600040101010101" pitchFamily="2" charset="-122"/>
              </a:rPr>
              <a:t>、</a:t>
            </a:r>
            <a:r>
              <a:rPr lang="zh-CN" altLang="en-US" sz="2400" b="1" dirty="0">
                <a:solidFill>
                  <a:srgbClr val="FF0000"/>
                </a:solidFill>
                <a:latin typeface="Times New Roman" panose="02020603050405020304" pitchFamily="18" charset="0"/>
                <a:ea typeface="华文中宋" panose="02010600040101010101" pitchFamily="2" charset="-122"/>
              </a:rPr>
              <a:t>参考正弦量的选取：</a:t>
            </a:r>
            <a:r>
              <a:rPr lang="zh-CN" altLang="en-US" sz="2400" b="1" dirty="0">
                <a:latin typeface="Times New Roman" panose="02020603050405020304" pitchFamily="18" charset="0"/>
                <a:ea typeface="华文中宋" panose="02010600040101010101" pitchFamily="2" charset="-122"/>
              </a:rPr>
              <a:t>为了分析问题的方便，在一些</a:t>
            </a:r>
            <a:r>
              <a:rPr lang="zh-CN" altLang="en-US" sz="2400" b="1" dirty="0">
                <a:solidFill>
                  <a:srgbClr val="33CC33"/>
                </a:solidFill>
                <a:latin typeface="Times New Roman" panose="02020603050405020304" pitchFamily="18" charset="0"/>
                <a:ea typeface="华文中宋" panose="02010600040101010101" pitchFamily="2" charset="-122"/>
              </a:rPr>
              <a:t>有关的同频率正弦量</a:t>
            </a:r>
            <a:r>
              <a:rPr lang="zh-CN" altLang="en-US" sz="2400" b="1" dirty="0">
                <a:latin typeface="Times New Roman" panose="02020603050405020304" pitchFamily="18" charset="0"/>
                <a:ea typeface="华文中宋" panose="02010600040101010101" pitchFamily="2" charset="-122"/>
              </a:rPr>
              <a:t>中，可以选择其中的一个</a:t>
            </a:r>
            <a:r>
              <a:rPr lang="zh-CN" altLang="en-US" sz="2400" b="1" dirty="0">
                <a:solidFill>
                  <a:srgbClr val="FF0000"/>
                </a:solidFill>
                <a:latin typeface="Times New Roman" panose="02020603050405020304" pitchFamily="18" charset="0"/>
                <a:ea typeface="华文中宋" panose="02010600040101010101" pitchFamily="2" charset="-122"/>
              </a:rPr>
              <a:t>初相位为零的正弦量为参考</a:t>
            </a:r>
            <a:r>
              <a:rPr lang="zh-CN" altLang="en-US" sz="2400" b="1" dirty="0">
                <a:latin typeface="Times New Roman" panose="02020603050405020304" pitchFamily="18" charset="0"/>
                <a:ea typeface="华文中宋" panose="02010600040101010101" pitchFamily="2" charset="-122"/>
              </a:rPr>
              <a:t>，其他正弦量的初相位必须与这个参考正弦量的初相位比较，即以其他正弦量的初相位等于它们和参考正弦量之间的相位差。在</a:t>
            </a:r>
            <a:r>
              <a:rPr lang="en-US" altLang="zh-CN" sz="2400" b="1" i="1" dirty="0">
                <a:latin typeface="Times New Roman" panose="02020603050405020304" pitchFamily="18" charset="0"/>
                <a:ea typeface="华文中宋" panose="02010600040101010101" pitchFamily="2" charset="-122"/>
              </a:rPr>
              <a:t>n</a:t>
            </a:r>
            <a:r>
              <a:rPr lang="zh-CN" altLang="en-US" sz="2400" b="1" dirty="0">
                <a:latin typeface="Times New Roman" panose="02020603050405020304" pitchFamily="18" charset="0"/>
                <a:ea typeface="华文中宋" panose="02010600040101010101" pitchFamily="2" charset="-122"/>
              </a:rPr>
              <a:t>个正弦量中，只能选择一个为参考正弦量。</a:t>
            </a:r>
            <a:endParaRPr lang="zh-CN" altLang="en-US" sz="2400" b="1" dirty="0">
              <a:latin typeface="Times New Roman" panose="02020603050405020304" pitchFamily="18" charset="0"/>
              <a:ea typeface="华文中宋" panose="02010600040101010101" pitchFamily="2" charset="-122"/>
            </a:endParaRPr>
          </a:p>
          <a:p>
            <a:pPr marL="0" lvl="0" indent="0" eaLnBrk="1" hangingPunct="1">
              <a:lnSpc>
                <a:spcPct val="125000"/>
              </a:lnSpc>
              <a:spcBef>
                <a:spcPct val="50000"/>
              </a:spcBef>
              <a:buClrTx/>
              <a:buSzTx/>
              <a:buFontTx/>
              <a:buNone/>
            </a:pP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43108"/>
                                        </p:tgtEl>
                                        <p:attrNameLst>
                                          <p:attrName>style.visibility</p:attrName>
                                        </p:attrNameLst>
                                      </p:cBhvr>
                                      <p:to>
                                        <p:strVal val="visible"/>
                                      </p:to>
                                    </p:set>
                                    <p:animEffect transition="in" filter="blinds(horizontal)">
                                      <p:cBhvr>
                                        <p:cTn id="7" dur="500"/>
                                        <p:tgtEl>
                                          <p:spTgt spid="943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3107"/>
                                        </p:tgtEl>
                                        <p:attrNameLst>
                                          <p:attrName>style.visibility</p:attrName>
                                        </p:attrNameLst>
                                      </p:cBhvr>
                                      <p:to>
                                        <p:strVal val="visible"/>
                                      </p:to>
                                    </p:set>
                                    <p:animEffect transition="in" filter="wipe(left)">
                                      <p:cBhvr>
                                        <p:cTn id="12" dur="500"/>
                                        <p:tgtEl>
                                          <p:spTgt spid="9431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43109"/>
                                        </p:tgtEl>
                                        <p:attrNameLst>
                                          <p:attrName>style.visibility</p:attrName>
                                        </p:attrNameLst>
                                      </p:cBhvr>
                                      <p:to>
                                        <p:strVal val="visible"/>
                                      </p:to>
                                    </p:set>
                                    <p:animEffect transition="in" filter="blinds(horizontal)">
                                      <p:cBhvr>
                                        <p:cTn id="17" dur="500"/>
                                        <p:tgtEl>
                                          <p:spTgt spid="943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7" grpId="0"/>
      <p:bldP spid="943108" grpId="0"/>
      <p:bldP spid="94310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44131" name="Text Box 3"/>
          <p:cNvSpPr txBox="1"/>
          <p:nvPr/>
        </p:nvSpPr>
        <p:spPr>
          <a:xfrm>
            <a:off x="542925" y="1193800"/>
            <a:ext cx="69342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有效值的定义方法：</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944132" name="Object 4"/>
          <p:cNvGraphicFramePr>
            <a:graphicFrameLocks noChangeAspect="1"/>
          </p:cNvGraphicFramePr>
          <p:nvPr/>
        </p:nvGraphicFramePr>
        <p:xfrm>
          <a:off x="1476375" y="2814638"/>
          <a:ext cx="2057400" cy="796925"/>
        </p:xfrm>
        <a:graphic>
          <a:graphicData uri="http://schemas.openxmlformats.org/presentationml/2006/ole">
            <mc:AlternateContent xmlns:mc="http://schemas.openxmlformats.org/markup-compatibility/2006">
              <mc:Choice xmlns:v="urn:schemas-microsoft-com:vml" Requires="v">
                <p:oleObj spid="_x0000_s3082" name="" r:id="rId1" imgW="850265" imgH="330200" progId="Equation.DSMT4">
                  <p:embed/>
                </p:oleObj>
              </mc:Choice>
              <mc:Fallback>
                <p:oleObj name="" r:id="rId1" imgW="850265" imgH="330200" progId="Equation.DSMT4">
                  <p:embed/>
                  <p:pic>
                    <p:nvPicPr>
                      <p:cNvPr id="0" name="图片 3081"/>
                      <p:cNvPicPr/>
                      <p:nvPr/>
                    </p:nvPicPr>
                    <p:blipFill>
                      <a:blip r:embed="rId2"/>
                      <a:stretch>
                        <a:fillRect/>
                      </a:stretch>
                    </p:blipFill>
                    <p:spPr>
                      <a:xfrm>
                        <a:off x="1476375" y="2814638"/>
                        <a:ext cx="2057400" cy="796925"/>
                      </a:xfrm>
                      <a:prstGeom prst="rect">
                        <a:avLst/>
                      </a:prstGeom>
                      <a:noFill/>
                      <a:ln w="38100">
                        <a:noFill/>
                        <a:miter/>
                      </a:ln>
                    </p:spPr>
                  </p:pic>
                </p:oleObj>
              </mc:Fallback>
            </mc:AlternateContent>
          </a:graphicData>
        </a:graphic>
      </p:graphicFrame>
      <p:graphicFrame>
        <p:nvGraphicFramePr>
          <p:cNvPr id="944133" name="Object 5"/>
          <p:cNvGraphicFramePr>
            <a:graphicFrameLocks noChangeAspect="1"/>
          </p:cNvGraphicFramePr>
          <p:nvPr/>
        </p:nvGraphicFramePr>
        <p:xfrm>
          <a:off x="4648200" y="2947988"/>
          <a:ext cx="1676400" cy="579437"/>
        </p:xfrm>
        <a:graphic>
          <a:graphicData uri="http://schemas.openxmlformats.org/presentationml/2006/ole">
            <mc:AlternateContent xmlns:mc="http://schemas.openxmlformats.org/markup-compatibility/2006">
              <mc:Choice xmlns:v="urn:schemas-microsoft-com:vml" Requires="v">
                <p:oleObj spid="_x0000_s3083" name="" r:id="rId3" imgW="698500" imgH="241300" progId="Equation.DSMT4">
                  <p:embed/>
                </p:oleObj>
              </mc:Choice>
              <mc:Fallback>
                <p:oleObj name="" r:id="rId3" imgW="698500" imgH="241300" progId="Equation.DSMT4">
                  <p:embed/>
                  <p:pic>
                    <p:nvPicPr>
                      <p:cNvPr id="0" name="图片 3082"/>
                      <p:cNvPicPr/>
                      <p:nvPr/>
                    </p:nvPicPr>
                    <p:blipFill>
                      <a:blip r:embed="rId4"/>
                      <a:stretch>
                        <a:fillRect/>
                      </a:stretch>
                    </p:blipFill>
                    <p:spPr>
                      <a:xfrm>
                        <a:off x="4648200" y="2947988"/>
                        <a:ext cx="1676400" cy="579437"/>
                      </a:xfrm>
                      <a:prstGeom prst="rect">
                        <a:avLst/>
                      </a:prstGeom>
                      <a:noFill/>
                      <a:ln w="38100">
                        <a:noFill/>
                        <a:miter/>
                      </a:ln>
                    </p:spPr>
                  </p:pic>
                </p:oleObj>
              </mc:Fallback>
            </mc:AlternateContent>
          </a:graphicData>
        </a:graphic>
      </p:graphicFrame>
      <p:graphicFrame>
        <p:nvGraphicFramePr>
          <p:cNvPr id="944134" name="Object 6"/>
          <p:cNvGraphicFramePr>
            <a:graphicFrameLocks noChangeAspect="1"/>
          </p:cNvGraphicFramePr>
          <p:nvPr/>
        </p:nvGraphicFramePr>
        <p:xfrm>
          <a:off x="5076825" y="3814763"/>
          <a:ext cx="2743200" cy="892175"/>
        </p:xfrm>
        <a:graphic>
          <a:graphicData uri="http://schemas.openxmlformats.org/presentationml/2006/ole">
            <mc:AlternateContent xmlns:mc="http://schemas.openxmlformats.org/markup-compatibility/2006">
              <mc:Choice xmlns:v="urn:schemas-microsoft-com:vml" Requires="v">
                <p:oleObj spid="_x0000_s3081" name="" r:id="rId5" imgW="1016000" imgH="330200" progId="Equation.DSMT4">
                  <p:embed/>
                </p:oleObj>
              </mc:Choice>
              <mc:Fallback>
                <p:oleObj name="" r:id="rId5" imgW="1016000" imgH="330200" progId="Equation.DSMT4">
                  <p:embed/>
                  <p:pic>
                    <p:nvPicPr>
                      <p:cNvPr id="0" name="图片 3080"/>
                      <p:cNvPicPr/>
                      <p:nvPr/>
                    </p:nvPicPr>
                    <p:blipFill>
                      <a:blip r:embed="rId6"/>
                      <a:stretch>
                        <a:fillRect/>
                      </a:stretch>
                    </p:blipFill>
                    <p:spPr>
                      <a:xfrm>
                        <a:off x="5076825" y="3814763"/>
                        <a:ext cx="2743200" cy="892175"/>
                      </a:xfrm>
                      <a:prstGeom prst="rect">
                        <a:avLst/>
                      </a:prstGeom>
                      <a:noFill/>
                      <a:ln w="38100">
                        <a:noFill/>
                        <a:miter/>
                      </a:ln>
                    </p:spPr>
                  </p:pic>
                </p:oleObj>
              </mc:Fallback>
            </mc:AlternateContent>
          </a:graphicData>
        </a:graphic>
      </p:graphicFrame>
      <p:graphicFrame>
        <p:nvGraphicFramePr>
          <p:cNvPr id="944135" name="Object 7"/>
          <p:cNvGraphicFramePr>
            <a:graphicFrameLocks noChangeAspect="1"/>
          </p:cNvGraphicFramePr>
          <p:nvPr/>
        </p:nvGraphicFramePr>
        <p:xfrm>
          <a:off x="2724150" y="5027613"/>
          <a:ext cx="2362200" cy="1147762"/>
        </p:xfrm>
        <a:graphic>
          <a:graphicData uri="http://schemas.openxmlformats.org/presentationml/2006/ole">
            <mc:AlternateContent xmlns:mc="http://schemas.openxmlformats.org/markup-compatibility/2006">
              <mc:Choice xmlns:v="urn:schemas-microsoft-com:vml" Requires="v">
                <p:oleObj spid="_x0000_s3084" name="" r:id="rId7" imgW="914400" imgH="444500" progId="Equation.DSMT4">
                  <p:embed/>
                </p:oleObj>
              </mc:Choice>
              <mc:Fallback>
                <p:oleObj name="" r:id="rId7" imgW="914400" imgH="444500" progId="Equation.DSMT4">
                  <p:embed/>
                  <p:pic>
                    <p:nvPicPr>
                      <p:cNvPr id="0" name="图片 3083"/>
                      <p:cNvPicPr/>
                      <p:nvPr/>
                    </p:nvPicPr>
                    <p:blipFill>
                      <a:blip r:embed="rId8"/>
                      <a:stretch>
                        <a:fillRect/>
                      </a:stretch>
                    </p:blipFill>
                    <p:spPr>
                      <a:xfrm>
                        <a:off x="2724150" y="5027613"/>
                        <a:ext cx="2362200" cy="1147762"/>
                      </a:xfrm>
                      <a:prstGeom prst="rect">
                        <a:avLst/>
                      </a:prstGeom>
                      <a:noFill/>
                      <a:ln w="38100">
                        <a:noFill/>
                        <a:miter/>
                      </a:ln>
                    </p:spPr>
                  </p:pic>
                </p:oleObj>
              </mc:Fallback>
            </mc:AlternateContent>
          </a:graphicData>
        </a:graphic>
      </p:graphicFrame>
      <p:grpSp>
        <p:nvGrpSpPr>
          <p:cNvPr id="2" name="Group 8"/>
          <p:cNvGrpSpPr/>
          <p:nvPr/>
        </p:nvGrpSpPr>
        <p:grpSpPr>
          <a:xfrm>
            <a:off x="581025" y="3662363"/>
            <a:ext cx="2209800" cy="906462"/>
            <a:chOff x="288" y="2496"/>
            <a:chExt cx="1392" cy="571"/>
          </a:xfrm>
        </p:grpSpPr>
        <p:graphicFrame>
          <p:nvGraphicFramePr>
            <p:cNvPr id="12302" name="Object 9"/>
            <p:cNvGraphicFramePr>
              <a:graphicFrameLocks noChangeAspect="1"/>
            </p:cNvGraphicFramePr>
            <p:nvPr/>
          </p:nvGraphicFramePr>
          <p:xfrm>
            <a:off x="816" y="2688"/>
            <a:ext cx="864" cy="379"/>
          </p:xfrm>
          <a:graphic>
            <a:graphicData uri="http://schemas.openxmlformats.org/presentationml/2006/ole">
              <mc:AlternateContent xmlns:mc="http://schemas.openxmlformats.org/markup-compatibility/2006">
                <mc:Choice xmlns:v="urn:schemas-microsoft-com:vml" Requires="v">
                  <p:oleObj spid="_x0000_s3085" name="" r:id="rId9" imgW="520700" imgH="228600" progId="Equation.DSMT4">
                    <p:embed/>
                  </p:oleObj>
                </mc:Choice>
                <mc:Fallback>
                  <p:oleObj name="" r:id="rId9" imgW="520700" imgH="228600" progId="Equation.DSMT4">
                    <p:embed/>
                    <p:pic>
                      <p:nvPicPr>
                        <p:cNvPr id="0" name="图片 3084"/>
                        <p:cNvPicPr/>
                        <p:nvPr/>
                      </p:nvPicPr>
                      <p:blipFill>
                        <a:blip r:embed="rId10"/>
                        <a:stretch>
                          <a:fillRect/>
                        </a:stretch>
                      </p:blipFill>
                      <p:spPr>
                        <a:xfrm>
                          <a:off x="816" y="2688"/>
                          <a:ext cx="864" cy="379"/>
                        </a:xfrm>
                        <a:prstGeom prst="rect">
                          <a:avLst/>
                        </a:prstGeom>
                        <a:noFill/>
                        <a:ln w="38100">
                          <a:noFill/>
                          <a:miter/>
                        </a:ln>
                      </p:spPr>
                    </p:pic>
                  </p:oleObj>
                </mc:Fallback>
              </mc:AlternateContent>
            </a:graphicData>
          </a:graphic>
        </p:graphicFrame>
        <p:sp>
          <p:nvSpPr>
            <p:cNvPr id="12303" name="Text Box 10"/>
            <p:cNvSpPr txBox="1"/>
            <p:nvPr/>
          </p:nvSpPr>
          <p:spPr>
            <a:xfrm>
              <a:off x="288" y="2496"/>
              <a:ext cx="81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FF"/>
                  </a:solidFill>
                  <a:latin typeface="Times New Roman" panose="02020603050405020304" pitchFamily="18" charset="0"/>
                  <a:ea typeface="华文中宋" panose="02010600040101010101" pitchFamily="2" charset="-122"/>
                </a:rPr>
                <a:t>若：</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grpSp>
      <p:sp>
        <p:nvSpPr>
          <p:cNvPr id="944139" name="AutoShape 11"/>
          <p:cNvSpPr/>
          <p:nvPr/>
        </p:nvSpPr>
        <p:spPr>
          <a:xfrm>
            <a:off x="3019425" y="4119563"/>
            <a:ext cx="1981200" cy="304800"/>
          </a:xfrm>
          <a:prstGeom prst="notchedRightArrow">
            <a:avLst>
              <a:gd name="adj1" fmla="val 50000"/>
              <a:gd name="adj2" fmla="val 162500"/>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sp>
        <p:nvSpPr>
          <p:cNvPr id="944140" name="AutoShape 12"/>
          <p:cNvSpPr/>
          <p:nvPr/>
        </p:nvSpPr>
        <p:spPr>
          <a:xfrm>
            <a:off x="819150" y="5484813"/>
            <a:ext cx="1600200" cy="304800"/>
          </a:xfrm>
          <a:prstGeom prst="notchedRightArrow">
            <a:avLst>
              <a:gd name="adj1" fmla="val 50000"/>
              <a:gd name="adj2" fmla="val 131250"/>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sp>
        <p:nvSpPr>
          <p:cNvPr id="944141" name="AutoShape 13"/>
          <p:cNvSpPr/>
          <p:nvPr/>
        </p:nvSpPr>
        <p:spPr>
          <a:xfrm>
            <a:off x="6457950" y="5180013"/>
            <a:ext cx="2057400" cy="533400"/>
          </a:xfrm>
          <a:prstGeom prst="wedgeRoundRectCallout">
            <a:avLst>
              <a:gd name="adj1" fmla="val -114273"/>
              <a:gd name="adj2" fmla="val -14880"/>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均方根值</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
        <p:nvSpPr>
          <p:cNvPr id="944143" name="Rectangle 15"/>
          <p:cNvSpPr/>
          <p:nvPr/>
        </p:nvSpPr>
        <p:spPr>
          <a:xfrm>
            <a:off x="611188" y="404813"/>
            <a:ext cx="5113337" cy="609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400" b="1" dirty="0">
                <a:solidFill>
                  <a:srgbClr val="973990"/>
                </a:solidFill>
                <a:latin typeface="Times New Roman" panose="02020603050405020304" pitchFamily="18" charset="0"/>
                <a:ea typeface="华文中宋" panose="02010600040101010101" pitchFamily="2" charset="-122"/>
              </a:rPr>
              <a:t>3.1.2</a:t>
            </a:r>
            <a:r>
              <a:rPr lang="zh-CN" altLang="en-US" sz="2400" b="1" dirty="0">
                <a:solidFill>
                  <a:srgbClr val="973990"/>
                </a:solidFill>
                <a:latin typeface="Times New Roman" panose="02020603050405020304" pitchFamily="18" charset="0"/>
                <a:ea typeface="华文中宋" panose="02010600040101010101" pitchFamily="2" charset="-122"/>
              </a:rPr>
              <a:t>有效值</a:t>
            </a:r>
            <a:endParaRPr lang="zh-CN" altLang="en-US" sz="2400" b="1" dirty="0">
              <a:solidFill>
                <a:srgbClr val="973990"/>
              </a:solidFill>
              <a:latin typeface="Times New Roman" panose="02020603050405020304" pitchFamily="18" charset="0"/>
              <a:ea typeface="华文中宋" panose="02010600040101010101" pitchFamily="2" charset="-122"/>
            </a:endParaRPr>
          </a:p>
        </p:txBody>
      </p:sp>
      <p:sp>
        <p:nvSpPr>
          <p:cNvPr id="944144" name="Text Box 16"/>
          <p:cNvSpPr txBox="1"/>
          <p:nvPr/>
        </p:nvSpPr>
        <p:spPr>
          <a:xfrm>
            <a:off x="684213" y="1739900"/>
            <a:ext cx="7543800" cy="9413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与</a:t>
            </a:r>
            <a:r>
              <a:rPr lang="zh-CN" altLang="en-US" sz="2400" b="1" dirty="0">
                <a:solidFill>
                  <a:srgbClr val="33CC33"/>
                </a:solidFill>
                <a:latin typeface="Times New Roman" panose="02020603050405020304" pitchFamily="18" charset="0"/>
                <a:ea typeface="华文中宋" panose="02010600040101010101" pitchFamily="2" charset="-122"/>
              </a:rPr>
              <a:t>交流电热效应相等的直流电</a:t>
            </a:r>
            <a:r>
              <a:rPr lang="zh-CN" altLang="en-US" sz="2400" b="1" dirty="0">
                <a:latin typeface="Times New Roman" panose="02020603050405020304" pitchFamily="18" charset="0"/>
                <a:ea typeface="华文中宋" panose="02010600040101010101" pitchFamily="2" charset="-122"/>
              </a:rPr>
              <a:t>定义为交流电的</a:t>
            </a:r>
            <a:r>
              <a:rPr lang="zh-CN" altLang="en-US" sz="2400" b="1" dirty="0">
                <a:solidFill>
                  <a:schemeClr val="accent2"/>
                </a:solidFill>
                <a:latin typeface="Times New Roman" panose="02020603050405020304" pitchFamily="18" charset="0"/>
                <a:ea typeface="华文中宋" panose="02010600040101010101" pitchFamily="2" charset="-122"/>
              </a:rPr>
              <a:t>有效值</a:t>
            </a:r>
            <a:r>
              <a:rPr lang="zh-CN" altLang="en-US" sz="2400" b="1" dirty="0">
                <a:latin typeface="Times New Roman" panose="02020603050405020304" pitchFamily="18" charset="0"/>
                <a:ea typeface="华文中宋" panose="02010600040101010101" pitchFamily="2" charset="-122"/>
              </a:rPr>
              <a:t>。用大写字母 </a:t>
            </a:r>
            <a:r>
              <a:rPr lang="en-US" altLang="zh-CN" sz="2400" b="1" i="1" dirty="0">
                <a:latin typeface="Times New Roman" panose="02020603050405020304" pitchFamily="18" charset="0"/>
                <a:ea typeface="华文中宋" panose="02010600040101010101" pitchFamily="2" charset="-122"/>
              </a:rPr>
              <a:t>I</a:t>
            </a:r>
            <a:r>
              <a:rPr lang="zh-CN" altLang="en-US"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U </a:t>
            </a:r>
            <a:r>
              <a:rPr lang="zh-CN" altLang="en-US" sz="2400" b="1" dirty="0">
                <a:latin typeface="Times New Roman" panose="02020603050405020304" pitchFamily="18" charset="0"/>
                <a:ea typeface="华文中宋" panose="02010600040101010101" pitchFamily="2" charset="-122"/>
              </a:rPr>
              <a:t>表示。</a:t>
            </a:r>
            <a:endParaRPr lang="zh-CN" altLang="en-US" sz="24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4143"/>
                                        </p:tgtEl>
                                        <p:attrNameLst>
                                          <p:attrName>style.visibility</p:attrName>
                                        </p:attrNameLst>
                                      </p:cBhvr>
                                      <p:to>
                                        <p:strVal val="visible"/>
                                      </p:to>
                                    </p:set>
                                    <p:animEffect transition="in" filter="wipe(left)">
                                      <p:cBhvr>
                                        <p:cTn id="7" dur="500"/>
                                        <p:tgtEl>
                                          <p:spTgt spid="9441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4131"/>
                                        </p:tgtEl>
                                        <p:attrNameLst>
                                          <p:attrName>style.visibility</p:attrName>
                                        </p:attrNameLst>
                                      </p:cBhvr>
                                      <p:to>
                                        <p:strVal val="visible"/>
                                      </p:to>
                                    </p:set>
                                    <p:animEffect transition="in" filter="wipe(left)">
                                      <p:cBhvr>
                                        <p:cTn id="12" dur="500"/>
                                        <p:tgtEl>
                                          <p:spTgt spid="9441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44144"/>
                                        </p:tgtEl>
                                        <p:attrNameLst>
                                          <p:attrName>style.visibility</p:attrName>
                                        </p:attrNameLst>
                                      </p:cBhvr>
                                      <p:to>
                                        <p:strVal val="visible"/>
                                      </p:to>
                                    </p:set>
                                    <p:animEffect transition="in" filter="blinds(horizontal)">
                                      <p:cBhvr>
                                        <p:cTn id="17" dur="500"/>
                                        <p:tgtEl>
                                          <p:spTgt spid="9441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44132"/>
                                        </p:tgtEl>
                                        <p:attrNameLst>
                                          <p:attrName>style.visibility</p:attrName>
                                        </p:attrNameLst>
                                      </p:cBhvr>
                                      <p:to>
                                        <p:strVal val="visible"/>
                                      </p:to>
                                    </p:set>
                                    <p:animEffect transition="in" filter="wipe(left)">
                                      <p:cBhvr>
                                        <p:cTn id="22" dur="500"/>
                                        <p:tgtEl>
                                          <p:spTgt spid="9441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44133"/>
                                        </p:tgtEl>
                                        <p:attrNameLst>
                                          <p:attrName>style.visibility</p:attrName>
                                        </p:attrNameLst>
                                      </p:cBhvr>
                                      <p:to>
                                        <p:strVal val="visible"/>
                                      </p:to>
                                    </p:set>
                                    <p:animEffect transition="in" filter="wipe(left)">
                                      <p:cBhvr>
                                        <p:cTn id="27" dur="500"/>
                                        <p:tgtEl>
                                          <p:spTgt spid="9441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4139"/>
                                        </p:tgtEl>
                                        <p:attrNameLst>
                                          <p:attrName>style.visibility</p:attrName>
                                        </p:attrNameLst>
                                      </p:cBhvr>
                                      <p:to>
                                        <p:strVal val="visible"/>
                                      </p:to>
                                    </p:set>
                                    <p:animEffect transition="in" filter="wipe(left)">
                                      <p:cBhvr>
                                        <p:cTn id="37" dur="500"/>
                                        <p:tgtEl>
                                          <p:spTgt spid="9441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44134"/>
                                        </p:tgtEl>
                                        <p:attrNameLst>
                                          <p:attrName>style.visibility</p:attrName>
                                        </p:attrNameLst>
                                      </p:cBhvr>
                                      <p:to>
                                        <p:strVal val="visible"/>
                                      </p:to>
                                    </p:set>
                                    <p:animEffect transition="in" filter="wipe(left)">
                                      <p:cBhvr>
                                        <p:cTn id="42" dur="500"/>
                                        <p:tgtEl>
                                          <p:spTgt spid="9441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44140"/>
                                        </p:tgtEl>
                                        <p:attrNameLst>
                                          <p:attrName>style.visibility</p:attrName>
                                        </p:attrNameLst>
                                      </p:cBhvr>
                                      <p:to>
                                        <p:strVal val="visible"/>
                                      </p:to>
                                    </p:set>
                                    <p:animEffect transition="in" filter="wipe(left)">
                                      <p:cBhvr>
                                        <p:cTn id="47" dur="500"/>
                                        <p:tgtEl>
                                          <p:spTgt spid="94414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44135"/>
                                        </p:tgtEl>
                                        <p:attrNameLst>
                                          <p:attrName>style.visibility</p:attrName>
                                        </p:attrNameLst>
                                      </p:cBhvr>
                                      <p:to>
                                        <p:strVal val="visible"/>
                                      </p:to>
                                    </p:set>
                                    <p:animEffect transition="in" filter="wipe(left)">
                                      <p:cBhvr>
                                        <p:cTn id="52" dur="500"/>
                                        <p:tgtEl>
                                          <p:spTgt spid="94413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44141"/>
                                        </p:tgtEl>
                                        <p:attrNameLst>
                                          <p:attrName>style.visibility</p:attrName>
                                        </p:attrNameLst>
                                      </p:cBhvr>
                                      <p:to>
                                        <p:strVal val="visible"/>
                                      </p:to>
                                    </p:set>
                                    <p:animEffect transition="in" filter="wipe(left)">
                                      <p:cBhvr>
                                        <p:cTn id="57" dur="500"/>
                                        <p:tgtEl>
                                          <p:spTgt spid="944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1" grpId="0"/>
      <p:bldP spid="944139" grpId="0" animBg="1"/>
      <p:bldP spid="944140" grpId="0" animBg="1"/>
      <p:bldP spid="944141" grpId="0" animBg="1"/>
      <p:bldP spid="944143" grpId="0"/>
      <p:bldP spid="9441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89506" name="Rectangle 2"/>
          <p:cNvSpPr/>
          <p:nvPr/>
        </p:nvSpPr>
        <p:spPr>
          <a:xfrm>
            <a:off x="381000" y="474663"/>
            <a:ext cx="4983163" cy="458787"/>
          </a:xfrm>
          <a:prstGeom prst="rect">
            <a:avLst/>
          </a:prstGeom>
          <a:noFill/>
          <a:ln w="12700">
            <a:noFill/>
          </a:ln>
        </p:spPr>
        <p:txBody>
          <a:bodyPr lIns="90488" tIns="44450" rIns="90488" bIns="4445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对于正弦交流电，则有：</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89507" name="Object 3">
            <a:hlinkClick r:id="" action="ppaction://ole?verb="/>
          </p:cNvPr>
          <p:cNvGraphicFramePr/>
          <p:nvPr/>
        </p:nvGraphicFramePr>
        <p:xfrm>
          <a:off x="1644650" y="993775"/>
          <a:ext cx="2698750" cy="1066800"/>
        </p:xfrm>
        <a:graphic>
          <a:graphicData uri="http://schemas.openxmlformats.org/presentationml/2006/ole">
            <mc:AlternateContent xmlns:mc="http://schemas.openxmlformats.org/markup-compatibility/2006">
              <mc:Choice xmlns:v="urn:schemas-microsoft-com:vml" Requires="v">
                <p:oleObj spid="_x0000_s3082" name="" r:id="rId1" imgW="1079500" imgH="406400" progId="Equation.3">
                  <p:embed/>
                </p:oleObj>
              </mc:Choice>
              <mc:Fallback>
                <p:oleObj name="" r:id="rId1" imgW="1079500" imgH="406400" progId="Equation.3">
                  <p:embed/>
                  <p:pic>
                    <p:nvPicPr>
                      <p:cNvPr id="0" name="图片 3081"/>
                      <p:cNvPicPr/>
                      <p:nvPr/>
                    </p:nvPicPr>
                    <p:blipFill>
                      <a:blip r:embed="rId2">
                        <a:clrChange>
                          <a:clrFrom>
                            <a:srgbClr val="000000"/>
                          </a:clrFrom>
                          <a:clrTo>
                            <a:srgbClr val="0033CC"/>
                          </a:clrTo>
                        </a:clrChange>
                      </a:blip>
                      <a:stretch>
                        <a:fillRect/>
                      </a:stretch>
                    </p:blipFill>
                    <p:spPr>
                      <a:xfrm>
                        <a:off x="1644650" y="993775"/>
                        <a:ext cx="2698750" cy="1066800"/>
                      </a:xfrm>
                      <a:prstGeom prst="rect">
                        <a:avLst/>
                      </a:prstGeom>
                      <a:noFill/>
                      <a:ln w="38100">
                        <a:noFill/>
                        <a:miter/>
                      </a:ln>
                    </p:spPr>
                  </p:pic>
                </p:oleObj>
              </mc:Fallback>
            </mc:AlternateContent>
          </a:graphicData>
        </a:graphic>
      </p:graphicFrame>
      <p:graphicFrame>
        <p:nvGraphicFramePr>
          <p:cNvPr id="789508" name="Object 4"/>
          <p:cNvGraphicFramePr>
            <a:graphicFrameLocks noChangeAspect="1"/>
          </p:cNvGraphicFramePr>
          <p:nvPr/>
        </p:nvGraphicFramePr>
        <p:xfrm>
          <a:off x="1785938" y="2170113"/>
          <a:ext cx="6596062" cy="1042987"/>
        </p:xfrm>
        <a:graphic>
          <a:graphicData uri="http://schemas.openxmlformats.org/presentationml/2006/ole">
            <mc:AlternateContent xmlns:mc="http://schemas.openxmlformats.org/markup-compatibility/2006">
              <mc:Choice xmlns:v="urn:schemas-microsoft-com:vml" Requires="v">
                <p:oleObj spid="_x0000_s3078" name="" r:id="rId3" imgW="2997200" imgH="419100" progId="Equation.3">
                  <p:embed/>
                </p:oleObj>
              </mc:Choice>
              <mc:Fallback>
                <p:oleObj name="" r:id="rId3" imgW="2997200" imgH="419100" progId="Equation.3">
                  <p:embed/>
                  <p:pic>
                    <p:nvPicPr>
                      <p:cNvPr id="0" name="图片 3077"/>
                      <p:cNvPicPr/>
                      <p:nvPr/>
                    </p:nvPicPr>
                    <p:blipFill>
                      <a:blip r:embed="rId4">
                        <a:clrChange>
                          <a:clrFrom>
                            <a:srgbClr val="000000"/>
                          </a:clrFrom>
                          <a:clrTo>
                            <a:srgbClr val="0033CC"/>
                          </a:clrTo>
                        </a:clrChange>
                      </a:blip>
                      <a:stretch>
                        <a:fillRect/>
                      </a:stretch>
                    </p:blipFill>
                    <p:spPr>
                      <a:xfrm>
                        <a:off x="1785938" y="2170113"/>
                        <a:ext cx="6596062" cy="1042987"/>
                      </a:xfrm>
                      <a:prstGeom prst="rect">
                        <a:avLst/>
                      </a:prstGeom>
                      <a:noFill/>
                      <a:ln w="38100">
                        <a:noFill/>
                        <a:miter/>
                      </a:ln>
                    </p:spPr>
                  </p:pic>
                </p:oleObj>
              </mc:Fallback>
            </mc:AlternateContent>
          </a:graphicData>
        </a:graphic>
      </p:graphicFrame>
      <p:sp>
        <p:nvSpPr>
          <p:cNvPr id="789510" name="Text Box 6"/>
          <p:cNvSpPr txBox="1"/>
          <p:nvPr/>
        </p:nvSpPr>
        <p:spPr>
          <a:xfrm>
            <a:off x="900113" y="4524375"/>
            <a:ext cx="7620000" cy="1681163"/>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nSpc>
                <a:spcPct val="120000"/>
              </a:lnSpc>
              <a:spcBef>
                <a:spcPct val="35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注意：</a:t>
            </a:r>
            <a:endParaRPr lang="zh-CN" altLang="en-US" sz="2400" b="1" dirty="0">
              <a:solidFill>
                <a:schemeClr val="accent2"/>
              </a:solidFill>
              <a:latin typeface="Times New Roman" panose="02020603050405020304" pitchFamily="18" charset="0"/>
              <a:ea typeface="华文中宋" panose="02010600040101010101" pitchFamily="2" charset="-122"/>
            </a:endParaRPr>
          </a:p>
          <a:p>
            <a:pPr marL="0" lvl="0" indent="0">
              <a:lnSpc>
                <a:spcPct val="120000"/>
              </a:lnSpc>
              <a:spcBef>
                <a:spcPct val="35000"/>
              </a:spcBef>
              <a:buClrTx/>
              <a:buSzTx/>
              <a:buFontTx/>
              <a:buNone/>
            </a:pPr>
            <a:r>
              <a:rPr lang="zh-CN" altLang="en-US" sz="2400" b="1" dirty="0">
                <a:solidFill>
                  <a:srgbClr val="000000"/>
                </a:solidFill>
                <a:latin typeface="Times New Roman" panose="02020603050405020304" pitchFamily="18" charset="0"/>
                <a:ea typeface="华文中宋" panose="02010600040101010101" pitchFamily="2" charset="-122"/>
              </a:rPr>
              <a:t>交流电压表与交流电流表测量的数据为有效值</a:t>
            </a:r>
            <a:r>
              <a:rPr lang="en-US" altLang="zh-CN" sz="2400" b="1" dirty="0">
                <a:solidFill>
                  <a:srgbClr val="000000"/>
                </a:solidFill>
                <a:latin typeface="Times New Roman" panose="02020603050405020304" pitchFamily="18" charset="0"/>
                <a:ea typeface="华文中宋" panose="02010600040101010101" pitchFamily="2" charset="-122"/>
              </a:rPr>
              <a:t>,</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0" lvl="0" indent="0">
              <a:lnSpc>
                <a:spcPct val="120000"/>
              </a:lnSpc>
              <a:spcBef>
                <a:spcPct val="35000"/>
              </a:spcBef>
              <a:buClrTx/>
              <a:buSzTx/>
              <a:buFontTx/>
              <a:buNone/>
            </a:pPr>
            <a:r>
              <a:rPr lang="zh-CN" altLang="en-US" sz="2400" b="1" dirty="0">
                <a:solidFill>
                  <a:srgbClr val="000000"/>
                </a:solidFill>
                <a:latin typeface="Times New Roman" panose="02020603050405020304" pitchFamily="18" charset="0"/>
                <a:ea typeface="华文中宋" panose="02010600040101010101" pitchFamily="2" charset="-122"/>
              </a:rPr>
              <a:t>交流设备铭牌标注的电压、电流均为有效值。</a:t>
            </a:r>
            <a:endParaRPr lang="zh-CN" altLang="en-US" sz="2400" b="1" dirty="0">
              <a:solidFill>
                <a:srgbClr val="000000"/>
              </a:solidFill>
              <a:latin typeface="Times New Roman" panose="02020603050405020304" pitchFamily="18" charset="0"/>
              <a:ea typeface="华文中宋" panose="02010600040101010101" pitchFamily="2" charset="-122"/>
            </a:endParaRPr>
          </a:p>
        </p:txBody>
      </p:sp>
      <p:graphicFrame>
        <p:nvGraphicFramePr>
          <p:cNvPr id="789513" name="Object 9"/>
          <p:cNvGraphicFramePr>
            <a:graphicFrameLocks noChangeAspect="1"/>
          </p:cNvGraphicFramePr>
          <p:nvPr/>
        </p:nvGraphicFramePr>
        <p:xfrm>
          <a:off x="1042988" y="3178175"/>
          <a:ext cx="4956175" cy="682625"/>
        </p:xfrm>
        <a:graphic>
          <a:graphicData uri="http://schemas.openxmlformats.org/presentationml/2006/ole">
            <mc:AlternateContent xmlns:mc="http://schemas.openxmlformats.org/markup-compatibility/2006">
              <mc:Choice xmlns:v="urn:schemas-microsoft-com:vml" Requires="v">
                <p:oleObj spid="_x0000_s3079" name="" r:id="rId5" imgW="2057400" imgH="292100" progId="Equation.DSMT4">
                  <p:embed/>
                </p:oleObj>
              </mc:Choice>
              <mc:Fallback>
                <p:oleObj name="" r:id="rId5" imgW="2057400" imgH="292100" progId="Equation.DSMT4">
                  <p:embed/>
                  <p:pic>
                    <p:nvPicPr>
                      <p:cNvPr id="0" name="图片 3078"/>
                      <p:cNvPicPr/>
                      <p:nvPr/>
                    </p:nvPicPr>
                    <p:blipFill>
                      <a:blip r:embed="rId6"/>
                      <a:stretch>
                        <a:fillRect/>
                      </a:stretch>
                    </p:blipFill>
                    <p:spPr>
                      <a:xfrm>
                        <a:off x="1042988" y="3178175"/>
                        <a:ext cx="4956175" cy="682625"/>
                      </a:xfrm>
                      <a:prstGeom prst="rect">
                        <a:avLst/>
                      </a:prstGeom>
                      <a:noFill/>
                      <a:ln w="38100">
                        <a:noFill/>
                        <a:miter/>
                      </a:ln>
                    </p:spPr>
                  </p:pic>
                </p:oleObj>
              </mc:Fallback>
            </mc:AlternateContent>
          </a:graphicData>
        </a:graphic>
      </p:graphicFrame>
      <p:graphicFrame>
        <p:nvGraphicFramePr>
          <p:cNvPr id="789514" name="Object 10"/>
          <p:cNvGraphicFramePr>
            <a:graphicFrameLocks noChangeAspect="1"/>
          </p:cNvGraphicFramePr>
          <p:nvPr/>
        </p:nvGraphicFramePr>
        <p:xfrm>
          <a:off x="1035050" y="3779838"/>
          <a:ext cx="5200650" cy="682625"/>
        </p:xfrm>
        <a:graphic>
          <a:graphicData uri="http://schemas.openxmlformats.org/presentationml/2006/ole">
            <mc:AlternateContent xmlns:mc="http://schemas.openxmlformats.org/markup-compatibility/2006">
              <mc:Choice xmlns:v="urn:schemas-microsoft-com:vml" Requires="v">
                <p:oleObj spid="_x0000_s3080" name="" r:id="rId7" imgW="2159000" imgH="292100" progId="Equation.DSMT4">
                  <p:embed/>
                </p:oleObj>
              </mc:Choice>
              <mc:Fallback>
                <p:oleObj name="" r:id="rId7" imgW="2159000" imgH="292100" progId="Equation.DSMT4">
                  <p:embed/>
                  <p:pic>
                    <p:nvPicPr>
                      <p:cNvPr id="0" name="图片 3079"/>
                      <p:cNvPicPr/>
                      <p:nvPr/>
                    </p:nvPicPr>
                    <p:blipFill>
                      <a:blip r:embed="rId8"/>
                      <a:stretch>
                        <a:fillRect/>
                      </a:stretch>
                    </p:blipFill>
                    <p:spPr>
                      <a:xfrm>
                        <a:off x="1035050" y="3779838"/>
                        <a:ext cx="5200650" cy="6826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9506"/>
                                        </p:tgtEl>
                                        <p:attrNameLst>
                                          <p:attrName>style.visibility</p:attrName>
                                        </p:attrNameLst>
                                      </p:cBhvr>
                                      <p:to>
                                        <p:strVal val="visible"/>
                                      </p:to>
                                    </p:set>
                                    <p:animEffect transition="in" filter="wipe(left)">
                                      <p:cBhvr>
                                        <p:cTn id="7" dur="500"/>
                                        <p:tgtEl>
                                          <p:spTgt spid="789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89507"/>
                                        </p:tgtEl>
                                        <p:attrNameLst>
                                          <p:attrName>style.visibility</p:attrName>
                                        </p:attrNameLst>
                                      </p:cBhvr>
                                      <p:to>
                                        <p:strVal val="visible"/>
                                      </p:to>
                                    </p:set>
                                    <p:animEffect transition="in" filter="wipe(left)">
                                      <p:cBhvr>
                                        <p:cTn id="12" dur="500"/>
                                        <p:tgtEl>
                                          <p:spTgt spid="7895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89508"/>
                                        </p:tgtEl>
                                        <p:attrNameLst>
                                          <p:attrName>style.visibility</p:attrName>
                                        </p:attrNameLst>
                                      </p:cBhvr>
                                      <p:to>
                                        <p:strVal val="visible"/>
                                      </p:to>
                                    </p:set>
                                    <p:animEffect transition="in" filter="blinds(horizontal)">
                                      <p:cBhvr>
                                        <p:cTn id="17" dur="500"/>
                                        <p:tgtEl>
                                          <p:spTgt spid="7895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89513"/>
                                        </p:tgtEl>
                                        <p:attrNameLst>
                                          <p:attrName>style.visibility</p:attrName>
                                        </p:attrNameLst>
                                      </p:cBhvr>
                                      <p:to>
                                        <p:strVal val="visible"/>
                                      </p:to>
                                    </p:set>
                                    <p:animEffect transition="in" filter="wipe(left)">
                                      <p:cBhvr>
                                        <p:cTn id="22" dur="500"/>
                                        <p:tgtEl>
                                          <p:spTgt spid="7895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89514"/>
                                        </p:tgtEl>
                                        <p:attrNameLst>
                                          <p:attrName>style.visibility</p:attrName>
                                        </p:attrNameLst>
                                      </p:cBhvr>
                                      <p:to>
                                        <p:strVal val="visible"/>
                                      </p:to>
                                    </p:set>
                                    <p:animEffect transition="in" filter="wipe(left)">
                                      <p:cBhvr>
                                        <p:cTn id="27" dur="500"/>
                                        <p:tgtEl>
                                          <p:spTgt spid="7895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89510"/>
                                        </p:tgtEl>
                                        <p:attrNameLst>
                                          <p:attrName>style.visibility</p:attrName>
                                        </p:attrNameLst>
                                      </p:cBhvr>
                                      <p:to>
                                        <p:strVal val="visible"/>
                                      </p:to>
                                    </p:set>
                                    <p:animEffect transition="in" filter="blinds(horizontal)">
                                      <p:cBhvr>
                                        <p:cTn id="32" dur="500"/>
                                        <p:tgtEl>
                                          <p:spTgt spid="789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6" grpId="0"/>
      <p:bldP spid="7895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2"/>
          <p:cNvGrpSpPr/>
          <p:nvPr/>
        </p:nvGrpSpPr>
        <p:grpSpPr>
          <a:xfrm>
            <a:off x="152400" y="481013"/>
            <a:ext cx="8648700" cy="571500"/>
            <a:chOff x="96" y="168"/>
            <a:chExt cx="5448" cy="360"/>
          </a:xfrm>
        </p:grpSpPr>
        <p:sp>
          <p:nvSpPr>
            <p:cNvPr id="14344" name="Text Box 3"/>
            <p:cNvSpPr txBox="1"/>
            <p:nvPr/>
          </p:nvSpPr>
          <p:spPr>
            <a:xfrm>
              <a:off x="96" y="192"/>
              <a:ext cx="49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例：</a:t>
              </a:r>
              <a:r>
                <a:rPr lang="zh-CN" altLang="en-US" sz="2400" b="1" dirty="0">
                  <a:latin typeface="Times New Roman" panose="02020603050405020304" pitchFamily="18" charset="0"/>
                  <a:ea typeface="华文中宋" panose="02010600040101010101" pitchFamily="2" charset="-122"/>
                </a:rPr>
                <a:t>某一正弦交流电的瞬时值表达式为</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14345" name="Object 4"/>
            <p:cNvGraphicFramePr>
              <a:graphicFrameLocks noChangeAspect="1"/>
            </p:cNvGraphicFramePr>
            <p:nvPr/>
          </p:nvGraphicFramePr>
          <p:xfrm>
            <a:off x="3504" y="168"/>
            <a:ext cx="2040" cy="360"/>
          </p:xfrm>
          <a:graphic>
            <a:graphicData uri="http://schemas.openxmlformats.org/presentationml/2006/ole">
              <mc:AlternateContent xmlns:mc="http://schemas.openxmlformats.org/markup-compatibility/2006">
                <mc:Choice xmlns:v="urn:schemas-microsoft-com:vml" Requires="v">
                  <p:oleObj spid="_x0000_s3077" name="" r:id="rId1" imgW="1295400" imgH="228600" progId="Equation.DSMT4">
                    <p:embed/>
                  </p:oleObj>
                </mc:Choice>
                <mc:Fallback>
                  <p:oleObj name="" r:id="rId1" imgW="1295400" imgH="228600" progId="Equation.DSMT4">
                    <p:embed/>
                    <p:pic>
                      <p:nvPicPr>
                        <p:cNvPr id="0" name="图片 3076"/>
                        <p:cNvPicPr/>
                        <p:nvPr/>
                      </p:nvPicPr>
                      <p:blipFill>
                        <a:blip r:embed="rId2"/>
                        <a:stretch>
                          <a:fillRect/>
                        </a:stretch>
                      </p:blipFill>
                      <p:spPr>
                        <a:xfrm>
                          <a:off x="3504" y="168"/>
                          <a:ext cx="2040" cy="360"/>
                        </a:xfrm>
                        <a:prstGeom prst="rect">
                          <a:avLst/>
                        </a:prstGeom>
                        <a:noFill/>
                        <a:ln w="38100">
                          <a:noFill/>
                          <a:miter/>
                        </a:ln>
                      </p:spPr>
                    </p:pic>
                  </p:oleObj>
                </mc:Fallback>
              </mc:AlternateContent>
            </a:graphicData>
          </a:graphic>
        </p:graphicFrame>
      </p:grpSp>
      <p:sp>
        <p:nvSpPr>
          <p:cNvPr id="14340" name="Text Box 5"/>
          <p:cNvSpPr txBox="1"/>
          <p:nvPr/>
        </p:nvSpPr>
        <p:spPr>
          <a:xfrm>
            <a:off x="838200" y="1066800"/>
            <a:ext cx="30480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latin typeface="Times New Roman" panose="02020603050405020304" pitchFamily="18" charset="0"/>
              <a:ea typeface="华文中宋" panose="02010600040101010101" pitchFamily="2" charset="-122"/>
            </a:endParaRPr>
          </a:p>
        </p:txBody>
      </p:sp>
      <p:sp>
        <p:nvSpPr>
          <p:cNvPr id="945158" name="Text Box 6"/>
          <p:cNvSpPr txBox="1"/>
          <p:nvPr/>
        </p:nvSpPr>
        <p:spPr>
          <a:xfrm>
            <a:off x="762000" y="1171575"/>
            <a:ext cx="7848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试求其：幅值、有效值、角频率、初相位、周期、频率。</a:t>
            </a:r>
            <a:endParaRPr lang="zh-CN" altLang="en-US" sz="2400" b="1" dirty="0">
              <a:latin typeface="Times New Roman" panose="02020603050405020304" pitchFamily="18" charset="0"/>
              <a:ea typeface="华文中宋" panose="02010600040101010101" pitchFamily="2" charset="-122"/>
            </a:endParaRPr>
          </a:p>
        </p:txBody>
      </p:sp>
      <p:sp>
        <p:nvSpPr>
          <p:cNvPr id="945159" name="Text Box 7"/>
          <p:cNvSpPr txBox="1"/>
          <p:nvPr/>
        </p:nvSpPr>
        <p:spPr>
          <a:xfrm>
            <a:off x="250825" y="2924175"/>
            <a:ext cx="8497888"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723900" lvl="0" indent="-723900" eaLnBrk="1" hangingPunct="1">
              <a:lnSpc>
                <a:spcPct val="125000"/>
              </a:lnSpc>
              <a:spcBef>
                <a:spcPct val="50000"/>
              </a:spcBef>
              <a:buClrTx/>
              <a:buSzTx/>
              <a:buFontTx/>
              <a:buNone/>
            </a:pPr>
            <a:r>
              <a:rPr lang="zh-CN" altLang="en-US" sz="2400" b="1" dirty="0">
                <a:solidFill>
                  <a:srgbClr val="FF3300"/>
                </a:solidFill>
                <a:latin typeface="Times New Roman" panose="02020603050405020304" pitchFamily="18" charset="0"/>
                <a:ea typeface="华文中宋" panose="02010600040101010101" pitchFamily="2" charset="-122"/>
              </a:rPr>
              <a:t>例</a:t>
            </a:r>
            <a:r>
              <a:rPr lang="en-US" altLang="zh-CN" sz="2400" b="1" dirty="0">
                <a:solidFill>
                  <a:srgbClr val="FF3300"/>
                </a:solidFill>
                <a:latin typeface="Times New Roman" panose="02020603050405020304" pitchFamily="18" charset="0"/>
                <a:ea typeface="华文中宋" panose="02010600040101010101" pitchFamily="2" charset="-122"/>
              </a:rPr>
              <a:t>3-1</a:t>
            </a: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已知</a:t>
            </a:r>
            <a:endParaRPr lang="zh-CN" altLang="en-US" sz="2400" b="1" dirty="0">
              <a:latin typeface="Times New Roman" panose="02020603050405020304" pitchFamily="18" charset="0"/>
              <a:ea typeface="华文中宋" panose="02010600040101010101" pitchFamily="2" charset="-122"/>
            </a:endParaRPr>
          </a:p>
          <a:p>
            <a:pPr marL="723900" lvl="0" indent="-723900" eaLnBrk="1" hangingPunct="1">
              <a:lnSpc>
                <a:spcPct val="125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=0</a:t>
            </a:r>
            <a:r>
              <a:rPr lang="zh-CN" altLang="en-US" sz="2400" b="1" dirty="0">
                <a:latin typeface="Times New Roman" panose="02020603050405020304" pitchFamily="18" charset="0"/>
                <a:ea typeface="华文中宋" panose="02010600040101010101" pitchFamily="2" charset="-122"/>
              </a:rPr>
              <a:t>时其瞬时值为</a:t>
            </a:r>
            <a:r>
              <a:rPr lang="en-US" altLang="zh-CN" sz="2400" b="1" dirty="0">
                <a:latin typeface="Times New Roman" panose="02020603050405020304" pitchFamily="18" charset="0"/>
                <a:ea typeface="华文中宋" panose="02010600040101010101" pitchFamily="2" charset="-122"/>
              </a:rPr>
              <a:t>16A</a:t>
            </a:r>
            <a:r>
              <a:rPr lang="zh-CN" altLang="en-US" sz="2400" b="1" dirty="0">
                <a:latin typeface="Times New Roman" panose="02020603050405020304" pitchFamily="18" charset="0"/>
                <a:ea typeface="华文中宋" panose="02010600040101010101" pitchFamily="2" charset="-122"/>
              </a:rPr>
              <a:t>，试求有效值</a:t>
            </a:r>
            <a:r>
              <a:rPr lang="en-US" altLang="zh-CN" sz="2400" b="1" i="1" dirty="0">
                <a:latin typeface="Times New Roman" panose="02020603050405020304" pitchFamily="18" charset="0"/>
                <a:ea typeface="华文中宋" panose="02010600040101010101" pitchFamily="2" charset="-122"/>
              </a:rPr>
              <a:t>I</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graphicFrame>
        <p:nvGraphicFramePr>
          <p:cNvPr id="945160" name="Object 8"/>
          <p:cNvGraphicFramePr>
            <a:graphicFrameLocks noChangeAspect="1"/>
          </p:cNvGraphicFramePr>
          <p:nvPr/>
        </p:nvGraphicFramePr>
        <p:xfrm>
          <a:off x="1979613" y="2847975"/>
          <a:ext cx="4321175" cy="796925"/>
        </p:xfrm>
        <a:graphic>
          <a:graphicData uri="http://schemas.openxmlformats.org/presentationml/2006/ole">
            <mc:AlternateContent xmlns:mc="http://schemas.openxmlformats.org/markup-compatibility/2006">
              <mc:Choice xmlns:v="urn:schemas-microsoft-com:vml" Requires="v">
                <p:oleObj spid="_x0000_s3081" name="" r:id="rId3" imgW="2552700" imgH="330200" progId="Equation.3">
                  <p:embed/>
                </p:oleObj>
              </mc:Choice>
              <mc:Fallback>
                <p:oleObj name="" r:id="rId3" imgW="2552700" imgH="330200" progId="Equation.3">
                  <p:embed/>
                  <p:pic>
                    <p:nvPicPr>
                      <p:cNvPr id="0" name="图片 3080"/>
                      <p:cNvPicPr/>
                      <p:nvPr/>
                    </p:nvPicPr>
                    <p:blipFill>
                      <a:blip r:embed="rId4">
                        <a:clrChange>
                          <a:clrFrom>
                            <a:srgbClr val="000000"/>
                          </a:clrFrom>
                          <a:clrTo>
                            <a:srgbClr val="0033CC"/>
                          </a:clrTo>
                        </a:clrChange>
                      </a:blip>
                      <a:stretch>
                        <a:fillRect/>
                      </a:stretch>
                    </p:blipFill>
                    <p:spPr>
                      <a:xfrm>
                        <a:off x="1979613" y="2847975"/>
                        <a:ext cx="4321175" cy="7969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45158"/>
                                        </p:tgtEl>
                                        <p:attrNameLst>
                                          <p:attrName>style.visibility</p:attrName>
                                        </p:attrNameLst>
                                      </p:cBhvr>
                                      <p:to>
                                        <p:strVal val="visible"/>
                                      </p:to>
                                    </p:set>
                                    <p:animEffect transition="in" filter="blinds(horizontal)">
                                      <p:cBhvr>
                                        <p:cTn id="7" dur="500"/>
                                        <p:tgtEl>
                                          <p:spTgt spid="945158"/>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45159"/>
                                        </p:tgtEl>
                                        <p:attrNameLst>
                                          <p:attrName>style.visibility</p:attrName>
                                        </p:attrNameLst>
                                      </p:cBhvr>
                                      <p:to>
                                        <p:strVal val="visible"/>
                                      </p:to>
                                    </p:set>
                                    <p:animEffect transition="in" filter="blinds(horizontal)">
                                      <p:cBhvr>
                                        <p:cTn id="15" dur="500"/>
                                        <p:tgtEl>
                                          <p:spTgt spid="945159"/>
                                        </p:tgtEl>
                                      </p:cBhvr>
                                    </p:animEffect>
                                  </p:childTnLst>
                                </p:cTn>
                              </p:par>
                              <p:par>
                                <p:cTn id="16" presetID="3" presetClass="entr" presetSubtype="10" fill="hold" nodeType="withEffect">
                                  <p:stCondLst>
                                    <p:cond delay="0"/>
                                  </p:stCondLst>
                                  <p:childTnLst>
                                    <p:set>
                                      <p:cBhvr>
                                        <p:cTn id="17" dur="1" fill="hold">
                                          <p:stCondLst>
                                            <p:cond delay="0"/>
                                          </p:stCondLst>
                                        </p:cTn>
                                        <p:tgtEl>
                                          <p:spTgt spid="945160"/>
                                        </p:tgtEl>
                                        <p:attrNameLst>
                                          <p:attrName>style.visibility</p:attrName>
                                        </p:attrNameLst>
                                      </p:cBhvr>
                                      <p:to>
                                        <p:strVal val="visible"/>
                                      </p:to>
                                    </p:set>
                                    <p:animEffect transition="in" filter="blinds(horizontal)">
                                      <p:cBhvr>
                                        <p:cTn id="18" dur="500"/>
                                        <p:tgtEl>
                                          <p:spTgt spid="945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8" grpId="0"/>
      <p:bldP spid="94515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46179" name="Text Box 3"/>
          <p:cNvSpPr txBox="1"/>
          <p:nvPr/>
        </p:nvSpPr>
        <p:spPr>
          <a:xfrm>
            <a:off x="457200" y="1196975"/>
            <a:ext cx="77724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 </a:t>
            </a:r>
            <a:r>
              <a:rPr lang="zh-CN" altLang="en-US" sz="2400" b="1" dirty="0">
                <a:solidFill>
                  <a:srgbClr val="973990"/>
                </a:solidFill>
                <a:latin typeface="Times New Roman" panose="02020603050405020304" pitchFamily="18" charset="0"/>
                <a:ea typeface="华文中宋" panose="02010600040101010101" pitchFamily="2" charset="-122"/>
              </a:rPr>
              <a:t>正弦交流电的表示方式：</a:t>
            </a:r>
            <a:endParaRPr lang="zh-CN" altLang="en-US" sz="2400" b="1" dirty="0">
              <a:solidFill>
                <a:srgbClr val="973990"/>
              </a:solidFill>
              <a:latin typeface="Times New Roman" panose="02020603050405020304" pitchFamily="18" charset="0"/>
              <a:ea typeface="华文中宋" panose="02010600040101010101" pitchFamily="2" charset="-122"/>
            </a:endParaRPr>
          </a:p>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      三角函数、曲线波形、矢量、相量</a:t>
            </a:r>
            <a:endParaRPr lang="zh-CN" altLang="en-US" sz="2400" b="1" dirty="0">
              <a:latin typeface="Times New Roman" panose="02020603050405020304" pitchFamily="18" charset="0"/>
              <a:ea typeface="华文中宋" panose="02010600040101010101" pitchFamily="2" charset="-122"/>
            </a:endParaRPr>
          </a:p>
        </p:txBody>
      </p:sp>
      <p:sp>
        <p:nvSpPr>
          <p:cNvPr id="946191" name="Rectangle 15"/>
          <p:cNvSpPr/>
          <p:nvPr/>
        </p:nvSpPr>
        <p:spPr>
          <a:xfrm>
            <a:off x="520700" y="69850"/>
            <a:ext cx="7772400" cy="11430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b="1" dirty="0">
                <a:solidFill>
                  <a:schemeClr val="tx2"/>
                </a:solidFill>
                <a:latin typeface="Times New Roman" panose="02020603050405020304" pitchFamily="18" charset="0"/>
                <a:ea typeface="华文中宋" panose="02010600040101010101" pitchFamily="2" charset="-122"/>
              </a:rPr>
              <a:t>3.2 </a:t>
            </a:r>
            <a:r>
              <a:rPr lang="zh-CN" altLang="en-US" b="1" dirty="0">
                <a:solidFill>
                  <a:schemeClr val="tx2"/>
                </a:solidFill>
                <a:latin typeface="Times New Roman" panose="02020603050405020304" pitchFamily="18" charset="0"/>
                <a:ea typeface="华文中宋" panose="02010600040101010101" pitchFamily="2" charset="-122"/>
              </a:rPr>
              <a:t>正弦量的相量表示法</a:t>
            </a:r>
            <a:endParaRPr lang="zh-CN" altLang="en-US" b="1" dirty="0">
              <a:solidFill>
                <a:schemeClr val="tx2"/>
              </a:solidFill>
              <a:latin typeface="Times New Roman" panose="02020603050405020304" pitchFamily="18" charset="0"/>
              <a:ea typeface="华文中宋" panose="02010600040101010101" pitchFamily="2" charset="-122"/>
            </a:endParaRPr>
          </a:p>
        </p:txBody>
      </p:sp>
      <p:sp>
        <p:nvSpPr>
          <p:cNvPr id="946192" name="Text Box 16"/>
          <p:cNvSpPr txBox="1"/>
          <p:nvPr/>
        </p:nvSpPr>
        <p:spPr>
          <a:xfrm>
            <a:off x="614363" y="2924175"/>
            <a:ext cx="80645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在平面坐标上的一个旋转矢量可以表示出正弦量的三要素。</a:t>
            </a:r>
            <a:endParaRPr lang="zh-CN" altLang="en-US" sz="2400" b="1" dirty="0">
              <a:latin typeface="Times New Roman" panose="02020603050405020304" pitchFamily="18" charset="0"/>
              <a:ea typeface="华文中宋" panose="02010600040101010101" pitchFamily="2" charset="-122"/>
            </a:endParaRPr>
          </a:p>
        </p:txBody>
      </p:sp>
      <p:sp>
        <p:nvSpPr>
          <p:cNvPr id="946193" name="Rectangle 17"/>
          <p:cNvSpPr/>
          <p:nvPr/>
        </p:nvSpPr>
        <p:spPr>
          <a:xfrm>
            <a:off x="468313" y="2314575"/>
            <a:ext cx="5257800" cy="609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400" b="1" dirty="0">
                <a:latin typeface="Times New Roman" panose="02020603050405020304" pitchFamily="18" charset="0"/>
                <a:ea typeface="华文中宋" panose="02010600040101010101" pitchFamily="2" charset="-122"/>
              </a:rPr>
              <a:t>3.2.1  </a:t>
            </a:r>
            <a:r>
              <a:rPr lang="zh-CN" altLang="en-US" sz="2400" b="1" dirty="0">
                <a:latin typeface="Times New Roman" panose="02020603050405020304" pitchFamily="18" charset="0"/>
                <a:ea typeface="华文中宋" panose="02010600040101010101" pitchFamily="2" charset="-122"/>
              </a:rPr>
              <a:t>正弦量的矢量表示法</a:t>
            </a:r>
            <a:endParaRPr lang="zh-CN" altLang="en-US" sz="2400" dirty="0">
              <a:latin typeface="Times New Roman" panose="02020603050405020304" pitchFamily="18" charset="0"/>
              <a:ea typeface="华文中宋" panose="02010600040101010101" pitchFamily="2" charset="-122"/>
            </a:endParaRPr>
          </a:p>
        </p:txBody>
      </p:sp>
      <p:graphicFrame>
        <p:nvGraphicFramePr>
          <p:cNvPr id="946194" name="Object 18"/>
          <p:cNvGraphicFramePr>
            <a:graphicFrameLocks noChangeAspect="1"/>
          </p:cNvGraphicFramePr>
          <p:nvPr/>
        </p:nvGraphicFramePr>
        <p:xfrm>
          <a:off x="3727450" y="3460750"/>
          <a:ext cx="3025775" cy="554038"/>
        </p:xfrm>
        <a:graphic>
          <a:graphicData uri="http://schemas.openxmlformats.org/presentationml/2006/ole">
            <mc:AlternateContent xmlns:mc="http://schemas.openxmlformats.org/markup-compatibility/2006">
              <mc:Choice xmlns:v="urn:schemas-microsoft-com:vml" Requires="v">
                <p:oleObj spid="_x0000_s3076" name="" r:id="rId1" imgW="1256665" imgH="215900" progId="Equation.3">
                  <p:embed/>
                </p:oleObj>
              </mc:Choice>
              <mc:Fallback>
                <p:oleObj name="" r:id="rId1" imgW="1256665" imgH="215900" progId="Equation.3">
                  <p:embed/>
                  <p:pic>
                    <p:nvPicPr>
                      <p:cNvPr id="0" name="图片 3075"/>
                      <p:cNvPicPr/>
                      <p:nvPr/>
                    </p:nvPicPr>
                    <p:blipFill>
                      <a:blip r:embed="rId2"/>
                      <a:stretch>
                        <a:fillRect/>
                      </a:stretch>
                    </p:blipFill>
                    <p:spPr>
                      <a:xfrm>
                        <a:off x="3727450" y="3460750"/>
                        <a:ext cx="3025775" cy="554038"/>
                      </a:xfrm>
                      <a:prstGeom prst="rect">
                        <a:avLst/>
                      </a:prstGeom>
                      <a:noFill/>
                      <a:ln w="38100">
                        <a:noFill/>
                        <a:miter/>
                      </a:ln>
                    </p:spPr>
                  </p:pic>
                </p:oleObj>
              </mc:Fallback>
            </mc:AlternateContent>
          </a:graphicData>
        </a:graphic>
      </p:graphicFrame>
      <p:sp>
        <p:nvSpPr>
          <p:cNvPr id="946195" name="Text Box 19"/>
          <p:cNvSpPr txBox="1"/>
          <p:nvPr/>
        </p:nvSpPr>
        <p:spPr>
          <a:xfrm>
            <a:off x="1366838" y="3500438"/>
            <a:ext cx="151765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设正弦量</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grpSp>
        <p:nvGrpSpPr>
          <p:cNvPr id="2" name="Group 20"/>
          <p:cNvGrpSpPr/>
          <p:nvPr/>
        </p:nvGrpSpPr>
        <p:grpSpPr>
          <a:xfrm>
            <a:off x="1214438" y="3941763"/>
            <a:ext cx="6710362" cy="2438400"/>
            <a:chOff x="765" y="2523"/>
            <a:chExt cx="4227" cy="1536"/>
          </a:xfrm>
        </p:grpSpPr>
        <p:sp>
          <p:nvSpPr>
            <p:cNvPr id="15371" name="Line 21"/>
            <p:cNvSpPr/>
            <p:nvPr/>
          </p:nvSpPr>
          <p:spPr>
            <a:xfrm>
              <a:off x="1341" y="2907"/>
              <a:ext cx="2160" cy="0"/>
            </a:xfrm>
            <a:prstGeom prst="line">
              <a:avLst/>
            </a:prstGeom>
            <a:ln w="28575" cap="flat" cmpd="sng">
              <a:solidFill>
                <a:schemeClr val="tx1"/>
              </a:solidFill>
              <a:prstDash val="dash"/>
              <a:headEnd type="none" w="med" len="med"/>
              <a:tailEnd type="none" w="med" len="med"/>
            </a:ln>
          </p:spPr>
        </p:sp>
        <p:grpSp>
          <p:nvGrpSpPr>
            <p:cNvPr id="15372" name="Group 22"/>
            <p:cNvGrpSpPr/>
            <p:nvPr/>
          </p:nvGrpSpPr>
          <p:grpSpPr>
            <a:xfrm>
              <a:off x="1245" y="3050"/>
              <a:ext cx="405" cy="258"/>
              <a:chOff x="1200" y="1365"/>
              <a:chExt cx="374" cy="258"/>
            </a:xfrm>
          </p:grpSpPr>
          <p:sp>
            <p:nvSpPr>
              <p:cNvPr id="15412" name="Arc 23"/>
              <p:cNvSpPr/>
              <p:nvPr/>
            </p:nvSpPr>
            <p:spPr>
              <a:xfrm rot="5400000">
                <a:off x="1413" y="1335"/>
                <a:ext cx="131" cy="190"/>
              </a:xfrm>
              <a:custGeom>
                <a:avLst/>
                <a:gdLst>
                  <a:gd name="txL" fmla="*/ 0 w 21600"/>
                  <a:gd name="txT" fmla="*/ 0 h 21599"/>
                  <a:gd name="txR" fmla="*/ 21600 w 21600"/>
                  <a:gd name="txB" fmla="*/ 21599 h 21599"/>
                </a:gdLst>
                <a:ahLst/>
                <a:cxnLst>
                  <a:cxn ang="0">
                    <a:pos x="0" y="0"/>
                  </a:cxn>
                  <a:cxn ang="0">
                    <a:pos x="0" y="0"/>
                  </a:cxn>
                  <a:cxn ang="0">
                    <a:pos x="0" y="0"/>
                  </a:cxn>
                </a:cxnLst>
                <a:rect l="txL" t="txT" r="txR" b="txB"/>
                <a:pathLst>
                  <a:path w="21600" h="21599" fill="none">
                    <a:moveTo>
                      <a:pt x="0" y="21599"/>
                    </a:moveTo>
                    <a:cubicBezTo>
                      <a:pt x="0" y="9761"/>
                      <a:pt x="9528" y="129"/>
                      <a:pt x="21365" y="0"/>
                    </a:cubicBezTo>
                  </a:path>
                  <a:path w="21600" h="21599" stroke="0">
                    <a:moveTo>
                      <a:pt x="0" y="21599"/>
                    </a:moveTo>
                    <a:cubicBezTo>
                      <a:pt x="0" y="9761"/>
                      <a:pt x="9528" y="129"/>
                      <a:pt x="21365" y="0"/>
                    </a:cubicBezTo>
                    <a:lnTo>
                      <a:pt x="21600" y="21599"/>
                    </a:lnTo>
                    <a:lnTo>
                      <a:pt x="0" y="21599"/>
                    </a:lnTo>
                    <a:close/>
                  </a:path>
                </a:pathLst>
              </a:custGeom>
              <a:noFill/>
              <a:ln w="38100" cap="rnd" cmpd="sng">
                <a:solidFill>
                  <a:schemeClr val="tx1">
                    <a:alpha val="100000"/>
                  </a:schemeClr>
                </a:solidFill>
                <a:prstDash val="solid"/>
                <a:round/>
                <a:headEnd type="triangle" w="med" len="med"/>
                <a:tailEnd type="none" w="med" len="med"/>
              </a:ln>
            </p:spPr>
            <p:txBody>
              <a:bodyPr/>
              <a:p>
                <a:endParaRPr lang="zh-CN" altLang="en-US"/>
              </a:p>
            </p:txBody>
          </p:sp>
          <p:sp>
            <p:nvSpPr>
              <p:cNvPr id="15413" name="Rectangle 24"/>
              <p:cNvSpPr/>
              <p:nvPr/>
            </p:nvSpPr>
            <p:spPr>
              <a:xfrm>
                <a:off x="1200" y="1375"/>
                <a:ext cx="308" cy="248"/>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ω</a:t>
                </a:r>
                <a:endParaRPr lang="en-US" altLang="zh-CN" sz="2000" b="1" dirty="0">
                  <a:latin typeface="Times New Roman" panose="02020603050405020304" pitchFamily="18" charset="0"/>
                  <a:ea typeface="华文中宋" panose="02010600040101010101" pitchFamily="2" charset="-122"/>
                </a:endParaRPr>
              </a:p>
            </p:txBody>
          </p:sp>
        </p:grpSp>
        <p:sp>
          <p:nvSpPr>
            <p:cNvPr id="15373" name="Line 25"/>
            <p:cNvSpPr/>
            <p:nvPr/>
          </p:nvSpPr>
          <p:spPr>
            <a:xfrm>
              <a:off x="1341" y="3099"/>
              <a:ext cx="2005" cy="6"/>
            </a:xfrm>
            <a:prstGeom prst="line">
              <a:avLst/>
            </a:prstGeom>
            <a:ln w="28575" cap="flat" cmpd="sng">
              <a:solidFill>
                <a:schemeClr val="tx1"/>
              </a:solidFill>
              <a:prstDash val="dash"/>
              <a:headEnd type="none" w="med" len="med"/>
              <a:tailEnd type="none" w="med" len="med"/>
            </a:ln>
          </p:spPr>
        </p:sp>
        <p:sp>
          <p:nvSpPr>
            <p:cNvPr id="15374" name="Line 26"/>
            <p:cNvSpPr/>
            <p:nvPr/>
          </p:nvSpPr>
          <p:spPr>
            <a:xfrm>
              <a:off x="1389" y="3435"/>
              <a:ext cx="319" cy="408"/>
            </a:xfrm>
            <a:prstGeom prst="line">
              <a:avLst/>
            </a:prstGeom>
            <a:ln w="38100" cap="flat" cmpd="sng">
              <a:solidFill>
                <a:schemeClr val="tx1"/>
              </a:solidFill>
              <a:prstDash val="solid"/>
              <a:headEnd type="none" w="med" len="med"/>
              <a:tailEnd type="triangle" w="sm" len="lg"/>
            </a:ln>
          </p:spPr>
        </p:sp>
        <p:sp>
          <p:nvSpPr>
            <p:cNvPr id="15375" name="Line 27"/>
            <p:cNvSpPr/>
            <p:nvPr/>
          </p:nvSpPr>
          <p:spPr>
            <a:xfrm>
              <a:off x="1341" y="3843"/>
              <a:ext cx="3075" cy="0"/>
            </a:xfrm>
            <a:prstGeom prst="line">
              <a:avLst/>
            </a:prstGeom>
            <a:ln w="28575" cap="flat" cmpd="sng">
              <a:solidFill>
                <a:schemeClr val="tx1"/>
              </a:solidFill>
              <a:prstDash val="dash"/>
              <a:headEnd type="none" w="med" len="med"/>
              <a:tailEnd type="none" w="med" len="med"/>
            </a:ln>
          </p:spPr>
        </p:sp>
        <p:sp>
          <p:nvSpPr>
            <p:cNvPr id="15376" name="Line 28"/>
            <p:cNvSpPr/>
            <p:nvPr/>
          </p:nvSpPr>
          <p:spPr>
            <a:xfrm>
              <a:off x="4416" y="3435"/>
              <a:ext cx="0" cy="384"/>
            </a:xfrm>
            <a:prstGeom prst="line">
              <a:avLst/>
            </a:prstGeom>
            <a:ln w="28575" cap="flat" cmpd="sng">
              <a:solidFill>
                <a:schemeClr val="tx1"/>
              </a:solidFill>
              <a:prstDash val="dash"/>
              <a:headEnd type="none" w="med" len="med"/>
              <a:tailEnd type="none" w="med" len="med"/>
            </a:ln>
          </p:spPr>
        </p:sp>
        <p:sp>
          <p:nvSpPr>
            <p:cNvPr id="15377" name="Line 29"/>
            <p:cNvSpPr/>
            <p:nvPr/>
          </p:nvSpPr>
          <p:spPr>
            <a:xfrm>
              <a:off x="2013" y="3147"/>
              <a:ext cx="0" cy="288"/>
            </a:xfrm>
            <a:prstGeom prst="line">
              <a:avLst/>
            </a:prstGeom>
            <a:ln w="28575" cap="flat" cmpd="sng">
              <a:solidFill>
                <a:schemeClr val="tx1"/>
              </a:solidFill>
              <a:prstDash val="solid"/>
              <a:headEnd type="none" w="med" len="med"/>
              <a:tailEnd type="triangle" w="med" len="med"/>
            </a:ln>
          </p:spPr>
        </p:sp>
        <p:sp>
          <p:nvSpPr>
            <p:cNvPr id="15378" name="Line 30"/>
            <p:cNvSpPr/>
            <p:nvPr/>
          </p:nvSpPr>
          <p:spPr>
            <a:xfrm flipV="1">
              <a:off x="2013" y="3819"/>
              <a:ext cx="0" cy="240"/>
            </a:xfrm>
            <a:prstGeom prst="line">
              <a:avLst/>
            </a:prstGeom>
            <a:ln w="28575" cap="flat" cmpd="sng">
              <a:solidFill>
                <a:schemeClr val="tx1"/>
              </a:solidFill>
              <a:prstDash val="solid"/>
              <a:headEnd type="none" w="med" len="med"/>
              <a:tailEnd type="triangle" w="med" len="med"/>
            </a:ln>
          </p:spPr>
        </p:sp>
        <p:sp>
          <p:nvSpPr>
            <p:cNvPr id="15379" name="Rectangle 31"/>
            <p:cNvSpPr/>
            <p:nvPr/>
          </p:nvSpPr>
          <p:spPr>
            <a:xfrm>
              <a:off x="1952" y="3461"/>
              <a:ext cx="202"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u</a:t>
              </a:r>
              <a:r>
                <a:rPr lang="en-US" altLang="zh-CN" sz="2000" b="1" i="1" baseline="-25000" dirty="0">
                  <a:solidFill>
                    <a:srgbClr val="000000"/>
                  </a:solidFill>
                  <a:latin typeface="Times New Roman" panose="02020603050405020304" pitchFamily="18" charset="0"/>
                  <a:ea typeface="华文中宋" panose="02010600040101010101" pitchFamily="2" charset="-122"/>
                </a:rPr>
                <a:t>1</a:t>
              </a:r>
              <a:endParaRPr lang="en-US" altLang="zh-CN" sz="2000" b="1" i="1" baseline="-25000" dirty="0">
                <a:solidFill>
                  <a:srgbClr val="000000"/>
                </a:solidFill>
                <a:latin typeface="Times New Roman" panose="02020603050405020304" pitchFamily="18" charset="0"/>
                <a:ea typeface="华文中宋" panose="02010600040101010101" pitchFamily="2" charset="-122"/>
              </a:endParaRPr>
            </a:p>
          </p:txBody>
        </p:sp>
        <p:sp>
          <p:nvSpPr>
            <p:cNvPr id="15380" name="Text Box 32"/>
            <p:cNvSpPr txBox="1"/>
            <p:nvPr/>
          </p:nvSpPr>
          <p:spPr>
            <a:xfrm>
              <a:off x="1005" y="3099"/>
              <a:ext cx="38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u</a:t>
              </a:r>
              <a:r>
                <a:rPr lang="en-US" altLang="zh-CN" sz="2000" b="1" baseline="-25000" dirty="0">
                  <a:latin typeface="Times New Roman" panose="02020603050405020304" pitchFamily="18" charset="0"/>
                  <a:ea typeface="华文中宋" panose="02010600040101010101" pitchFamily="2" charset="-122"/>
                </a:rPr>
                <a:t>0</a:t>
              </a:r>
              <a:endParaRPr lang="en-US" altLang="zh-CN" sz="2000" b="1" baseline="-25000" dirty="0">
                <a:latin typeface="Times New Roman" panose="02020603050405020304" pitchFamily="18" charset="0"/>
                <a:ea typeface="华文中宋" panose="02010600040101010101" pitchFamily="2" charset="-122"/>
              </a:endParaRPr>
            </a:p>
          </p:txBody>
        </p:sp>
        <p:sp>
          <p:nvSpPr>
            <p:cNvPr id="15381" name="Line 33"/>
            <p:cNvSpPr/>
            <p:nvPr/>
          </p:nvSpPr>
          <p:spPr>
            <a:xfrm flipV="1">
              <a:off x="1341" y="3099"/>
              <a:ext cx="432" cy="336"/>
            </a:xfrm>
            <a:prstGeom prst="line">
              <a:avLst/>
            </a:prstGeom>
            <a:ln w="38100" cap="flat" cmpd="sng">
              <a:solidFill>
                <a:schemeClr val="tx1"/>
              </a:solidFill>
              <a:prstDash val="solid"/>
              <a:headEnd type="none" w="med" len="med"/>
              <a:tailEnd type="triangle" w="sm" len="lg"/>
            </a:ln>
          </p:spPr>
        </p:sp>
        <p:sp>
          <p:nvSpPr>
            <p:cNvPr id="15382" name="Line 34"/>
            <p:cNvSpPr/>
            <p:nvPr/>
          </p:nvSpPr>
          <p:spPr>
            <a:xfrm>
              <a:off x="1364" y="3433"/>
              <a:ext cx="0" cy="408"/>
            </a:xfrm>
            <a:prstGeom prst="line">
              <a:avLst/>
            </a:prstGeom>
            <a:ln w="38100" cap="flat" cmpd="sng">
              <a:solidFill>
                <a:srgbClr val="0099CC"/>
              </a:solidFill>
              <a:prstDash val="solid"/>
              <a:headEnd type="none" w="med" len="med"/>
              <a:tailEnd type="none" w="med" len="med"/>
            </a:ln>
          </p:spPr>
        </p:sp>
        <p:sp>
          <p:nvSpPr>
            <p:cNvPr id="15383" name="Line 35"/>
            <p:cNvSpPr/>
            <p:nvPr/>
          </p:nvSpPr>
          <p:spPr>
            <a:xfrm>
              <a:off x="1364" y="3100"/>
              <a:ext cx="1" cy="336"/>
            </a:xfrm>
            <a:prstGeom prst="line">
              <a:avLst/>
            </a:prstGeom>
            <a:ln w="38100" cap="flat" cmpd="sng">
              <a:solidFill>
                <a:srgbClr val="FF3300"/>
              </a:solidFill>
              <a:prstDash val="solid"/>
              <a:headEnd type="none" w="med" len="med"/>
              <a:tailEnd type="none" w="med" len="med"/>
            </a:ln>
          </p:spPr>
        </p:sp>
        <p:sp>
          <p:nvSpPr>
            <p:cNvPr id="15384" name="Rectangle 36"/>
            <p:cNvSpPr/>
            <p:nvPr/>
          </p:nvSpPr>
          <p:spPr>
            <a:xfrm>
              <a:off x="1570" y="3195"/>
              <a:ext cx="20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y</a:t>
              </a:r>
              <a:endParaRPr lang="en-US" altLang="zh-CN" sz="2000" dirty="0">
                <a:latin typeface="Times New Roman" panose="02020603050405020304" pitchFamily="18" charset="0"/>
                <a:ea typeface="华文中宋" panose="02010600040101010101" pitchFamily="2" charset="-122"/>
              </a:endParaRPr>
            </a:p>
          </p:txBody>
        </p:sp>
        <p:sp>
          <p:nvSpPr>
            <p:cNvPr id="15385" name="Freeform 37"/>
            <p:cNvSpPr/>
            <p:nvPr/>
          </p:nvSpPr>
          <p:spPr>
            <a:xfrm>
              <a:off x="1505" y="3323"/>
              <a:ext cx="24" cy="110"/>
            </a:xfrm>
            <a:custGeom>
              <a:avLst/>
              <a:gdLst>
                <a:gd name="txL" fmla="*/ 0 w 24"/>
                <a:gd name="txT" fmla="*/ 0 h 110"/>
                <a:gd name="txR" fmla="*/ 24 w 24"/>
                <a:gd name="txB" fmla="*/ 110 h 110"/>
              </a:gdLst>
              <a:ahLst/>
              <a:cxnLst>
                <a:cxn ang="0">
                  <a:pos x="0" y="0"/>
                </a:cxn>
                <a:cxn ang="0">
                  <a:pos x="24" y="110"/>
                </a:cxn>
              </a:cxnLst>
              <a:rect l="txL" t="txT" r="txR" b="txB"/>
              <a:pathLst>
                <a:path w="24" h="110">
                  <a:moveTo>
                    <a:pt x="0" y="0"/>
                  </a:moveTo>
                  <a:cubicBezTo>
                    <a:pt x="16" y="46"/>
                    <a:pt x="24" y="64"/>
                    <a:pt x="24" y="110"/>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grpSp>
          <p:nvGrpSpPr>
            <p:cNvPr id="15386" name="Group 38"/>
            <p:cNvGrpSpPr/>
            <p:nvPr/>
          </p:nvGrpSpPr>
          <p:grpSpPr>
            <a:xfrm>
              <a:off x="765" y="2523"/>
              <a:ext cx="1680" cy="1488"/>
              <a:chOff x="765" y="816"/>
              <a:chExt cx="1680" cy="1488"/>
            </a:xfrm>
          </p:grpSpPr>
          <p:grpSp>
            <p:nvGrpSpPr>
              <p:cNvPr id="15405" name="Group 39"/>
              <p:cNvGrpSpPr/>
              <p:nvPr/>
            </p:nvGrpSpPr>
            <p:grpSpPr>
              <a:xfrm>
                <a:off x="765" y="816"/>
                <a:ext cx="1680" cy="1488"/>
                <a:chOff x="672" y="960"/>
                <a:chExt cx="1680" cy="1488"/>
              </a:xfrm>
            </p:grpSpPr>
            <p:sp>
              <p:nvSpPr>
                <p:cNvPr id="15407" name="Oval 40"/>
                <p:cNvSpPr/>
                <p:nvPr/>
              </p:nvSpPr>
              <p:spPr>
                <a:xfrm>
                  <a:off x="768" y="1342"/>
                  <a:ext cx="1029" cy="1029"/>
                </a:xfrm>
                <a:prstGeom prst="ellipse">
                  <a:avLst/>
                </a:prstGeom>
                <a:noFill/>
                <a:ln w="28575" cap="flat" cmpd="sng">
                  <a:solidFill>
                    <a:schemeClr val="tx1"/>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5408" name="Line 41"/>
                <p:cNvSpPr/>
                <p:nvPr/>
              </p:nvSpPr>
              <p:spPr>
                <a:xfrm>
                  <a:off x="1269" y="1104"/>
                  <a:ext cx="2" cy="1344"/>
                </a:xfrm>
                <a:prstGeom prst="line">
                  <a:avLst/>
                </a:prstGeom>
                <a:ln w="38100" cap="flat" cmpd="sng">
                  <a:solidFill>
                    <a:schemeClr val="tx1"/>
                  </a:solidFill>
                  <a:prstDash val="solid"/>
                  <a:headEnd type="triangle" w="med" len="med"/>
                  <a:tailEnd type="none" w="med" len="med"/>
                </a:ln>
              </p:spPr>
            </p:sp>
            <p:sp>
              <p:nvSpPr>
                <p:cNvPr id="15409" name="Text Box 42"/>
                <p:cNvSpPr txBox="1"/>
                <p:nvPr/>
              </p:nvSpPr>
              <p:spPr>
                <a:xfrm>
                  <a:off x="2064" y="168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x</a:t>
                  </a:r>
                  <a:endParaRPr lang="en-US" altLang="zh-CN" sz="2000" b="1" i="1" dirty="0">
                    <a:latin typeface="Times New Roman" panose="02020603050405020304" pitchFamily="18" charset="0"/>
                    <a:ea typeface="华文中宋" panose="02010600040101010101" pitchFamily="2" charset="-122"/>
                  </a:endParaRPr>
                </a:p>
              </p:txBody>
            </p:sp>
            <p:sp>
              <p:nvSpPr>
                <p:cNvPr id="15410" name="Text Box 43"/>
                <p:cNvSpPr txBox="1"/>
                <p:nvPr/>
              </p:nvSpPr>
              <p:spPr>
                <a:xfrm>
                  <a:off x="1248" y="96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y</a:t>
                  </a:r>
                  <a:endParaRPr lang="en-US" altLang="zh-CN" sz="2000" b="1" i="1" dirty="0">
                    <a:latin typeface="Times New Roman" panose="02020603050405020304" pitchFamily="18" charset="0"/>
                    <a:ea typeface="华文中宋" panose="02010600040101010101" pitchFamily="2" charset="-122"/>
                  </a:endParaRPr>
                </a:p>
              </p:txBody>
            </p:sp>
            <p:sp>
              <p:nvSpPr>
                <p:cNvPr id="15411" name="Line 44"/>
                <p:cNvSpPr/>
                <p:nvPr/>
              </p:nvSpPr>
              <p:spPr>
                <a:xfrm>
                  <a:off x="672" y="1872"/>
                  <a:ext cx="1440" cy="0"/>
                </a:xfrm>
                <a:prstGeom prst="line">
                  <a:avLst/>
                </a:prstGeom>
                <a:ln w="38100" cap="flat" cmpd="sng">
                  <a:solidFill>
                    <a:schemeClr val="tx1"/>
                  </a:solidFill>
                  <a:prstDash val="solid"/>
                  <a:headEnd type="none" w="med" len="med"/>
                  <a:tailEnd type="triangle" w="med" len="med"/>
                </a:ln>
              </p:spPr>
            </p:sp>
          </p:grpSp>
          <p:sp>
            <p:nvSpPr>
              <p:cNvPr id="15406" name="Text Box 45"/>
              <p:cNvSpPr txBox="1"/>
              <p:nvPr/>
            </p:nvSpPr>
            <p:spPr>
              <a:xfrm>
                <a:off x="1152" y="168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O</a:t>
                </a:r>
                <a:endParaRPr lang="en-US" altLang="zh-CN" sz="2000" b="1" i="1" dirty="0">
                  <a:latin typeface="Times New Roman" panose="02020603050405020304" pitchFamily="18" charset="0"/>
                  <a:ea typeface="华文中宋" panose="02010600040101010101" pitchFamily="2" charset="-122"/>
                </a:endParaRPr>
              </a:p>
            </p:txBody>
          </p:sp>
        </p:grpSp>
        <p:sp>
          <p:nvSpPr>
            <p:cNvPr id="15387" name="Line 46"/>
            <p:cNvSpPr/>
            <p:nvPr/>
          </p:nvSpPr>
          <p:spPr>
            <a:xfrm>
              <a:off x="3153" y="3418"/>
              <a:ext cx="0" cy="328"/>
            </a:xfrm>
            <a:prstGeom prst="line">
              <a:avLst/>
            </a:prstGeom>
            <a:ln w="28575" cap="flat" cmpd="sng">
              <a:solidFill>
                <a:schemeClr val="tx1"/>
              </a:solidFill>
              <a:prstDash val="solid"/>
              <a:headEnd type="none" w="med" len="med"/>
              <a:tailEnd type="none" w="med" len="med"/>
            </a:ln>
          </p:spPr>
        </p:sp>
        <p:sp>
          <p:nvSpPr>
            <p:cNvPr id="15388" name="Line 47"/>
            <p:cNvSpPr/>
            <p:nvPr/>
          </p:nvSpPr>
          <p:spPr>
            <a:xfrm>
              <a:off x="3504" y="2907"/>
              <a:ext cx="0" cy="192"/>
            </a:xfrm>
            <a:prstGeom prst="line">
              <a:avLst/>
            </a:prstGeom>
            <a:ln w="28575" cap="flat" cmpd="sng">
              <a:solidFill>
                <a:schemeClr val="tx1"/>
              </a:solidFill>
              <a:prstDash val="solid"/>
              <a:headEnd type="triangle" w="med" len="med"/>
              <a:tailEnd type="none" w="med" len="med"/>
            </a:ln>
          </p:spPr>
        </p:sp>
        <p:sp>
          <p:nvSpPr>
            <p:cNvPr id="15389" name="Line 48"/>
            <p:cNvSpPr/>
            <p:nvPr/>
          </p:nvSpPr>
          <p:spPr>
            <a:xfrm>
              <a:off x="3504" y="3243"/>
              <a:ext cx="0" cy="192"/>
            </a:xfrm>
            <a:prstGeom prst="line">
              <a:avLst/>
            </a:prstGeom>
            <a:ln w="28575" cap="flat" cmpd="sng">
              <a:solidFill>
                <a:schemeClr val="tx1"/>
              </a:solidFill>
              <a:prstDash val="solid"/>
              <a:headEnd type="none" w="med" len="med"/>
              <a:tailEnd type="triangle" w="med" len="med"/>
            </a:ln>
          </p:spPr>
        </p:sp>
        <p:sp>
          <p:nvSpPr>
            <p:cNvPr id="15390" name="Line 49"/>
            <p:cNvSpPr/>
            <p:nvPr/>
          </p:nvSpPr>
          <p:spPr>
            <a:xfrm>
              <a:off x="2911" y="3600"/>
              <a:ext cx="247" cy="0"/>
            </a:xfrm>
            <a:prstGeom prst="line">
              <a:avLst/>
            </a:prstGeom>
            <a:ln w="28575" cap="flat" cmpd="sng">
              <a:solidFill>
                <a:schemeClr val="tx1"/>
              </a:solidFill>
              <a:prstDash val="solid"/>
              <a:headEnd type="none" w="med" len="med"/>
              <a:tailEnd type="triangle" w="med" len="med"/>
            </a:ln>
          </p:spPr>
        </p:sp>
        <p:sp>
          <p:nvSpPr>
            <p:cNvPr id="15391" name="Line 50"/>
            <p:cNvSpPr/>
            <p:nvPr/>
          </p:nvSpPr>
          <p:spPr>
            <a:xfrm>
              <a:off x="3312" y="3603"/>
              <a:ext cx="248" cy="0"/>
            </a:xfrm>
            <a:prstGeom prst="line">
              <a:avLst/>
            </a:prstGeom>
            <a:ln w="28575" cap="flat" cmpd="sng">
              <a:solidFill>
                <a:schemeClr val="tx1"/>
              </a:solidFill>
              <a:prstDash val="solid"/>
              <a:headEnd type="triangle" w="med" len="med"/>
              <a:tailEnd type="none" w="med" len="med"/>
            </a:ln>
          </p:spPr>
        </p:sp>
        <p:sp>
          <p:nvSpPr>
            <p:cNvPr id="15392" name="Rectangle 51"/>
            <p:cNvSpPr/>
            <p:nvPr/>
          </p:nvSpPr>
          <p:spPr>
            <a:xfrm>
              <a:off x="3426" y="3073"/>
              <a:ext cx="31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U</a:t>
              </a:r>
              <a:r>
                <a:rPr lang="en-US" altLang="zh-CN" sz="2000" b="1" i="1" baseline="-25000" dirty="0">
                  <a:solidFill>
                    <a:srgbClr val="000000"/>
                  </a:solidFill>
                  <a:latin typeface="Times New Roman" panose="02020603050405020304" pitchFamily="18" charset="0"/>
                  <a:ea typeface="华文中宋" panose="02010600040101010101" pitchFamily="2" charset="-122"/>
                </a:rPr>
                <a:t>m</a:t>
              </a:r>
              <a:endParaRPr lang="en-US" altLang="zh-CN" sz="2000" b="1" i="1" baseline="-25000" dirty="0">
                <a:solidFill>
                  <a:srgbClr val="000000"/>
                </a:solidFill>
                <a:latin typeface="Times New Roman" panose="02020603050405020304" pitchFamily="18" charset="0"/>
                <a:ea typeface="华文中宋" panose="02010600040101010101" pitchFamily="2" charset="-122"/>
              </a:endParaRPr>
            </a:p>
          </p:txBody>
        </p:sp>
        <p:graphicFrame>
          <p:nvGraphicFramePr>
            <p:cNvPr id="15393" name="Object 52"/>
            <p:cNvGraphicFramePr>
              <a:graphicFrameLocks noChangeAspect="1"/>
            </p:cNvGraphicFramePr>
            <p:nvPr/>
          </p:nvGraphicFramePr>
          <p:xfrm>
            <a:off x="3072" y="2619"/>
            <a:ext cx="219" cy="261"/>
          </p:xfrm>
          <a:graphic>
            <a:graphicData uri="http://schemas.openxmlformats.org/presentationml/2006/ole">
              <mc:AlternateContent xmlns:mc="http://schemas.openxmlformats.org/markup-compatibility/2006">
                <mc:Choice xmlns:v="urn:schemas-microsoft-com:vml" Requires="v">
                  <p:oleObj spid="_x0000_s3086" name="" r:id="rId3" imgW="127000" imgH="139700" progId="Equation.3">
                    <p:embed/>
                  </p:oleObj>
                </mc:Choice>
                <mc:Fallback>
                  <p:oleObj name="" r:id="rId3" imgW="127000" imgH="139700" progId="Equation.3">
                    <p:embed/>
                    <p:pic>
                      <p:nvPicPr>
                        <p:cNvPr id="0" name="图片 3085"/>
                        <p:cNvPicPr/>
                        <p:nvPr/>
                      </p:nvPicPr>
                      <p:blipFill>
                        <a:blip r:embed="rId4"/>
                        <a:stretch>
                          <a:fillRect/>
                        </a:stretch>
                      </p:blipFill>
                      <p:spPr>
                        <a:xfrm>
                          <a:off x="3072" y="2619"/>
                          <a:ext cx="219" cy="261"/>
                        </a:xfrm>
                        <a:prstGeom prst="rect">
                          <a:avLst/>
                        </a:prstGeom>
                        <a:noFill/>
                        <a:ln w="38100">
                          <a:noFill/>
                          <a:miter/>
                        </a:ln>
                      </p:spPr>
                    </p:pic>
                  </p:oleObj>
                </mc:Fallback>
              </mc:AlternateContent>
            </a:graphicData>
          </a:graphic>
        </p:graphicFrame>
        <p:sp>
          <p:nvSpPr>
            <p:cNvPr id="15394" name="Freeform 53"/>
            <p:cNvSpPr/>
            <p:nvPr/>
          </p:nvSpPr>
          <p:spPr>
            <a:xfrm>
              <a:off x="3155" y="2907"/>
              <a:ext cx="733" cy="515"/>
            </a:xfrm>
            <a:custGeom>
              <a:avLst/>
              <a:gdLst>
                <a:gd name="txL" fmla="*/ 0 w 652"/>
                <a:gd name="txT" fmla="*/ 0 h 432"/>
                <a:gd name="txR" fmla="*/ 652 w 652"/>
                <a:gd name="txB" fmla="*/ 432 h 432"/>
              </a:gdLst>
              <a:ahLst/>
              <a:cxnLst>
                <a:cxn ang="0">
                  <a:pos x="0" y="10192"/>
                </a:cxn>
                <a:cxn ang="0">
                  <a:pos x="458" y="7421"/>
                </a:cxn>
                <a:cxn ang="0">
                  <a:pos x="898" y="5006"/>
                </a:cxn>
                <a:cxn ang="0">
                  <a:pos x="1354" y="2922"/>
                </a:cxn>
                <a:cxn ang="0">
                  <a:pos x="1803" y="1214"/>
                </a:cxn>
                <a:cxn ang="0">
                  <a:pos x="2191" y="298"/>
                </a:cxn>
                <a:cxn ang="0">
                  <a:pos x="2646" y="0"/>
                </a:cxn>
                <a:cxn ang="0">
                  <a:pos x="3095" y="298"/>
                </a:cxn>
                <a:cxn ang="0">
                  <a:pos x="3553" y="1214"/>
                </a:cxn>
                <a:cxn ang="0">
                  <a:pos x="3994" y="2922"/>
                </a:cxn>
                <a:cxn ang="0">
                  <a:pos x="4458" y="5006"/>
                </a:cxn>
                <a:cxn ang="0">
                  <a:pos x="4896" y="7551"/>
                </a:cxn>
                <a:cxn ang="0">
                  <a:pos x="5352" y="10192"/>
                </a:cxn>
              </a:cxnLst>
              <a:rect l="txL" t="txT" r="txR" b="txB"/>
              <a:pathLst>
                <a:path w="652" h="432">
                  <a:moveTo>
                    <a:pt x="0" y="431"/>
                  </a:moveTo>
                  <a:lnTo>
                    <a:pt x="54" y="314"/>
                  </a:lnTo>
                  <a:lnTo>
                    <a:pt x="109" y="211"/>
                  </a:lnTo>
                  <a:lnTo>
                    <a:pt x="165" y="124"/>
                  </a:lnTo>
                  <a:lnTo>
                    <a:pt x="219" y="51"/>
                  </a:lnTo>
                  <a:lnTo>
                    <a:pt x="266" y="13"/>
                  </a:lnTo>
                  <a:lnTo>
                    <a:pt x="320" y="0"/>
                  </a:lnTo>
                  <a:lnTo>
                    <a:pt x="376" y="13"/>
                  </a:lnTo>
                  <a:lnTo>
                    <a:pt x="431" y="51"/>
                  </a:lnTo>
                  <a:lnTo>
                    <a:pt x="485" y="124"/>
                  </a:lnTo>
                  <a:lnTo>
                    <a:pt x="541" y="211"/>
                  </a:lnTo>
                  <a:lnTo>
                    <a:pt x="595" y="320"/>
                  </a:lnTo>
                  <a:lnTo>
                    <a:pt x="651" y="431"/>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5395" name="Freeform 54"/>
            <p:cNvSpPr/>
            <p:nvPr/>
          </p:nvSpPr>
          <p:spPr>
            <a:xfrm>
              <a:off x="3888" y="3435"/>
              <a:ext cx="732" cy="515"/>
            </a:xfrm>
            <a:custGeom>
              <a:avLst/>
              <a:gdLst>
                <a:gd name="txL" fmla="*/ 0 w 653"/>
                <a:gd name="txT" fmla="*/ 0 h 432"/>
                <a:gd name="txR" fmla="*/ 653 w 653"/>
                <a:gd name="txB" fmla="*/ 432 h 432"/>
              </a:gdLst>
              <a:ahLst/>
              <a:cxnLst>
                <a:cxn ang="0">
                  <a:pos x="5087" y="0"/>
                </a:cxn>
                <a:cxn ang="0">
                  <a:pos x="4662" y="2745"/>
                </a:cxn>
                <a:cxn ang="0">
                  <a:pos x="4245" y="5182"/>
                </a:cxn>
                <a:cxn ang="0">
                  <a:pos x="3802" y="7247"/>
                </a:cxn>
                <a:cxn ang="0">
                  <a:pos x="3384" y="8980"/>
                </a:cxn>
                <a:cxn ang="0">
                  <a:pos x="3019" y="9865"/>
                </a:cxn>
                <a:cxn ang="0">
                  <a:pos x="2574" y="10192"/>
                </a:cxn>
                <a:cxn ang="0">
                  <a:pos x="2150" y="9865"/>
                </a:cxn>
                <a:cxn ang="0">
                  <a:pos x="1711" y="8980"/>
                </a:cxn>
                <a:cxn ang="0">
                  <a:pos x="1279" y="7247"/>
                </a:cxn>
                <a:cxn ang="0">
                  <a:pos x="851" y="5182"/>
                </a:cxn>
                <a:cxn ang="0">
                  <a:pos x="416" y="2585"/>
                </a:cxn>
                <a:cxn ang="0">
                  <a:pos x="0" y="0"/>
                </a:cxn>
              </a:cxnLst>
              <a:rect l="txL" t="txT" r="txR" b="txB"/>
              <a:pathLst>
                <a:path w="653" h="432">
                  <a:moveTo>
                    <a:pt x="652" y="0"/>
                  </a:moveTo>
                  <a:lnTo>
                    <a:pt x="596" y="116"/>
                  </a:lnTo>
                  <a:lnTo>
                    <a:pt x="542" y="219"/>
                  </a:lnTo>
                  <a:lnTo>
                    <a:pt x="486" y="306"/>
                  </a:lnTo>
                  <a:lnTo>
                    <a:pt x="432" y="379"/>
                  </a:lnTo>
                  <a:lnTo>
                    <a:pt x="385" y="417"/>
                  </a:lnTo>
                  <a:lnTo>
                    <a:pt x="329" y="431"/>
                  </a:lnTo>
                  <a:lnTo>
                    <a:pt x="275" y="417"/>
                  </a:lnTo>
                  <a:lnTo>
                    <a:pt x="219" y="379"/>
                  </a:lnTo>
                  <a:lnTo>
                    <a:pt x="165" y="306"/>
                  </a:lnTo>
                  <a:lnTo>
                    <a:pt x="109" y="219"/>
                  </a:lnTo>
                  <a:lnTo>
                    <a:pt x="54" y="109"/>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15396" name="Object 55"/>
            <p:cNvGraphicFramePr>
              <a:graphicFrameLocks noChangeAspect="1"/>
            </p:cNvGraphicFramePr>
            <p:nvPr/>
          </p:nvGraphicFramePr>
          <p:xfrm>
            <a:off x="4704" y="3435"/>
            <a:ext cx="288" cy="241"/>
          </p:xfrm>
          <a:graphic>
            <a:graphicData uri="http://schemas.openxmlformats.org/presentationml/2006/ole">
              <mc:AlternateContent xmlns:mc="http://schemas.openxmlformats.org/markup-compatibility/2006">
                <mc:Choice xmlns:v="urn:schemas-microsoft-com:vml" Requires="v">
                  <p:oleObj spid="_x0000_s3087" name="" r:id="rId5" imgW="241300" imgH="165100" progId="Equation.3">
                    <p:embed/>
                  </p:oleObj>
                </mc:Choice>
                <mc:Fallback>
                  <p:oleObj name="" r:id="rId5" imgW="241300" imgH="165100" progId="Equation.3">
                    <p:embed/>
                    <p:pic>
                      <p:nvPicPr>
                        <p:cNvPr id="0" name="图片 3086"/>
                        <p:cNvPicPr/>
                        <p:nvPr/>
                      </p:nvPicPr>
                      <p:blipFill>
                        <a:blip r:embed="rId6"/>
                        <a:stretch>
                          <a:fillRect/>
                        </a:stretch>
                      </p:blipFill>
                      <p:spPr>
                        <a:xfrm>
                          <a:off x="4704" y="3435"/>
                          <a:ext cx="288" cy="241"/>
                        </a:xfrm>
                        <a:prstGeom prst="rect">
                          <a:avLst/>
                        </a:prstGeom>
                        <a:noFill/>
                        <a:ln w="38100">
                          <a:noFill/>
                          <a:miter/>
                        </a:ln>
                      </p:spPr>
                    </p:pic>
                  </p:oleObj>
                </mc:Fallback>
              </mc:AlternateContent>
            </a:graphicData>
          </a:graphic>
        </p:graphicFrame>
        <p:sp>
          <p:nvSpPr>
            <p:cNvPr id="15397" name="Line 56"/>
            <p:cNvSpPr/>
            <p:nvPr/>
          </p:nvSpPr>
          <p:spPr>
            <a:xfrm flipV="1">
              <a:off x="3312" y="2763"/>
              <a:ext cx="0" cy="1104"/>
            </a:xfrm>
            <a:prstGeom prst="line">
              <a:avLst/>
            </a:prstGeom>
            <a:ln w="38100" cap="flat" cmpd="sng">
              <a:solidFill>
                <a:schemeClr val="tx1"/>
              </a:solidFill>
              <a:prstDash val="solid"/>
              <a:headEnd type="none" w="med" len="med"/>
              <a:tailEnd type="triangle" w="med" len="med"/>
            </a:ln>
          </p:spPr>
        </p:sp>
        <p:sp>
          <p:nvSpPr>
            <p:cNvPr id="15398" name="Line 57"/>
            <p:cNvSpPr/>
            <p:nvPr/>
          </p:nvSpPr>
          <p:spPr>
            <a:xfrm>
              <a:off x="3120" y="3435"/>
              <a:ext cx="1680" cy="0"/>
            </a:xfrm>
            <a:prstGeom prst="line">
              <a:avLst/>
            </a:prstGeom>
            <a:ln w="38100" cap="flat" cmpd="sng">
              <a:solidFill>
                <a:schemeClr val="tx1"/>
              </a:solidFill>
              <a:prstDash val="solid"/>
              <a:headEnd type="none" w="med" len="med"/>
              <a:tailEnd type="triangle" w="med" len="med"/>
            </a:ln>
          </p:spPr>
        </p:sp>
        <p:sp>
          <p:nvSpPr>
            <p:cNvPr id="15399" name="Line 58"/>
            <p:cNvSpPr/>
            <p:nvPr/>
          </p:nvSpPr>
          <p:spPr>
            <a:xfrm flipH="1">
              <a:off x="3249" y="3165"/>
              <a:ext cx="18" cy="32"/>
            </a:xfrm>
            <a:prstGeom prst="line">
              <a:avLst/>
            </a:prstGeom>
            <a:ln w="76200" cap="flat" cmpd="sng">
              <a:solidFill>
                <a:schemeClr val="bg1"/>
              </a:solidFill>
              <a:prstDash val="solid"/>
              <a:headEnd type="none" w="med" len="med"/>
              <a:tailEnd type="none" w="med" len="med"/>
            </a:ln>
          </p:spPr>
        </p:sp>
        <p:sp>
          <p:nvSpPr>
            <p:cNvPr id="15400" name="Line 59"/>
            <p:cNvSpPr/>
            <p:nvPr/>
          </p:nvSpPr>
          <p:spPr>
            <a:xfrm flipH="1">
              <a:off x="3189" y="3285"/>
              <a:ext cx="24" cy="42"/>
            </a:xfrm>
            <a:prstGeom prst="line">
              <a:avLst/>
            </a:prstGeom>
            <a:ln w="76200" cap="flat" cmpd="sng">
              <a:solidFill>
                <a:schemeClr val="bg1"/>
              </a:solidFill>
              <a:prstDash val="solid"/>
              <a:headEnd type="none" w="med" len="med"/>
              <a:tailEnd type="none" w="med" len="med"/>
            </a:ln>
          </p:spPr>
        </p:sp>
        <p:sp>
          <p:nvSpPr>
            <p:cNvPr id="15401" name="Rectangle 60"/>
            <p:cNvSpPr/>
            <p:nvPr/>
          </p:nvSpPr>
          <p:spPr>
            <a:xfrm>
              <a:off x="3264" y="3226"/>
              <a:ext cx="233"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latin typeface="Times New Roman" panose="02020603050405020304" pitchFamily="18" charset="0"/>
                  <a:ea typeface="华文中宋" panose="02010600040101010101" pitchFamily="2" charset="-122"/>
                </a:rPr>
                <a:t>O</a:t>
              </a:r>
              <a:endParaRPr lang="en-US" altLang="zh-CN" sz="2000" b="1" i="1" dirty="0">
                <a:latin typeface="Times New Roman" panose="02020603050405020304" pitchFamily="18" charset="0"/>
                <a:ea typeface="华文中宋" panose="02010600040101010101" pitchFamily="2" charset="-122"/>
              </a:endParaRPr>
            </a:p>
          </p:txBody>
        </p:sp>
        <p:graphicFrame>
          <p:nvGraphicFramePr>
            <p:cNvPr id="15402" name="Object 61"/>
            <p:cNvGraphicFramePr>
              <a:graphicFrameLocks noChangeAspect="1"/>
            </p:cNvGraphicFramePr>
            <p:nvPr/>
          </p:nvGraphicFramePr>
          <p:xfrm>
            <a:off x="4224" y="3146"/>
            <a:ext cx="336" cy="241"/>
          </p:xfrm>
          <a:graphic>
            <a:graphicData uri="http://schemas.openxmlformats.org/presentationml/2006/ole">
              <mc:AlternateContent xmlns:mc="http://schemas.openxmlformats.org/markup-compatibility/2006">
                <mc:Choice xmlns:v="urn:schemas-microsoft-com:vml" Requires="v">
                  <p:oleObj spid="_x0000_s3085" name="" r:id="rId7" imgW="241300" imgH="165100" progId="Equation.3">
                    <p:embed/>
                  </p:oleObj>
                </mc:Choice>
                <mc:Fallback>
                  <p:oleObj name="" r:id="rId7" imgW="241300" imgH="165100" progId="Equation.3">
                    <p:embed/>
                    <p:pic>
                      <p:nvPicPr>
                        <p:cNvPr id="0" name="图片 3084"/>
                        <p:cNvPicPr/>
                        <p:nvPr/>
                      </p:nvPicPr>
                      <p:blipFill>
                        <a:blip r:embed="rId6"/>
                        <a:stretch>
                          <a:fillRect/>
                        </a:stretch>
                      </p:blipFill>
                      <p:spPr>
                        <a:xfrm>
                          <a:off x="4224" y="3146"/>
                          <a:ext cx="336" cy="241"/>
                        </a:xfrm>
                        <a:prstGeom prst="rect">
                          <a:avLst/>
                        </a:prstGeom>
                        <a:noFill/>
                        <a:ln w="38100">
                          <a:noFill/>
                          <a:miter/>
                        </a:ln>
                      </p:spPr>
                    </p:pic>
                  </p:oleObj>
                </mc:Fallback>
              </mc:AlternateContent>
            </a:graphicData>
          </a:graphic>
        </p:graphicFrame>
        <p:sp>
          <p:nvSpPr>
            <p:cNvPr id="15403" name="Text Box 62"/>
            <p:cNvSpPr txBox="1"/>
            <p:nvPr/>
          </p:nvSpPr>
          <p:spPr>
            <a:xfrm>
              <a:off x="4464" y="3195"/>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1</a:t>
              </a:r>
              <a:endParaRPr lang="en-US" altLang="zh-CN" sz="2000" b="1" dirty="0">
                <a:latin typeface="Times New Roman" panose="02020603050405020304" pitchFamily="18" charset="0"/>
                <a:ea typeface="华文中宋" panose="02010600040101010101" pitchFamily="2" charset="-122"/>
              </a:endParaRPr>
            </a:p>
          </p:txBody>
        </p:sp>
        <p:sp>
          <p:nvSpPr>
            <p:cNvPr id="15404" name="Rectangle 63"/>
            <p:cNvSpPr/>
            <p:nvPr/>
          </p:nvSpPr>
          <p:spPr>
            <a:xfrm>
              <a:off x="3154" y="3483"/>
              <a:ext cx="20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y</a:t>
              </a:r>
              <a:endParaRPr lang="en-US" altLang="zh-CN" sz="2000" dirty="0">
                <a:latin typeface="Times New Roman" panose="02020603050405020304" pitchFamily="18" charset="0"/>
                <a:ea typeface="华文中宋" panose="02010600040101010101" pitchFamily="2" charset="-122"/>
              </a:endParaRPr>
            </a:p>
          </p:txBody>
        </p:sp>
      </p:grpSp>
      <p:sp>
        <p:nvSpPr>
          <p:cNvPr id="15370" name="Rectangle 4"/>
          <p:cNvSpPr/>
          <p:nvPr/>
        </p:nvSpPr>
        <p:spPr>
          <a:xfrm>
            <a:off x="303213" y="912813"/>
            <a:ext cx="8207375" cy="49212"/>
          </a:xfrm>
          <a:prstGeom prst="rect">
            <a:avLst/>
          </a:prstGeom>
          <a:gradFill rotWithShape="0">
            <a:gsLst>
              <a:gs pos="0">
                <a:srgbClr val="3366FF">
                  <a:alpha val="100000"/>
                </a:srgbClr>
              </a:gs>
              <a:gs pos="12500">
                <a:srgbClr val="01A78F">
                  <a:alpha val="100000"/>
                </a:srgbClr>
              </a:gs>
              <a:gs pos="25000">
                <a:srgbClr val="FFFF00">
                  <a:alpha val="100000"/>
                </a:srgbClr>
              </a:gs>
              <a:gs pos="37500">
                <a:srgbClr val="FF6633">
                  <a:alpha val="100000"/>
                </a:srgbClr>
              </a:gs>
              <a:gs pos="50000">
                <a:srgbClr val="FF3399">
                  <a:alpha val="100000"/>
                </a:srgbClr>
              </a:gs>
              <a:gs pos="62500">
                <a:srgbClr val="FF6633">
                  <a:alpha val="100000"/>
                </a:srgbClr>
              </a:gs>
              <a:gs pos="75000">
                <a:srgbClr val="FFFF00">
                  <a:alpha val="100000"/>
                </a:srgbClr>
              </a:gs>
              <a:gs pos="87500">
                <a:srgbClr val="01A78F">
                  <a:alpha val="100000"/>
                </a:srgbClr>
              </a:gs>
              <a:gs pos="100000">
                <a:srgbClr val="3366FF">
                  <a:alpha val="100000"/>
                </a:srgbClr>
              </a:gs>
            </a:gsLst>
            <a:lin ang="0" scaled="1"/>
            <a:tileRect/>
          </a:gradFill>
          <a:ln w="12700" cap="sq"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6191"/>
                                        </p:tgtEl>
                                        <p:attrNameLst>
                                          <p:attrName>style.visibility</p:attrName>
                                        </p:attrNameLst>
                                      </p:cBhvr>
                                      <p:to>
                                        <p:strVal val="visible"/>
                                      </p:to>
                                    </p:set>
                                    <p:animEffect transition="in" filter="wipe(left)">
                                      <p:cBhvr>
                                        <p:cTn id="7" dur="500"/>
                                        <p:tgtEl>
                                          <p:spTgt spid="9461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6179">
                                            <p:txEl>
                                              <p:charRg st="0" end="13"/>
                                            </p:txEl>
                                          </p:spTgt>
                                        </p:tgtEl>
                                        <p:attrNameLst>
                                          <p:attrName>style.visibility</p:attrName>
                                        </p:attrNameLst>
                                      </p:cBhvr>
                                      <p:to>
                                        <p:strVal val="visible"/>
                                      </p:to>
                                    </p:set>
                                    <p:animEffect transition="in" filter="wipe(left)">
                                      <p:cBhvr>
                                        <p:cTn id="12" dur="500"/>
                                        <p:tgtEl>
                                          <p:spTgt spid="946179">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6179">
                                            <p:txEl>
                                              <p:charRg st="13" end="35"/>
                                            </p:txEl>
                                          </p:spTgt>
                                        </p:tgtEl>
                                        <p:attrNameLst>
                                          <p:attrName>style.visibility</p:attrName>
                                        </p:attrNameLst>
                                      </p:cBhvr>
                                      <p:to>
                                        <p:strVal val="visible"/>
                                      </p:to>
                                    </p:set>
                                    <p:animEffect transition="in" filter="wipe(left)">
                                      <p:cBhvr>
                                        <p:cTn id="17" dur="500"/>
                                        <p:tgtEl>
                                          <p:spTgt spid="946179">
                                            <p:txEl>
                                              <p:charRg st="13" end="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6193"/>
                                        </p:tgtEl>
                                        <p:attrNameLst>
                                          <p:attrName>style.visibility</p:attrName>
                                        </p:attrNameLst>
                                      </p:cBhvr>
                                      <p:to>
                                        <p:strVal val="visible"/>
                                      </p:to>
                                    </p:set>
                                    <p:animEffect transition="in" filter="wipe(left)">
                                      <p:cBhvr>
                                        <p:cTn id="22" dur="500"/>
                                        <p:tgtEl>
                                          <p:spTgt spid="9461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46192"/>
                                        </p:tgtEl>
                                        <p:attrNameLst>
                                          <p:attrName>style.visibility</p:attrName>
                                        </p:attrNameLst>
                                      </p:cBhvr>
                                      <p:to>
                                        <p:strVal val="visible"/>
                                      </p:to>
                                    </p:set>
                                    <p:animEffect transition="in" filter="blinds(horizontal)">
                                      <p:cBhvr>
                                        <p:cTn id="27" dur="500"/>
                                        <p:tgtEl>
                                          <p:spTgt spid="94619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6195"/>
                                        </p:tgtEl>
                                        <p:attrNameLst>
                                          <p:attrName>style.visibility</p:attrName>
                                        </p:attrNameLst>
                                      </p:cBhvr>
                                      <p:to>
                                        <p:strVal val="visible"/>
                                      </p:to>
                                    </p:set>
                                    <p:animEffect transition="in" filter="wipe(left)">
                                      <p:cBhvr>
                                        <p:cTn id="32" dur="500"/>
                                        <p:tgtEl>
                                          <p:spTgt spid="946195"/>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946194"/>
                                        </p:tgtEl>
                                        <p:attrNameLst>
                                          <p:attrName>style.visibility</p:attrName>
                                        </p:attrNameLst>
                                      </p:cBhvr>
                                      <p:to>
                                        <p:strVal val="visible"/>
                                      </p:to>
                                    </p:set>
                                    <p:animEffect transition="in" filter="wipe(left)">
                                      <p:cBhvr>
                                        <p:cTn id="36" dur="500"/>
                                        <p:tgtEl>
                                          <p:spTgt spid="946194"/>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500" fill="hold"/>
                                        <p:tgtEl>
                                          <p:spTgt spid="2"/>
                                        </p:tgtEl>
                                        <p:attrNameLst>
                                          <p:attrName>ppt_w</p:attrName>
                                        </p:attrNameLst>
                                      </p:cBhvr>
                                      <p:tavLst>
                                        <p:tav tm="0">
                                          <p:val>
                                            <p:fltVal val="0.000000"/>
                                          </p:val>
                                        </p:tav>
                                        <p:tav tm="100000">
                                          <p:val>
                                            <p:strVal val="#ppt_w"/>
                                          </p:val>
                                        </p:tav>
                                      </p:tavLst>
                                    </p:anim>
                                    <p:anim calcmode="lin" valueType="num">
                                      <p:cBhvr>
                                        <p:cTn id="42"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9" grpId="0" build="p"/>
      <p:bldP spid="946191" grpId="0"/>
      <p:bldP spid="946192" grpId="0"/>
      <p:bldP spid="946193" grpId="0"/>
      <p:bldP spid="9461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16387" name="Object 6"/>
          <p:cNvGraphicFramePr>
            <a:graphicFrameLocks noChangeAspect="1"/>
          </p:cNvGraphicFramePr>
          <p:nvPr/>
        </p:nvGraphicFramePr>
        <p:xfrm>
          <a:off x="3694113" y="3656013"/>
          <a:ext cx="3025775" cy="554037"/>
        </p:xfrm>
        <a:graphic>
          <a:graphicData uri="http://schemas.openxmlformats.org/presentationml/2006/ole">
            <mc:AlternateContent xmlns:mc="http://schemas.openxmlformats.org/markup-compatibility/2006">
              <mc:Choice xmlns:v="urn:schemas-microsoft-com:vml" Requires="v">
                <p:oleObj spid="_x0000_s3083" name="" r:id="rId1" imgW="1256665" imgH="215900" progId="Equation.3">
                  <p:embed/>
                </p:oleObj>
              </mc:Choice>
              <mc:Fallback>
                <p:oleObj name="" r:id="rId1" imgW="1256665" imgH="215900" progId="Equation.3">
                  <p:embed/>
                  <p:pic>
                    <p:nvPicPr>
                      <p:cNvPr id="0" name="图片 3082"/>
                      <p:cNvPicPr/>
                      <p:nvPr/>
                    </p:nvPicPr>
                    <p:blipFill>
                      <a:blip r:embed="rId2"/>
                      <a:stretch>
                        <a:fillRect/>
                      </a:stretch>
                    </p:blipFill>
                    <p:spPr>
                      <a:xfrm>
                        <a:off x="3694113" y="3656013"/>
                        <a:ext cx="3025775" cy="554037"/>
                      </a:xfrm>
                      <a:prstGeom prst="rect">
                        <a:avLst/>
                      </a:prstGeom>
                      <a:noFill/>
                      <a:ln w="38100">
                        <a:noFill/>
                        <a:miter/>
                      </a:ln>
                    </p:spPr>
                  </p:pic>
                </p:oleObj>
              </mc:Fallback>
            </mc:AlternateContent>
          </a:graphicData>
        </a:graphic>
      </p:graphicFrame>
      <p:sp>
        <p:nvSpPr>
          <p:cNvPr id="16388" name="Text Box 7"/>
          <p:cNvSpPr txBox="1"/>
          <p:nvPr/>
        </p:nvSpPr>
        <p:spPr>
          <a:xfrm>
            <a:off x="1352550" y="3617913"/>
            <a:ext cx="1517650"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设正弦量</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grpSp>
        <p:nvGrpSpPr>
          <p:cNvPr id="16389" name="Group 8"/>
          <p:cNvGrpSpPr/>
          <p:nvPr/>
        </p:nvGrpSpPr>
        <p:grpSpPr>
          <a:xfrm>
            <a:off x="1200150" y="4059238"/>
            <a:ext cx="6710363" cy="2438400"/>
            <a:chOff x="765" y="2523"/>
            <a:chExt cx="4227" cy="1536"/>
          </a:xfrm>
        </p:grpSpPr>
        <p:sp>
          <p:nvSpPr>
            <p:cNvPr id="16401" name="Line 9"/>
            <p:cNvSpPr/>
            <p:nvPr/>
          </p:nvSpPr>
          <p:spPr>
            <a:xfrm>
              <a:off x="1341" y="2907"/>
              <a:ext cx="2160" cy="0"/>
            </a:xfrm>
            <a:prstGeom prst="line">
              <a:avLst/>
            </a:prstGeom>
            <a:ln w="28575" cap="flat" cmpd="sng">
              <a:solidFill>
                <a:schemeClr val="tx1"/>
              </a:solidFill>
              <a:prstDash val="dash"/>
              <a:headEnd type="none" w="med" len="med"/>
              <a:tailEnd type="none" w="med" len="med"/>
            </a:ln>
          </p:spPr>
        </p:sp>
        <p:grpSp>
          <p:nvGrpSpPr>
            <p:cNvPr id="16402" name="Group 10"/>
            <p:cNvGrpSpPr/>
            <p:nvPr/>
          </p:nvGrpSpPr>
          <p:grpSpPr>
            <a:xfrm>
              <a:off x="1245" y="3050"/>
              <a:ext cx="405" cy="258"/>
              <a:chOff x="1200" y="1365"/>
              <a:chExt cx="374" cy="258"/>
            </a:xfrm>
          </p:grpSpPr>
          <p:sp>
            <p:nvSpPr>
              <p:cNvPr id="16442" name="Arc 11"/>
              <p:cNvSpPr/>
              <p:nvPr/>
            </p:nvSpPr>
            <p:spPr>
              <a:xfrm rot="5400000">
                <a:off x="1413" y="1335"/>
                <a:ext cx="131" cy="190"/>
              </a:xfrm>
              <a:custGeom>
                <a:avLst/>
                <a:gdLst>
                  <a:gd name="txL" fmla="*/ 0 w 21600"/>
                  <a:gd name="txT" fmla="*/ 0 h 21599"/>
                  <a:gd name="txR" fmla="*/ 21600 w 21600"/>
                  <a:gd name="txB" fmla="*/ 21599 h 21599"/>
                </a:gdLst>
                <a:ahLst/>
                <a:cxnLst>
                  <a:cxn ang="0">
                    <a:pos x="0" y="0"/>
                  </a:cxn>
                  <a:cxn ang="0">
                    <a:pos x="0" y="0"/>
                  </a:cxn>
                  <a:cxn ang="0">
                    <a:pos x="0" y="0"/>
                  </a:cxn>
                </a:cxnLst>
                <a:rect l="txL" t="txT" r="txR" b="txB"/>
                <a:pathLst>
                  <a:path w="21600" h="21599" fill="none">
                    <a:moveTo>
                      <a:pt x="0" y="21599"/>
                    </a:moveTo>
                    <a:cubicBezTo>
                      <a:pt x="0" y="9761"/>
                      <a:pt x="9528" y="129"/>
                      <a:pt x="21365" y="0"/>
                    </a:cubicBezTo>
                  </a:path>
                  <a:path w="21600" h="21599" stroke="0">
                    <a:moveTo>
                      <a:pt x="0" y="21599"/>
                    </a:moveTo>
                    <a:cubicBezTo>
                      <a:pt x="0" y="9761"/>
                      <a:pt x="9528" y="129"/>
                      <a:pt x="21365" y="0"/>
                    </a:cubicBezTo>
                    <a:lnTo>
                      <a:pt x="21600" y="21599"/>
                    </a:lnTo>
                    <a:lnTo>
                      <a:pt x="0" y="21599"/>
                    </a:lnTo>
                    <a:close/>
                  </a:path>
                </a:pathLst>
              </a:custGeom>
              <a:noFill/>
              <a:ln w="38100" cap="rnd" cmpd="sng">
                <a:solidFill>
                  <a:schemeClr val="tx1">
                    <a:alpha val="100000"/>
                  </a:schemeClr>
                </a:solidFill>
                <a:prstDash val="solid"/>
                <a:round/>
                <a:headEnd type="triangle" w="med" len="med"/>
                <a:tailEnd type="none" w="med" len="med"/>
              </a:ln>
            </p:spPr>
            <p:txBody>
              <a:bodyPr/>
              <a:p>
                <a:endParaRPr lang="zh-CN" altLang="en-US"/>
              </a:p>
            </p:txBody>
          </p:sp>
          <p:sp>
            <p:nvSpPr>
              <p:cNvPr id="16443" name="Rectangle 12"/>
              <p:cNvSpPr/>
              <p:nvPr/>
            </p:nvSpPr>
            <p:spPr>
              <a:xfrm>
                <a:off x="1200" y="1375"/>
                <a:ext cx="308" cy="248"/>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ω</a:t>
                </a:r>
                <a:endParaRPr lang="en-US" altLang="zh-CN" sz="2000" b="1" dirty="0">
                  <a:latin typeface="Times New Roman" panose="02020603050405020304" pitchFamily="18" charset="0"/>
                  <a:ea typeface="华文中宋" panose="02010600040101010101" pitchFamily="2" charset="-122"/>
                </a:endParaRPr>
              </a:p>
            </p:txBody>
          </p:sp>
        </p:grpSp>
        <p:sp>
          <p:nvSpPr>
            <p:cNvPr id="16403" name="Line 13"/>
            <p:cNvSpPr/>
            <p:nvPr/>
          </p:nvSpPr>
          <p:spPr>
            <a:xfrm>
              <a:off x="1341" y="3099"/>
              <a:ext cx="2005" cy="6"/>
            </a:xfrm>
            <a:prstGeom prst="line">
              <a:avLst/>
            </a:prstGeom>
            <a:ln w="28575" cap="flat" cmpd="sng">
              <a:solidFill>
                <a:schemeClr val="tx1"/>
              </a:solidFill>
              <a:prstDash val="dash"/>
              <a:headEnd type="none" w="med" len="med"/>
              <a:tailEnd type="none" w="med" len="med"/>
            </a:ln>
          </p:spPr>
        </p:sp>
        <p:sp>
          <p:nvSpPr>
            <p:cNvPr id="16404" name="Line 14"/>
            <p:cNvSpPr/>
            <p:nvPr/>
          </p:nvSpPr>
          <p:spPr>
            <a:xfrm>
              <a:off x="1389" y="3435"/>
              <a:ext cx="319" cy="408"/>
            </a:xfrm>
            <a:prstGeom prst="line">
              <a:avLst/>
            </a:prstGeom>
            <a:ln w="38100" cap="flat" cmpd="sng">
              <a:solidFill>
                <a:schemeClr val="tx1"/>
              </a:solidFill>
              <a:prstDash val="solid"/>
              <a:headEnd type="none" w="med" len="med"/>
              <a:tailEnd type="triangle" w="sm" len="lg"/>
            </a:ln>
          </p:spPr>
        </p:sp>
        <p:sp>
          <p:nvSpPr>
            <p:cNvPr id="16405" name="Line 15"/>
            <p:cNvSpPr/>
            <p:nvPr/>
          </p:nvSpPr>
          <p:spPr>
            <a:xfrm>
              <a:off x="1341" y="3843"/>
              <a:ext cx="3075" cy="0"/>
            </a:xfrm>
            <a:prstGeom prst="line">
              <a:avLst/>
            </a:prstGeom>
            <a:ln w="28575" cap="flat" cmpd="sng">
              <a:solidFill>
                <a:schemeClr val="tx1"/>
              </a:solidFill>
              <a:prstDash val="dash"/>
              <a:headEnd type="none" w="med" len="med"/>
              <a:tailEnd type="none" w="med" len="med"/>
            </a:ln>
          </p:spPr>
        </p:sp>
        <p:sp>
          <p:nvSpPr>
            <p:cNvPr id="16406" name="Line 16"/>
            <p:cNvSpPr/>
            <p:nvPr/>
          </p:nvSpPr>
          <p:spPr>
            <a:xfrm>
              <a:off x="4416" y="3435"/>
              <a:ext cx="0" cy="384"/>
            </a:xfrm>
            <a:prstGeom prst="line">
              <a:avLst/>
            </a:prstGeom>
            <a:ln w="28575" cap="flat" cmpd="sng">
              <a:solidFill>
                <a:schemeClr val="tx1"/>
              </a:solidFill>
              <a:prstDash val="dash"/>
              <a:headEnd type="none" w="med" len="med"/>
              <a:tailEnd type="none" w="med" len="med"/>
            </a:ln>
          </p:spPr>
        </p:sp>
        <p:sp>
          <p:nvSpPr>
            <p:cNvPr id="16407" name="Line 17"/>
            <p:cNvSpPr/>
            <p:nvPr/>
          </p:nvSpPr>
          <p:spPr>
            <a:xfrm>
              <a:off x="2013" y="3147"/>
              <a:ext cx="0" cy="288"/>
            </a:xfrm>
            <a:prstGeom prst="line">
              <a:avLst/>
            </a:prstGeom>
            <a:ln w="28575" cap="flat" cmpd="sng">
              <a:solidFill>
                <a:schemeClr val="tx1"/>
              </a:solidFill>
              <a:prstDash val="solid"/>
              <a:headEnd type="none" w="med" len="med"/>
              <a:tailEnd type="triangle" w="med" len="med"/>
            </a:ln>
          </p:spPr>
        </p:sp>
        <p:sp>
          <p:nvSpPr>
            <p:cNvPr id="16408" name="Line 18"/>
            <p:cNvSpPr/>
            <p:nvPr/>
          </p:nvSpPr>
          <p:spPr>
            <a:xfrm flipV="1">
              <a:off x="2013" y="3819"/>
              <a:ext cx="0" cy="240"/>
            </a:xfrm>
            <a:prstGeom prst="line">
              <a:avLst/>
            </a:prstGeom>
            <a:ln w="28575" cap="flat" cmpd="sng">
              <a:solidFill>
                <a:schemeClr val="tx1"/>
              </a:solidFill>
              <a:prstDash val="solid"/>
              <a:headEnd type="none" w="med" len="med"/>
              <a:tailEnd type="triangle" w="med" len="med"/>
            </a:ln>
          </p:spPr>
        </p:sp>
        <p:sp>
          <p:nvSpPr>
            <p:cNvPr id="16409" name="Rectangle 19"/>
            <p:cNvSpPr/>
            <p:nvPr/>
          </p:nvSpPr>
          <p:spPr>
            <a:xfrm>
              <a:off x="1952" y="3461"/>
              <a:ext cx="202"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u</a:t>
              </a:r>
              <a:r>
                <a:rPr lang="en-US" altLang="zh-CN" sz="2000" b="1" i="1" baseline="-25000" dirty="0">
                  <a:solidFill>
                    <a:srgbClr val="000000"/>
                  </a:solidFill>
                  <a:latin typeface="Times New Roman" panose="02020603050405020304" pitchFamily="18" charset="0"/>
                  <a:ea typeface="华文中宋" panose="02010600040101010101" pitchFamily="2" charset="-122"/>
                </a:rPr>
                <a:t>1</a:t>
              </a:r>
              <a:endParaRPr lang="en-US" altLang="zh-CN" sz="2000" b="1" i="1" baseline="-25000" dirty="0">
                <a:solidFill>
                  <a:srgbClr val="000000"/>
                </a:solidFill>
                <a:latin typeface="Times New Roman" panose="02020603050405020304" pitchFamily="18" charset="0"/>
                <a:ea typeface="华文中宋" panose="02010600040101010101" pitchFamily="2" charset="-122"/>
              </a:endParaRPr>
            </a:p>
          </p:txBody>
        </p:sp>
        <p:sp>
          <p:nvSpPr>
            <p:cNvPr id="16410" name="Text Box 20"/>
            <p:cNvSpPr txBox="1"/>
            <p:nvPr/>
          </p:nvSpPr>
          <p:spPr>
            <a:xfrm>
              <a:off x="1005" y="3099"/>
              <a:ext cx="384"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u</a:t>
              </a:r>
              <a:r>
                <a:rPr lang="en-US" altLang="zh-CN" sz="2000" b="1" baseline="-25000" dirty="0">
                  <a:latin typeface="Times New Roman" panose="02020603050405020304" pitchFamily="18" charset="0"/>
                  <a:ea typeface="华文中宋" panose="02010600040101010101" pitchFamily="2" charset="-122"/>
                </a:rPr>
                <a:t>0</a:t>
              </a:r>
              <a:endParaRPr lang="en-US" altLang="zh-CN" sz="2000" b="1" baseline="-25000" dirty="0">
                <a:latin typeface="Times New Roman" panose="02020603050405020304" pitchFamily="18" charset="0"/>
                <a:ea typeface="华文中宋" panose="02010600040101010101" pitchFamily="2" charset="-122"/>
              </a:endParaRPr>
            </a:p>
          </p:txBody>
        </p:sp>
        <p:sp>
          <p:nvSpPr>
            <p:cNvPr id="16411" name="Line 21"/>
            <p:cNvSpPr/>
            <p:nvPr/>
          </p:nvSpPr>
          <p:spPr>
            <a:xfrm flipV="1">
              <a:off x="1341" y="3099"/>
              <a:ext cx="432" cy="336"/>
            </a:xfrm>
            <a:prstGeom prst="line">
              <a:avLst/>
            </a:prstGeom>
            <a:ln w="38100" cap="flat" cmpd="sng">
              <a:solidFill>
                <a:schemeClr val="tx1"/>
              </a:solidFill>
              <a:prstDash val="solid"/>
              <a:headEnd type="none" w="med" len="med"/>
              <a:tailEnd type="triangle" w="sm" len="lg"/>
            </a:ln>
          </p:spPr>
        </p:sp>
        <p:sp>
          <p:nvSpPr>
            <p:cNvPr id="16412" name="Line 22"/>
            <p:cNvSpPr/>
            <p:nvPr/>
          </p:nvSpPr>
          <p:spPr>
            <a:xfrm>
              <a:off x="1364" y="3433"/>
              <a:ext cx="0" cy="408"/>
            </a:xfrm>
            <a:prstGeom prst="line">
              <a:avLst/>
            </a:prstGeom>
            <a:ln w="38100" cap="flat" cmpd="sng">
              <a:solidFill>
                <a:srgbClr val="0099CC"/>
              </a:solidFill>
              <a:prstDash val="solid"/>
              <a:headEnd type="none" w="med" len="med"/>
              <a:tailEnd type="none" w="med" len="med"/>
            </a:ln>
          </p:spPr>
        </p:sp>
        <p:sp>
          <p:nvSpPr>
            <p:cNvPr id="16413" name="Line 23"/>
            <p:cNvSpPr/>
            <p:nvPr/>
          </p:nvSpPr>
          <p:spPr>
            <a:xfrm>
              <a:off x="1364" y="3100"/>
              <a:ext cx="1" cy="336"/>
            </a:xfrm>
            <a:prstGeom prst="line">
              <a:avLst/>
            </a:prstGeom>
            <a:ln w="38100" cap="flat" cmpd="sng">
              <a:solidFill>
                <a:srgbClr val="FF3300"/>
              </a:solidFill>
              <a:prstDash val="solid"/>
              <a:headEnd type="none" w="med" len="med"/>
              <a:tailEnd type="none" w="med" len="med"/>
            </a:ln>
          </p:spPr>
        </p:sp>
        <p:sp>
          <p:nvSpPr>
            <p:cNvPr id="16414" name="Rectangle 24"/>
            <p:cNvSpPr/>
            <p:nvPr/>
          </p:nvSpPr>
          <p:spPr>
            <a:xfrm>
              <a:off x="1570" y="3195"/>
              <a:ext cx="20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y</a:t>
              </a:r>
              <a:endParaRPr lang="en-US" altLang="zh-CN" sz="2000" dirty="0">
                <a:latin typeface="Times New Roman" panose="02020603050405020304" pitchFamily="18" charset="0"/>
                <a:ea typeface="华文中宋" panose="02010600040101010101" pitchFamily="2" charset="-122"/>
              </a:endParaRPr>
            </a:p>
          </p:txBody>
        </p:sp>
        <p:sp>
          <p:nvSpPr>
            <p:cNvPr id="16415" name="Freeform 25"/>
            <p:cNvSpPr/>
            <p:nvPr/>
          </p:nvSpPr>
          <p:spPr>
            <a:xfrm>
              <a:off x="1505" y="3323"/>
              <a:ext cx="24" cy="110"/>
            </a:xfrm>
            <a:custGeom>
              <a:avLst/>
              <a:gdLst>
                <a:gd name="txL" fmla="*/ 0 w 24"/>
                <a:gd name="txT" fmla="*/ 0 h 110"/>
                <a:gd name="txR" fmla="*/ 24 w 24"/>
                <a:gd name="txB" fmla="*/ 110 h 110"/>
              </a:gdLst>
              <a:ahLst/>
              <a:cxnLst>
                <a:cxn ang="0">
                  <a:pos x="0" y="0"/>
                </a:cxn>
                <a:cxn ang="0">
                  <a:pos x="24" y="110"/>
                </a:cxn>
              </a:cxnLst>
              <a:rect l="txL" t="txT" r="txR" b="txB"/>
              <a:pathLst>
                <a:path w="24" h="110">
                  <a:moveTo>
                    <a:pt x="0" y="0"/>
                  </a:moveTo>
                  <a:cubicBezTo>
                    <a:pt x="16" y="46"/>
                    <a:pt x="24" y="64"/>
                    <a:pt x="24" y="110"/>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grpSp>
          <p:nvGrpSpPr>
            <p:cNvPr id="16416" name="Group 26"/>
            <p:cNvGrpSpPr/>
            <p:nvPr/>
          </p:nvGrpSpPr>
          <p:grpSpPr>
            <a:xfrm>
              <a:off x="765" y="2523"/>
              <a:ext cx="1680" cy="1488"/>
              <a:chOff x="765" y="816"/>
              <a:chExt cx="1680" cy="1488"/>
            </a:xfrm>
          </p:grpSpPr>
          <p:grpSp>
            <p:nvGrpSpPr>
              <p:cNvPr id="16435" name="Group 27"/>
              <p:cNvGrpSpPr/>
              <p:nvPr/>
            </p:nvGrpSpPr>
            <p:grpSpPr>
              <a:xfrm>
                <a:off x="765" y="816"/>
                <a:ext cx="1680" cy="1488"/>
                <a:chOff x="672" y="960"/>
                <a:chExt cx="1680" cy="1488"/>
              </a:xfrm>
            </p:grpSpPr>
            <p:sp>
              <p:nvSpPr>
                <p:cNvPr id="16437" name="Oval 28"/>
                <p:cNvSpPr/>
                <p:nvPr/>
              </p:nvSpPr>
              <p:spPr>
                <a:xfrm>
                  <a:off x="768" y="1342"/>
                  <a:ext cx="1029" cy="1029"/>
                </a:xfrm>
                <a:prstGeom prst="ellipse">
                  <a:avLst/>
                </a:prstGeom>
                <a:noFill/>
                <a:ln w="28575" cap="flat" cmpd="sng">
                  <a:solidFill>
                    <a:schemeClr val="tx1"/>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6438" name="Line 29"/>
                <p:cNvSpPr/>
                <p:nvPr/>
              </p:nvSpPr>
              <p:spPr>
                <a:xfrm>
                  <a:off x="1269" y="1104"/>
                  <a:ext cx="2" cy="1344"/>
                </a:xfrm>
                <a:prstGeom prst="line">
                  <a:avLst/>
                </a:prstGeom>
                <a:ln w="38100" cap="flat" cmpd="sng">
                  <a:solidFill>
                    <a:schemeClr val="tx1"/>
                  </a:solidFill>
                  <a:prstDash val="solid"/>
                  <a:headEnd type="triangle" w="med" len="med"/>
                  <a:tailEnd type="none" w="med" len="med"/>
                </a:ln>
              </p:spPr>
            </p:sp>
            <p:sp>
              <p:nvSpPr>
                <p:cNvPr id="16439" name="Text Box 30"/>
                <p:cNvSpPr txBox="1"/>
                <p:nvPr/>
              </p:nvSpPr>
              <p:spPr>
                <a:xfrm>
                  <a:off x="2064" y="168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x</a:t>
                  </a:r>
                  <a:endParaRPr lang="en-US" altLang="zh-CN" sz="2000" b="1" i="1" dirty="0">
                    <a:latin typeface="Times New Roman" panose="02020603050405020304" pitchFamily="18" charset="0"/>
                    <a:ea typeface="华文中宋" panose="02010600040101010101" pitchFamily="2" charset="-122"/>
                  </a:endParaRPr>
                </a:p>
              </p:txBody>
            </p:sp>
            <p:sp>
              <p:nvSpPr>
                <p:cNvPr id="16440" name="Text Box 31"/>
                <p:cNvSpPr txBox="1"/>
                <p:nvPr/>
              </p:nvSpPr>
              <p:spPr>
                <a:xfrm>
                  <a:off x="1248" y="96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y</a:t>
                  </a:r>
                  <a:endParaRPr lang="en-US" altLang="zh-CN" sz="2000" b="1" i="1" dirty="0">
                    <a:latin typeface="Times New Roman" panose="02020603050405020304" pitchFamily="18" charset="0"/>
                    <a:ea typeface="华文中宋" panose="02010600040101010101" pitchFamily="2" charset="-122"/>
                  </a:endParaRPr>
                </a:p>
              </p:txBody>
            </p:sp>
            <p:sp>
              <p:nvSpPr>
                <p:cNvPr id="16441" name="Line 32"/>
                <p:cNvSpPr/>
                <p:nvPr/>
              </p:nvSpPr>
              <p:spPr>
                <a:xfrm>
                  <a:off x="672" y="1872"/>
                  <a:ext cx="1440" cy="0"/>
                </a:xfrm>
                <a:prstGeom prst="line">
                  <a:avLst/>
                </a:prstGeom>
                <a:ln w="38100" cap="flat" cmpd="sng">
                  <a:solidFill>
                    <a:schemeClr val="tx1"/>
                  </a:solidFill>
                  <a:prstDash val="solid"/>
                  <a:headEnd type="none" w="med" len="med"/>
                  <a:tailEnd type="triangle" w="med" len="med"/>
                </a:ln>
              </p:spPr>
            </p:sp>
          </p:grpSp>
          <p:sp>
            <p:nvSpPr>
              <p:cNvPr id="16436" name="Text Box 33"/>
              <p:cNvSpPr txBox="1"/>
              <p:nvPr/>
            </p:nvSpPr>
            <p:spPr>
              <a:xfrm>
                <a:off x="1152" y="168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O</a:t>
                </a:r>
                <a:endParaRPr lang="en-US" altLang="zh-CN" sz="2000" b="1" i="1" dirty="0">
                  <a:latin typeface="Times New Roman" panose="02020603050405020304" pitchFamily="18" charset="0"/>
                  <a:ea typeface="华文中宋" panose="02010600040101010101" pitchFamily="2" charset="-122"/>
                </a:endParaRPr>
              </a:p>
            </p:txBody>
          </p:sp>
        </p:grpSp>
        <p:sp>
          <p:nvSpPr>
            <p:cNvPr id="16417" name="Line 34"/>
            <p:cNvSpPr/>
            <p:nvPr/>
          </p:nvSpPr>
          <p:spPr>
            <a:xfrm>
              <a:off x="3153" y="3418"/>
              <a:ext cx="0" cy="328"/>
            </a:xfrm>
            <a:prstGeom prst="line">
              <a:avLst/>
            </a:prstGeom>
            <a:ln w="28575" cap="flat" cmpd="sng">
              <a:solidFill>
                <a:schemeClr val="tx1"/>
              </a:solidFill>
              <a:prstDash val="solid"/>
              <a:headEnd type="none" w="med" len="med"/>
              <a:tailEnd type="none" w="med" len="med"/>
            </a:ln>
          </p:spPr>
        </p:sp>
        <p:sp>
          <p:nvSpPr>
            <p:cNvPr id="16418" name="Line 35"/>
            <p:cNvSpPr/>
            <p:nvPr/>
          </p:nvSpPr>
          <p:spPr>
            <a:xfrm>
              <a:off x="3504" y="2907"/>
              <a:ext cx="0" cy="192"/>
            </a:xfrm>
            <a:prstGeom prst="line">
              <a:avLst/>
            </a:prstGeom>
            <a:ln w="28575" cap="flat" cmpd="sng">
              <a:solidFill>
                <a:schemeClr val="tx1"/>
              </a:solidFill>
              <a:prstDash val="solid"/>
              <a:headEnd type="triangle" w="med" len="med"/>
              <a:tailEnd type="none" w="med" len="med"/>
            </a:ln>
          </p:spPr>
        </p:sp>
        <p:sp>
          <p:nvSpPr>
            <p:cNvPr id="16419" name="Line 36"/>
            <p:cNvSpPr/>
            <p:nvPr/>
          </p:nvSpPr>
          <p:spPr>
            <a:xfrm>
              <a:off x="3504" y="3243"/>
              <a:ext cx="0" cy="192"/>
            </a:xfrm>
            <a:prstGeom prst="line">
              <a:avLst/>
            </a:prstGeom>
            <a:ln w="28575" cap="flat" cmpd="sng">
              <a:solidFill>
                <a:schemeClr val="tx1"/>
              </a:solidFill>
              <a:prstDash val="solid"/>
              <a:headEnd type="none" w="med" len="med"/>
              <a:tailEnd type="triangle" w="med" len="med"/>
            </a:ln>
          </p:spPr>
        </p:sp>
        <p:sp>
          <p:nvSpPr>
            <p:cNvPr id="16420" name="Line 37"/>
            <p:cNvSpPr/>
            <p:nvPr/>
          </p:nvSpPr>
          <p:spPr>
            <a:xfrm>
              <a:off x="2911" y="3600"/>
              <a:ext cx="247" cy="0"/>
            </a:xfrm>
            <a:prstGeom prst="line">
              <a:avLst/>
            </a:prstGeom>
            <a:ln w="28575" cap="flat" cmpd="sng">
              <a:solidFill>
                <a:schemeClr val="tx1"/>
              </a:solidFill>
              <a:prstDash val="solid"/>
              <a:headEnd type="none" w="med" len="med"/>
              <a:tailEnd type="triangle" w="med" len="med"/>
            </a:ln>
          </p:spPr>
        </p:sp>
        <p:sp>
          <p:nvSpPr>
            <p:cNvPr id="16421" name="Line 38"/>
            <p:cNvSpPr/>
            <p:nvPr/>
          </p:nvSpPr>
          <p:spPr>
            <a:xfrm>
              <a:off x="3312" y="3603"/>
              <a:ext cx="248" cy="0"/>
            </a:xfrm>
            <a:prstGeom prst="line">
              <a:avLst/>
            </a:prstGeom>
            <a:ln w="28575" cap="flat" cmpd="sng">
              <a:solidFill>
                <a:schemeClr val="tx1"/>
              </a:solidFill>
              <a:prstDash val="solid"/>
              <a:headEnd type="triangle" w="med" len="med"/>
              <a:tailEnd type="none" w="med" len="med"/>
            </a:ln>
          </p:spPr>
        </p:sp>
        <p:sp>
          <p:nvSpPr>
            <p:cNvPr id="16422" name="Rectangle 39"/>
            <p:cNvSpPr/>
            <p:nvPr/>
          </p:nvSpPr>
          <p:spPr>
            <a:xfrm>
              <a:off x="3426" y="3073"/>
              <a:ext cx="31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U</a:t>
              </a:r>
              <a:r>
                <a:rPr lang="en-US" altLang="zh-CN" sz="2000" b="1" i="1" baseline="-25000" dirty="0">
                  <a:solidFill>
                    <a:srgbClr val="000000"/>
                  </a:solidFill>
                  <a:latin typeface="Times New Roman" panose="02020603050405020304" pitchFamily="18" charset="0"/>
                  <a:ea typeface="华文中宋" panose="02010600040101010101" pitchFamily="2" charset="-122"/>
                </a:rPr>
                <a:t>m</a:t>
              </a:r>
              <a:endParaRPr lang="en-US" altLang="zh-CN" sz="2000" b="1" i="1" baseline="-25000" dirty="0">
                <a:solidFill>
                  <a:srgbClr val="000000"/>
                </a:solidFill>
                <a:latin typeface="Times New Roman" panose="02020603050405020304" pitchFamily="18" charset="0"/>
                <a:ea typeface="华文中宋" panose="02010600040101010101" pitchFamily="2" charset="-122"/>
              </a:endParaRPr>
            </a:p>
          </p:txBody>
        </p:sp>
        <p:graphicFrame>
          <p:nvGraphicFramePr>
            <p:cNvPr id="16423" name="Object 40"/>
            <p:cNvGraphicFramePr>
              <a:graphicFrameLocks noChangeAspect="1"/>
            </p:cNvGraphicFramePr>
            <p:nvPr/>
          </p:nvGraphicFramePr>
          <p:xfrm>
            <a:off x="3072" y="2619"/>
            <a:ext cx="219" cy="261"/>
          </p:xfrm>
          <a:graphic>
            <a:graphicData uri="http://schemas.openxmlformats.org/presentationml/2006/ole">
              <mc:AlternateContent xmlns:mc="http://schemas.openxmlformats.org/markup-compatibility/2006">
                <mc:Choice xmlns:v="urn:schemas-microsoft-com:vml" Requires="v">
                  <p:oleObj spid="_x0000_s3084" name="" r:id="rId3" imgW="127000" imgH="139700" progId="Equation.3">
                    <p:embed/>
                  </p:oleObj>
                </mc:Choice>
                <mc:Fallback>
                  <p:oleObj name="" r:id="rId3" imgW="127000" imgH="139700" progId="Equation.3">
                    <p:embed/>
                    <p:pic>
                      <p:nvPicPr>
                        <p:cNvPr id="0" name="图片 3083"/>
                        <p:cNvPicPr/>
                        <p:nvPr/>
                      </p:nvPicPr>
                      <p:blipFill>
                        <a:blip r:embed="rId4"/>
                        <a:stretch>
                          <a:fillRect/>
                        </a:stretch>
                      </p:blipFill>
                      <p:spPr>
                        <a:xfrm>
                          <a:off x="3072" y="2619"/>
                          <a:ext cx="219" cy="261"/>
                        </a:xfrm>
                        <a:prstGeom prst="rect">
                          <a:avLst/>
                        </a:prstGeom>
                        <a:noFill/>
                        <a:ln w="38100">
                          <a:noFill/>
                          <a:miter/>
                        </a:ln>
                      </p:spPr>
                    </p:pic>
                  </p:oleObj>
                </mc:Fallback>
              </mc:AlternateContent>
            </a:graphicData>
          </a:graphic>
        </p:graphicFrame>
        <p:sp>
          <p:nvSpPr>
            <p:cNvPr id="16424" name="Freeform 41"/>
            <p:cNvSpPr/>
            <p:nvPr/>
          </p:nvSpPr>
          <p:spPr>
            <a:xfrm>
              <a:off x="3155" y="2907"/>
              <a:ext cx="733" cy="515"/>
            </a:xfrm>
            <a:custGeom>
              <a:avLst/>
              <a:gdLst>
                <a:gd name="txL" fmla="*/ 0 w 652"/>
                <a:gd name="txT" fmla="*/ 0 h 432"/>
                <a:gd name="txR" fmla="*/ 652 w 652"/>
                <a:gd name="txB" fmla="*/ 432 h 432"/>
              </a:gdLst>
              <a:ahLst/>
              <a:cxnLst>
                <a:cxn ang="0">
                  <a:pos x="0" y="10192"/>
                </a:cxn>
                <a:cxn ang="0">
                  <a:pos x="458" y="7421"/>
                </a:cxn>
                <a:cxn ang="0">
                  <a:pos x="898" y="5006"/>
                </a:cxn>
                <a:cxn ang="0">
                  <a:pos x="1354" y="2922"/>
                </a:cxn>
                <a:cxn ang="0">
                  <a:pos x="1803" y="1214"/>
                </a:cxn>
                <a:cxn ang="0">
                  <a:pos x="2191" y="298"/>
                </a:cxn>
                <a:cxn ang="0">
                  <a:pos x="2646" y="0"/>
                </a:cxn>
                <a:cxn ang="0">
                  <a:pos x="3095" y="298"/>
                </a:cxn>
                <a:cxn ang="0">
                  <a:pos x="3553" y="1214"/>
                </a:cxn>
                <a:cxn ang="0">
                  <a:pos x="3994" y="2922"/>
                </a:cxn>
                <a:cxn ang="0">
                  <a:pos x="4458" y="5006"/>
                </a:cxn>
                <a:cxn ang="0">
                  <a:pos x="4896" y="7551"/>
                </a:cxn>
                <a:cxn ang="0">
                  <a:pos x="5352" y="10192"/>
                </a:cxn>
              </a:cxnLst>
              <a:rect l="txL" t="txT" r="txR" b="txB"/>
              <a:pathLst>
                <a:path w="652" h="432">
                  <a:moveTo>
                    <a:pt x="0" y="431"/>
                  </a:moveTo>
                  <a:lnTo>
                    <a:pt x="54" y="314"/>
                  </a:lnTo>
                  <a:lnTo>
                    <a:pt x="109" y="211"/>
                  </a:lnTo>
                  <a:lnTo>
                    <a:pt x="165" y="124"/>
                  </a:lnTo>
                  <a:lnTo>
                    <a:pt x="219" y="51"/>
                  </a:lnTo>
                  <a:lnTo>
                    <a:pt x="266" y="13"/>
                  </a:lnTo>
                  <a:lnTo>
                    <a:pt x="320" y="0"/>
                  </a:lnTo>
                  <a:lnTo>
                    <a:pt x="376" y="13"/>
                  </a:lnTo>
                  <a:lnTo>
                    <a:pt x="431" y="51"/>
                  </a:lnTo>
                  <a:lnTo>
                    <a:pt x="485" y="124"/>
                  </a:lnTo>
                  <a:lnTo>
                    <a:pt x="541" y="211"/>
                  </a:lnTo>
                  <a:lnTo>
                    <a:pt x="595" y="320"/>
                  </a:lnTo>
                  <a:lnTo>
                    <a:pt x="651" y="431"/>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sp>
          <p:nvSpPr>
            <p:cNvPr id="16425" name="Freeform 42"/>
            <p:cNvSpPr/>
            <p:nvPr/>
          </p:nvSpPr>
          <p:spPr>
            <a:xfrm>
              <a:off x="3888" y="3435"/>
              <a:ext cx="732" cy="515"/>
            </a:xfrm>
            <a:custGeom>
              <a:avLst/>
              <a:gdLst>
                <a:gd name="txL" fmla="*/ 0 w 653"/>
                <a:gd name="txT" fmla="*/ 0 h 432"/>
                <a:gd name="txR" fmla="*/ 653 w 653"/>
                <a:gd name="txB" fmla="*/ 432 h 432"/>
              </a:gdLst>
              <a:ahLst/>
              <a:cxnLst>
                <a:cxn ang="0">
                  <a:pos x="5087" y="0"/>
                </a:cxn>
                <a:cxn ang="0">
                  <a:pos x="4662" y="2745"/>
                </a:cxn>
                <a:cxn ang="0">
                  <a:pos x="4245" y="5182"/>
                </a:cxn>
                <a:cxn ang="0">
                  <a:pos x="3802" y="7247"/>
                </a:cxn>
                <a:cxn ang="0">
                  <a:pos x="3384" y="8980"/>
                </a:cxn>
                <a:cxn ang="0">
                  <a:pos x="3019" y="9865"/>
                </a:cxn>
                <a:cxn ang="0">
                  <a:pos x="2574" y="10192"/>
                </a:cxn>
                <a:cxn ang="0">
                  <a:pos x="2150" y="9865"/>
                </a:cxn>
                <a:cxn ang="0">
                  <a:pos x="1711" y="8980"/>
                </a:cxn>
                <a:cxn ang="0">
                  <a:pos x="1279" y="7247"/>
                </a:cxn>
                <a:cxn ang="0">
                  <a:pos x="851" y="5182"/>
                </a:cxn>
                <a:cxn ang="0">
                  <a:pos x="416" y="2585"/>
                </a:cxn>
                <a:cxn ang="0">
                  <a:pos x="0" y="0"/>
                </a:cxn>
              </a:cxnLst>
              <a:rect l="txL" t="txT" r="txR" b="txB"/>
              <a:pathLst>
                <a:path w="653" h="432">
                  <a:moveTo>
                    <a:pt x="652" y="0"/>
                  </a:moveTo>
                  <a:lnTo>
                    <a:pt x="596" y="116"/>
                  </a:lnTo>
                  <a:lnTo>
                    <a:pt x="542" y="219"/>
                  </a:lnTo>
                  <a:lnTo>
                    <a:pt x="486" y="306"/>
                  </a:lnTo>
                  <a:lnTo>
                    <a:pt x="432" y="379"/>
                  </a:lnTo>
                  <a:lnTo>
                    <a:pt x="385" y="417"/>
                  </a:lnTo>
                  <a:lnTo>
                    <a:pt x="329" y="431"/>
                  </a:lnTo>
                  <a:lnTo>
                    <a:pt x="275" y="417"/>
                  </a:lnTo>
                  <a:lnTo>
                    <a:pt x="219" y="379"/>
                  </a:lnTo>
                  <a:lnTo>
                    <a:pt x="165" y="306"/>
                  </a:lnTo>
                  <a:lnTo>
                    <a:pt x="109" y="219"/>
                  </a:lnTo>
                  <a:lnTo>
                    <a:pt x="54" y="109"/>
                  </a:lnTo>
                  <a:lnTo>
                    <a:pt x="0" y="0"/>
                  </a:lnTo>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16426" name="Object 43"/>
            <p:cNvGraphicFramePr>
              <a:graphicFrameLocks noChangeAspect="1"/>
            </p:cNvGraphicFramePr>
            <p:nvPr/>
          </p:nvGraphicFramePr>
          <p:xfrm>
            <a:off x="4704" y="3435"/>
            <a:ext cx="288" cy="241"/>
          </p:xfrm>
          <a:graphic>
            <a:graphicData uri="http://schemas.openxmlformats.org/presentationml/2006/ole">
              <mc:AlternateContent xmlns:mc="http://schemas.openxmlformats.org/markup-compatibility/2006">
                <mc:Choice xmlns:v="urn:schemas-microsoft-com:vml" Requires="v">
                  <p:oleObj spid="_x0000_s3102" name="" r:id="rId5" imgW="241300" imgH="165100" progId="Equation.3">
                    <p:embed/>
                  </p:oleObj>
                </mc:Choice>
                <mc:Fallback>
                  <p:oleObj name="" r:id="rId5" imgW="241300" imgH="165100" progId="Equation.3">
                    <p:embed/>
                    <p:pic>
                      <p:nvPicPr>
                        <p:cNvPr id="0" name="图片 3101"/>
                        <p:cNvPicPr/>
                        <p:nvPr/>
                      </p:nvPicPr>
                      <p:blipFill>
                        <a:blip r:embed="rId6"/>
                        <a:stretch>
                          <a:fillRect/>
                        </a:stretch>
                      </p:blipFill>
                      <p:spPr>
                        <a:xfrm>
                          <a:off x="4704" y="3435"/>
                          <a:ext cx="288" cy="241"/>
                        </a:xfrm>
                        <a:prstGeom prst="rect">
                          <a:avLst/>
                        </a:prstGeom>
                        <a:noFill/>
                        <a:ln w="38100">
                          <a:noFill/>
                          <a:miter/>
                        </a:ln>
                      </p:spPr>
                    </p:pic>
                  </p:oleObj>
                </mc:Fallback>
              </mc:AlternateContent>
            </a:graphicData>
          </a:graphic>
        </p:graphicFrame>
        <p:sp>
          <p:nvSpPr>
            <p:cNvPr id="16427" name="Line 44"/>
            <p:cNvSpPr/>
            <p:nvPr/>
          </p:nvSpPr>
          <p:spPr>
            <a:xfrm flipV="1">
              <a:off x="3312" y="2763"/>
              <a:ext cx="0" cy="1104"/>
            </a:xfrm>
            <a:prstGeom prst="line">
              <a:avLst/>
            </a:prstGeom>
            <a:ln w="38100" cap="flat" cmpd="sng">
              <a:solidFill>
                <a:schemeClr val="tx1"/>
              </a:solidFill>
              <a:prstDash val="solid"/>
              <a:headEnd type="none" w="med" len="med"/>
              <a:tailEnd type="triangle" w="med" len="med"/>
            </a:ln>
          </p:spPr>
        </p:sp>
        <p:sp>
          <p:nvSpPr>
            <p:cNvPr id="16428" name="Line 45"/>
            <p:cNvSpPr/>
            <p:nvPr/>
          </p:nvSpPr>
          <p:spPr>
            <a:xfrm>
              <a:off x="3120" y="3435"/>
              <a:ext cx="1680" cy="0"/>
            </a:xfrm>
            <a:prstGeom prst="line">
              <a:avLst/>
            </a:prstGeom>
            <a:ln w="38100" cap="flat" cmpd="sng">
              <a:solidFill>
                <a:schemeClr val="tx1"/>
              </a:solidFill>
              <a:prstDash val="solid"/>
              <a:headEnd type="none" w="med" len="med"/>
              <a:tailEnd type="triangle" w="med" len="med"/>
            </a:ln>
          </p:spPr>
        </p:sp>
        <p:sp>
          <p:nvSpPr>
            <p:cNvPr id="16429" name="Line 46"/>
            <p:cNvSpPr/>
            <p:nvPr/>
          </p:nvSpPr>
          <p:spPr>
            <a:xfrm flipH="1">
              <a:off x="3249" y="3165"/>
              <a:ext cx="18" cy="32"/>
            </a:xfrm>
            <a:prstGeom prst="line">
              <a:avLst/>
            </a:prstGeom>
            <a:ln w="76200" cap="flat" cmpd="sng">
              <a:solidFill>
                <a:schemeClr val="bg1"/>
              </a:solidFill>
              <a:prstDash val="solid"/>
              <a:headEnd type="none" w="med" len="med"/>
              <a:tailEnd type="none" w="med" len="med"/>
            </a:ln>
          </p:spPr>
        </p:sp>
        <p:sp>
          <p:nvSpPr>
            <p:cNvPr id="16430" name="Line 47"/>
            <p:cNvSpPr/>
            <p:nvPr/>
          </p:nvSpPr>
          <p:spPr>
            <a:xfrm flipH="1">
              <a:off x="3189" y="3285"/>
              <a:ext cx="24" cy="42"/>
            </a:xfrm>
            <a:prstGeom prst="line">
              <a:avLst/>
            </a:prstGeom>
            <a:ln w="76200" cap="flat" cmpd="sng">
              <a:solidFill>
                <a:schemeClr val="bg1"/>
              </a:solidFill>
              <a:prstDash val="solid"/>
              <a:headEnd type="none" w="med" len="med"/>
              <a:tailEnd type="none" w="med" len="med"/>
            </a:ln>
          </p:spPr>
        </p:sp>
        <p:sp>
          <p:nvSpPr>
            <p:cNvPr id="16431" name="Rectangle 48"/>
            <p:cNvSpPr/>
            <p:nvPr/>
          </p:nvSpPr>
          <p:spPr>
            <a:xfrm>
              <a:off x="3264" y="3226"/>
              <a:ext cx="233"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latin typeface="Times New Roman" panose="02020603050405020304" pitchFamily="18" charset="0"/>
                  <a:ea typeface="华文中宋" panose="02010600040101010101" pitchFamily="2" charset="-122"/>
                </a:rPr>
                <a:t>O</a:t>
              </a:r>
              <a:endParaRPr lang="en-US" altLang="zh-CN" sz="2000" b="1" i="1" dirty="0">
                <a:latin typeface="Times New Roman" panose="02020603050405020304" pitchFamily="18" charset="0"/>
                <a:ea typeface="华文中宋" panose="02010600040101010101" pitchFamily="2" charset="-122"/>
              </a:endParaRPr>
            </a:p>
          </p:txBody>
        </p:sp>
        <p:graphicFrame>
          <p:nvGraphicFramePr>
            <p:cNvPr id="16432" name="Object 49"/>
            <p:cNvGraphicFramePr>
              <a:graphicFrameLocks noChangeAspect="1"/>
            </p:cNvGraphicFramePr>
            <p:nvPr/>
          </p:nvGraphicFramePr>
          <p:xfrm>
            <a:off x="4224" y="3146"/>
            <a:ext cx="336" cy="241"/>
          </p:xfrm>
          <a:graphic>
            <a:graphicData uri="http://schemas.openxmlformats.org/presentationml/2006/ole">
              <mc:AlternateContent xmlns:mc="http://schemas.openxmlformats.org/markup-compatibility/2006">
                <mc:Choice xmlns:v="urn:schemas-microsoft-com:vml" Requires="v">
                  <p:oleObj spid="_x0000_s3103" name="" r:id="rId7" imgW="241300" imgH="165100" progId="Equation.3">
                    <p:embed/>
                  </p:oleObj>
                </mc:Choice>
                <mc:Fallback>
                  <p:oleObj name="" r:id="rId7" imgW="241300" imgH="165100" progId="Equation.3">
                    <p:embed/>
                    <p:pic>
                      <p:nvPicPr>
                        <p:cNvPr id="0" name="图片 3102"/>
                        <p:cNvPicPr/>
                        <p:nvPr/>
                      </p:nvPicPr>
                      <p:blipFill>
                        <a:blip r:embed="rId6"/>
                        <a:stretch>
                          <a:fillRect/>
                        </a:stretch>
                      </p:blipFill>
                      <p:spPr>
                        <a:xfrm>
                          <a:off x="4224" y="3146"/>
                          <a:ext cx="336" cy="241"/>
                        </a:xfrm>
                        <a:prstGeom prst="rect">
                          <a:avLst/>
                        </a:prstGeom>
                        <a:noFill/>
                        <a:ln w="38100">
                          <a:noFill/>
                          <a:miter/>
                        </a:ln>
                      </p:spPr>
                    </p:pic>
                  </p:oleObj>
                </mc:Fallback>
              </mc:AlternateContent>
            </a:graphicData>
          </a:graphic>
        </p:graphicFrame>
        <p:sp>
          <p:nvSpPr>
            <p:cNvPr id="16433" name="Text Box 50"/>
            <p:cNvSpPr txBox="1"/>
            <p:nvPr/>
          </p:nvSpPr>
          <p:spPr>
            <a:xfrm>
              <a:off x="4464" y="3195"/>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1</a:t>
              </a:r>
              <a:endParaRPr lang="en-US" altLang="zh-CN" sz="2000" b="1" dirty="0">
                <a:latin typeface="Times New Roman" panose="02020603050405020304" pitchFamily="18" charset="0"/>
                <a:ea typeface="华文中宋" panose="02010600040101010101" pitchFamily="2" charset="-122"/>
              </a:endParaRPr>
            </a:p>
          </p:txBody>
        </p:sp>
        <p:sp>
          <p:nvSpPr>
            <p:cNvPr id="16434" name="Rectangle 51"/>
            <p:cNvSpPr/>
            <p:nvPr/>
          </p:nvSpPr>
          <p:spPr>
            <a:xfrm>
              <a:off x="3154" y="3483"/>
              <a:ext cx="20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i="1" dirty="0">
                  <a:solidFill>
                    <a:srgbClr val="000000"/>
                  </a:solidFill>
                  <a:latin typeface="Times New Roman" panose="02020603050405020304" pitchFamily="18" charset="0"/>
                  <a:ea typeface="华文中宋" panose="02010600040101010101" pitchFamily="2" charset="-122"/>
                </a:rPr>
                <a:t>y</a:t>
              </a:r>
              <a:endParaRPr lang="en-US" altLang="zh-CN" sz="2000" dirty="0">
                <a:latin typeface="Times New Roman" panose="02020603050405020304" pitchFamily="18" charset="0"/>
                <a:ea typeface="华文中宋" panose="02010600040101010101" pitchFamily="2" charset="-122"/>
              </a:endParaRPr>
            </a:p>
          </p:txBody>
        </p:sp>
      </p:grpSp>
      <p:sp>
        <p:nvSpPr>
          <p:cNvPr id="948276" name="Text Box 52"/>
          <p:cNvSpPr txBox="1"/>
          <p:nvPr/>
        </p:nvSpPr>
        <p:spPr>
          <a:xfrm>
            <a:off x="539750" y="153988"/>
            <a:ext cx="7772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正弦交流电的三要素及其矢量表示方法：</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
        <p:nvSpPr>
          <p:cNvPr id="948277" name="Text Box 53"/>
          <p:cNvSpPr txBox="1"/>
          <p:nvPr/>
        </p:nvSpPr>
        <p:spPr>
          <a:xfrm>
            <a:off x="860425" y="719138"/>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旋转矢量的长度</a:t>
            </a:r>
            <a:endParaRPr lang="zh-CN" altLang="en-US" sz="2400" b="1" dirty="0">
              <a:latin typeface="Times New Roman" panose="02020603050405020304" pitchFamily="18" charset="0"/>
              <a:ea typeface="华文中宋" panose="02010600040101010101" pitchFamily="2" charset="-122"/>
            </a:endParaRPr>
          </a:p>
        </p:txBody>
      </p:sp>
      <p:sp>
        <p:nvSpPr>
          <p:cNvPr id="948278" name="Text Box 54"/>
          <p:cNvSpPr txBox="1"/>
          <p:nvPr/>
        </p:nvSpPr>
        <p:spPr>
          <a:xfrm>
            <a:off x="4819650" y="719138"/>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正弦量的</a:t>
            </a:r>
            <a:r>
              <a:rPr lang="zh-CN" altLang="en-US" sz="2400" b="1" dirty="0">
                <a:solidFill>
                  <a:srgbClr val="0000FF"/>
                </a:solidFill>
                <a:latin typeface="Times New Roman" panose="02020603050405020304" pitchFamily="18" charset="0"/>
                <a:ea typeface="华文中宋" panose="02010600040101010101" pitchFamily="2" charset="-122"/>
              </a:rPr>
              <a:t>幅值</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sp>
        <p:nvSpPr>
          <p:cNvPr id="948279" name="Text Box 55"/>
          <p:cNvSpPr txBox="1"/>
          <p:nvPr/>
        </p:nvSpPr>
        <p:spPr>
          <a:xfrm>
            <a:off x="874713" y="1404938"/>
            <a:ext cx="3048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t=0</a:t>
            </a:r>
            <a:r>
              <a:rPr lang="zh-CN" altLang="en-US" sz="2400" b="1" dirty="0">
                <a:latin typeface="Times New Roman" panose="02020603050405020304" pitchFamily="18" charset="0"/>
                <a:ea typeface="华文中宋" panose="02010600040101010101" pitchFamily="2" charset="-122"/>
              </a:rPr>
              <a:t>时与横轴的夹角</a:t>
            </a:r>
            <a:endParaRPr lang="zh-CN" altLang="en-US" sz="2400" b="1" dirty="0">
              <a:latin typeface="Times New Roman" panose="02020603050405020304" pitchFamily="18" charset="0"/>
              <a:ea typeface="华文中宋" panose="02010600040101010101" pitchFamily="2" charset="-122"/>
            </a:endParaRPr>
          </a:p>
        </p:txBody>
      </p:sp>
      <p:sp>
        <p:nvSpPr>
          <p:cNvPr id="948280" name="Text Box 56"/>
          <p:cNvSpPr txBox="1"/>
          <p:nvPr/>
        </p:nvSpPr>
        <p:spPr>
          <a:xfrm>
            <a:off x="4819650" y="1328738"/>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正弦量的</a:t>
            </a:r>
            <a:r>
              <a:rPr lang="zh-CN" altLang="en-US" sz="2400" b="1" dirty="0">
                <a:solidFill>
                  <a:srgbClr val="0000FF"/>
                </a:solidFill>
                <a:latin typeface="Times New Roman" panose="02020603050405020304" pitchFamily="18" charset="0"/>
                <a:ea typeface="华文中宋" panose="02010600040101010101" pitchFamily="2" charset="-122"/>
              </a:rPr>
              <a:t>初相位</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sp>
        <p:nvSpPr>
          <p:cNvPr id="948281" name="Text Box 57"/>
          <p:cNvSpPr txBox="1"/>
          <p:nvPr/>
        </p:nvSpPr>
        <p:spPr>
          <a:xfrm>
            <a:off x="874713" y="2090738"/>
            <a:ext cx="2819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旋转矢量的角速度</a:t>
            </a:r>
            <a:endParaRPr lang="zh-CN" altLang="en-US" sz="2400" b="1" dirty="0">
              <a:latin typeface="Times New Roman" panose="02020603050405020304" pitchFamily="18" charset="0"/>
              <a:ea typeface="华文中宋" panose="02010600040101010101" pitchFamily="2" charset="-122"/>
            </a:endParaRPr>
          </a:p>
        </p:txBody>
      </p:sp>
      <p:sp>
        <p:nvSpPr>
          <p:cNvPr id="948282" name="Text Box 58"/>
          <p:cNvSpPr txBox="1"/>
          <p:nvPr/>
        </p:nvSpPr>
        <p:spPr>
          <a:xfrm>
            <a:off x="4819650" y="2014538"/>
            <a:ext cx="2514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正弦量的</a:t>
            </a:r>
            <a:r>
              <a:rPr lang="zh-CN" altLang="en-US" sz="2400" b="1" dirty="0">
                <a:solidFill>
                  <a:srgbClr val="0000FF"/>
                </a:solidFill>
                <a:latin typeface="Times New Roman" panose="02020603050405020304" pitchFamily="18" charset="0"/>
                <a:ea typeface="华文中宋" panose="02010600040101010101" pitchFamily="2" charset="-122"/>
              </a:rPr>
              <a:t>角频率</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sp>
        <p:nvSpPr>
          <p:cNvPr id="948283" name="AutoShape 59"/>
          <p:cNvSpPr/>
          <p:nvPr/>
        </p:nvSpPr>
        <p:spPr>
          <a:xfrm>
            <a:off x="3694113" y="871538"/>
            <a:ext cx="990600" cy="228600"/>
          </a:xfrm>
          <a:prstGeom prst="notchedRightArrow">
            <a:avLst>
              <a:gd name="adj1" fmla="val 50000"/>
              <a:gd name="adj2" fmla="val 108333"/>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48284" name="AutoShape 60"/>
          <p:cNvSpPr/>
          <p:nvPr/>
        </p:nvSpPr>
        <p:spPr>
          <a:xfrm>
            <a:off x="3694113" y="1481138"/>
            <a:ext cx="990600" cy="228600"/>
          </a:xfrm>
          <a:prstGeom prst="notchedRightArrow">
            <a:avLst>
              <a:gd name="adj1" fmla="val 50000"/>
              <a:gd name="adj2" fmla="val 108333"/>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48285" name="AutoShape 61"/>
          <p:cNvSpPr/>
          <p:nvPr/>
        </p:nvSpPr>
        <p:spPr>
          <a:xfrm>
            <a:off x="3694113" y="2166938"/>
            <a:ext cx="990600" cy="228600"/>
          </a:xfrm>
          <a:prstGeom prst="notchedRightArrow">
            <a:avLst>
              <a:gd name="adj1" fmla="val 50000"/>
              <a:gd name="adj2" fmla="val 108333"/>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0" name="Text Box 52"/>
          <p:cNvSpPr txBox="1"/>
          <p:nvPr/>
        </p:nvSpPr>
        <p:spPr>
          <a:xfrm>
            <a:off x="539750" y="2686050"/>
            <a:ext cx="7772400" cy="831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       则这样一个旋转矢量的任何一个时刻在纵轴上的投影就是相应正弦量在该时刻的瞬时值</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8277"/>
                                        </p:tgtEl>
                                        <p:attrNameLst>
                                          <p:attrName>style.visibility</p:attrName>
                                        </p:attrNameLst>
                                      </p:cBhvr>
                                      <p:to>
                                        <p:strVal val="visible"/>
                                      </p:to>
                                    </p:set>
                                    <p:animEffect transition="in" filter="wipe(left)">
                                      <p:cBhvr>
                                        <p:cTn id="7" dur="500"/>
                                        <p:tgtEl>
                                          <p:spTgt spid="9482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8283"/>
                                        </p:tgtEl>
                                        <p:attrNameLst>
                                          <p:attrName>style.visibility</p:attrName>
                                        </p:attrNameLst>
                                      </p:cBhvr>
                                      <p:to>
                                        <p:strVal val="visible"/>
                                      </p:to>
                                    </p:set>
                                    <p:animEffect transition="in" filter="wipe(left)">
                                      <p:cBhvr>
                                        <p:cTn id="12" dur="500"/>
                                        <p:tgtEl>
                                          <p:spTgt spid="94828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48278"/>
                                        </p:tgtEl>
                                        <p:attrNameLst>
                                          <p:attrName>style.visibility</p:attrName>
                                        </p:attrNameLst>
                                      </p:cBhvr>
                                      <p:to>
                                        <p:strVal val="visible"/>
                                      </p:to>
                                    </p:set>
                                    <p:animEffect transition="in" filter="wipe(left)">
                                      <p:cBhvr>
                                        <p:cTn id="16" dur="500"/>
                                        <p:tgtEl>
                                          <p:spTgt spid="9482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8279"/>
                                        </p:tgtEl>
                                        <p:attrNameLst>
                                          <p:attrName>style.visibility</p:attrName>
                                        </p:attrNameLst>
                                      </p:cBhvr>
                                      <p:to>
                                        <p:strVal val="visible"/>
                                      </p:to>
                                    </p:set>
                                    <p:animEffect transition="in" filter="wipe(left)">
                                      <p:cBhvr>
                                        <p:cTn id="21" dur="500"/>
                                        <p:tgtEl>
                                          <p:spTgt spid="94827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48284"/>
                                        </p:tgtEl>
                                        <p:attrNameLst>
                                          <p:attrName>style.visibility</p:attrName>
                                        </p:attrNameLst>
                                      </p:cBhvr>
                                      <p:to>
                                        <p:strVal val="visible"/>
                                      </p:to>
                                    </p:set>
                                    <p:animEffect transition="in" filter="wipe(left)">
                                      <p:cBhvr>
                                        <p:cTn id="26" dur="500"/>
                                        <p:tgtEl>
                                          <p:spTgt spid="948284"/>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948280"/>
                                        </p:tgtEl>
                                        <p:attrNameLst>
                                          <p:attrName>style.visibility</p:attrName>
                                        </p:attrNameLst>
                                      </p:cBhvr>
                                      <p:to>
                                        <p:strVal val="visible"/>
                                      </p:to>
                                    </p:set>
                                    <p:animEffect transition="in" filter="wipe(left)">
                                      <p:cBhvr>
                                        <p:cTn id="30" dur="500"/>
                                        <p:tgtEl>
                                          <p:spTgt spid="94828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48281"/>
                                        </p:tgtEl>
                                        <p:attrNameLst>
                                          <p:attrName>style.visibility</p:attrName>
                                        </p:attrNameLst>
                                      </p:cBhvr>
                                      <p:to>
                                        <p:strVal val="visible"/>
                                      </p:to>
                                    </p:set>
                                    <p:animEffect transition="in" filter="wipe(left)">
                                      <p:cBhvr>
                                        <p:cTn id="35" dur="500"/>
                                        <p:tgtEl>
                                          <p:spTgt spid="94828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48285"/>
                                        </p:tgtEl>
                                        <p:attrNameLst>
                                          <p:attrName>style.visibility</p:attrName>
                                        </p:attrNameLst>
                                      </p:cBhvr>
                                      <p:to>
                                        <p:strVal val="visible"/>
                                      </p:to>
                                    </p:set>
                                    <p:animEffect transition="in" filter="wipe(left)">
                                      <p:cBhvr>
                                        <p:cTn id="40" dur="500"/>
                                        <p:tgtEl>
                                          <p:spTgt spid="948285"/>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948282"/>
                                        </p:tgtEl>
                                        <p:attrNameLst>
                                          <p:attrName>style.visibility</p:attrName>
                                        </p:attrNameLst>
                                      </p:cBhvr>
                                      <p:to>
                                        <p:strVal val="visible"/>
                                      </p:to>
                                    </p:set>
                                    <p:animEffect transition="in" filter="wipe(left)">
                                      <p:cBhvr>
                                        <p:cTn id="44" dur="500"/>
                                        <p:tgtEl>
                                          <p:spTgt spid="94828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48276"/>
                                        </p:tgtEl>
                                        <p:attrNameLst>
                                          <p:attrName>style.visibility</p:attrName>
                                        </p:attrNameLst>
                                      </p:cBhvr>
                                      <p:to>
                                        <p:strVal val="visible"/>
                                      </p:to>
                                    </p:set>
                                    <p:animEffect transition="in" filter="wipe(left)">
                                      <p:cBhvr>
                                        <p:cTn id="49" dur="500"/>
                                        <p:tgtEl>
                                          <p:spTgt spid="94827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wipe(left)">
                                      <p:cBhvr>
                                        <p:cTn id="5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76" grpId="0"/>
      <p:bldP spid="948277" grpId="0"/>
      <p:bldP spid="948278" grpId="0"/>
      <p:bldP spid="948279" grpId="0"/>
      <p:bldP spid="948280" grpId="0"/>
      <p:bldP spid="948281" grpId="0"/>
      <p:bldP spid="948282" grpId="0"/>
      <p:bldP spid="948283" grpId="0" animBg="1"/>
      <p:bldP spid="948284" grpId="0" animBg="1"/>
      <p:bldP spid="948285" grpId="0" animBg="1"/>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49252" name="Rectangle 4"/>
          <p:cNvSpPr/>
          <p:nvPr/>
        </p:nvSpPr>
        <p:spPr>
          <a:xfrm>
            <a:off x="468313" y="519113"/>
            <a:ext cx="6043612"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a:lnSpc>
                <a:spcPct val="110000"/>
              </a:lnSpc>
              <a:spcBef>
                <a:spcPct val="0"/>
              </a:spcBef>
              <a:buClr>
                <a:schemeClr val="bg1"/>
              </a:buClr>
              <a:buFontTx/>
              <a:buNone/>
            </a:pPr>
            <a:r>
              <a:rPr lang="en-US" altLang="zh-CN" sz="2800" b="1" dirty="0">
                <a:latin typeface="Times New Roman" panose="02020603050405020304" pitchFamily="18" charset="0"/>
                <a:ea typeface="华文中宋" panose="02010600040101010101" pitchFamily="2" charset="-122"/>
              </a:rPr>
              <a:t>3.2.2  </a:t>
            </a:r>
            <a:r>
              <a:rPr lang="zh-CN" altLang="en-US" sz="2800" b="1" dirty="0">
                <a:latin typeface="Times New Roman" panose="02020603050405020304" pitchFamily="18" charset="0"/>
                <a:ea typeface="华文中宋" panose="02010600040101010101" pitchFamily="2" charset="-122"/>
              </a:rPr>
              <a:t>正弦量的相量表示法</a:t>
            </a:r>
            <a:endParaRPr lang="zh-CN" altLang="en-US" sz="2800" b="1" dirty="0">
              <a:latin typeface="Times New Roman" panose="02020603050405020304" pitchFamily="18" charset="0"/>
              <a:ea typeface="华文中宋" panose="02010600040101010101" pitchFamily="2" charset="-122"/>
            </a:endParaRPr>
          </a:p>
        </p:txBody>
      </p:sp>
      <p:sp>
        <p:nvSpPr>
          <p:cNvPr id="949253" name="Text Box 5"/>
          <p:cNvSpPr txBox="1"/>
          <p:nvPr/>
        </p:nvSpPr>
        <p:spPr>
          <a:xfrm>
            <a:off x="438150" y="2863850"/>
            <a:ext cx="49530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a:lnSpc>
                <a:spcPct val="125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矢量可以用复数表示，所以用矢量表示的正弦量也可以用复数表示。采用复数坐标，实轴与虚轴构成的平面称为复平面。</a:t>
            </a:r>
            <a:endParaRPr lang="zh-CN" altLang="en-US" sz="2400" b="1" dirty="0">
              <a:latin typeface="Times New Roman" panose="02020603050405020304" pitchFamily="18" charset="0"/>
              <a:ea typeface="华文中宋" panose="02010600040101010101" pitchFamily="2" charset="-122"/>
            </a:endParaRPr>
          </a:p>
        </p:txBody>
      </p:sp>
      <p:grpSp>
        <p:nvGrpSpPr>
          <p:cNvPr id="2" name="Group 6"/>
          <p:cNvGrpSpPr/>
          <p:nvPr/>
        </p:nvGrpSpPr>
        <p:grpSpPr>
          <a:xfrm>
            <a:off x="6013450" y="2759075"/>
            <a:ext cx="2667000" cy="2362200"/>
            <a:chOff x="3648" y="2160"/>
            <a:chExt cx="1680" cy="1488"/>
          </a:xfrm>
        </p:grpSpPr>
        <p:sp>
          <p:nvSpPr>
            <p:cNvPr id="17417" name="Line 7"/>
            <p:cNvSpPr/>
            <p:nvPr/>
          </p:nvSpPr>
          <p:spPr>
            <a:xfrm flipV="1">
              <a:off x="3888" y="2352"/>
              <a:ext cx="0" cy="1296"/>
            </a:xfrm>
            <a:prstGeom prst="line">
              <a:avLst/>
            </a:prstGeom>
            <a:ln w="38100" cap="flat" cmpd="sng">
              <a:solidFill>
                <a:schemeClr val="tx1"/>
              </a:solidFill>
              <a:prstDash val="solid"/>
              <a:headEnd type="none" w="med" len="med"/>
              <a:tailEnd type="stealth" w="med" len="lg"/>
            </a:ln>
          </p:spPr>
        </p:sp>
        <p:sp>
          <p:nvSpPr>
            <p:cNvPr id="17418" name="Line 8"/>
            <p:cNvSpPr/>
            <p:nvPr/>
          </p:nvSpPr>
          <p:spPr>
            <a:xfrm>
              <a:off x="3840" y="3408"/>
              <a:ext cx="1152" cy="0"/>
            </a:xfrm>
            <a:prstGeom prst="line">
              <a:avLst/>
            </a:prstGeom>
            <a:ln w="38100" cap="flat" cmpd="sng">
              <a:solidFill>
                <a:srgbClr val="000000"/>
              </a:solidFill>
              <a:prstDash val="solid"/>
              <a:headEnd type="none" w="med" len="med"/>
              <a:tailEnd type="stealth" w="med" len="lg"/>
            </a:ln>
          </p:spPr>
        </p:sp>
        <p:sp>
          <p:nvSpPr>
            <p:cNvPr id="17419" name="Text Box 9"/>
            <p:cNvSpPr txBox="1"/>
            <p:nvPr/>
          </p:nvSpPr>
          <p:spPr>
            <a:xfrm>
              <a:off x="4944" y="331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+1</a:t>
              </a:r>
              <a:endParaRPr lang="en-US" altLang="zh-CN" sz="2400" b="1" dirty="0">
                <a:solidFill>
                  <a:schemeClr val="tx2"/>
                </a:solidFill>
                <a:latin typeface="Times New Roman" panose="02020603050405020304" pitchFamily="18" charset="0"/>
                <a:ea typeface="华文中宋" panose="02010600040101010101" pitchFamily="2" charset="-122"/>
              </a:endParaRPr>
            </a:p>
          </p:txBody>
        </p:sp>
        <p:sp>
          <p:nvSpPr>
            <p:cNvPr id="17420" name="Text Box 10"/>
            <p:cNvSpPr txBox="1"/>
            <p:nvPr/>
          </p:nvSpPr>
          <p:spPr>
            <a:xfrm>
              <a:off x="3840" y="21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a:t>
              </a:r>
              <a:r>
                <a:rPr lang="en-US" altLang="en-US" sz="2400" b="1" dirty="0">
                  <a:solidFill>
                    <a:schemeClr val="tx2"/>
                  </a:solidFill>
                  <a:latin typeface="Times New Roman" panose="02020603050405020304" pitchFamily="18" charset="0"/>
                  <a:ea typeface="华文中宋" panose="02010600040101010101" pitchFamily="2" charset="-122"/>
                </a:rPr>
                <a:t>j</a:t>
              </a:r>
              <a:endParaRPr lang="en-US" altLang="zh-CN" sz="2400" b="1" dirty="0">
                <a:solidFill>
                  <a:schemeClr val="tx2"/>
                </a:solidFill>
                <a:latin typeface="Times New Roman" panose="02020603050405020304" pitchFamily="18" charset="0"/>
                <a:ea typeface="华文中宋" panose="02010600040101010101" pitchFamily="2" charset="-122"/>
              </a:endParaRPr>
            </a:p>
          </p:txBody>
        </p:sp>
        <p:sp>
          <p:nvSpPr>
            <p:cNvPr id="17421" name="Text Box 11"/>
            <p:cNvSpPr txBox="1"/>
            <p:nvPr/>
          </p:nvSpPr>
          <p:spPr>
            <a:xfrm>
              <a:off x="3696" y="3360"/>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17422" name="Line 12"/>
            <p:cNvSpPr/>
            <p:nvPr/>
          </p:nvSpPr>
          <p:spPr>
            <a:xfrm flipV="1">
              <a:off x="3888" y="2640"/>
              <a:ext cx="432" cy="768"/>
            </a:xfrm>
            <a:prstGeom prst="line">
              <a:avLst/>
            </a:prstGeom>
            <a:ln w="38100" cap="flat" cmpd="sng">
              <a:solidFill>
                <a:schemeClr val="tx1"/>
              </a:solidFill>
              <a:prstDash val="solid"/>
              <a:headEnd type="none" w="med" len="med"/>
              <a:tailEnd type="triangle" w="sm" len="lg"/>
            </a:ln>
          </p:spPr>
        </p:sp>
        <p:sp>
          <p:nvSpPr>
            <p:cNvPr id="17423" name="Line 13"/>
            <p:cNvSpPr/>
            <p:nvPr/>
          </p:nvSpPr>
          <p:spPr>
            <a:xfrm>
              <a:off x="4320" y="2688"/>
              <a:ext cx="0" cy="720"/>
            </a:xfrm>
            <a:prstGeom prst="line">
              <a:avLst/>
            </a:prstGeom>
            <a:ln w="38100" cap="flat" cmpd="sng">
              <a:solidFill>
                <a:schemeClr val="tx1"/>
              </a:solidFill>
              <a:prstDash val="dash"/>
              <a:headEnd type="none" w="med" len="med"/>
              <a:tailEnd type="none" w="med" len="med"/>
            </a:ln>
          </p:spPr>
        </p:sp>
        <p:sp>
          <p:nvSpPr>
            <p:cNvPr id="17424" name="Line 14"/>
            <p:cNvSpPr/>
            <p:nvPr/>
          </p:nvSpPr>
          <p:spPr>
            <a:xfrm>
              <a:off x="3888" y="2640"/>
              <a:ext cx="432" cy="0"/>
            </a:xfrm>
            <a:prstGeom prst="line">
              <a:avLst/>
            </a:prstGeom>
            <a:ln w="38100" cap="flat" cmpd="sng">
              <a:solidFill>
                <a:schemeClr val="tx1"/>
              </a:solidFill>
              <a:prstDash val="dash"/>
              <a:headEnd type="none" w="med" len="med"/>
              <a:tailEnd type="none" w="med" len="med"/>
            </a:ln>
          </p:spPr>
        </p:sp>
        <p:sp>
          <p:nvSpPr>
            <p:cNvPr id="17425" name="Text Box 15"/>
            <p:cNvSpPr txBox="1"/>
            <p:nvPr/>
          </p:nvSpPr>
          <p:spPr>
            <a:xfrm>
              <a:off x="3648" y="2496"/>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b</a:t>
              </a:r>
              <a:endParaRPr lang="en-US" altLang="zh-CN" sz="2400" b="1" i="1" dirty="0">
                <a:latin typeface="Times New Roman" panose="02020603050405020304" pitchFamily="18" charset="0"/>
                <a:ea typeface="华文中宋" panose="02010600040101010101" pitchFamily="2" charset="-122"/>
              </a:endParaRPr>
            </a:p>
          </p:txBody>
        </p:sp>
        <p:sp>
          <p:nvSpPr>
            <p:cNvPr id="17426" name="Text Box 16"/>
            <p:cNvSpPr txBox="1"/>
            <p:nvPr/>
          </p:nvSpPr>
          <p:spPr>
            <a:xfrm>
              <a:off x="4272" y="3321"/>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endParaRPr lang="en-US" altLang="zh-CN" sz="2400" b="1" i="1" dirty="0">
                <a:latin typeface="Times New Roman" panose="02020603050405020304" pitchFamily="18" charset="0"/>
                <a:ea typeface="华文中宋" panose="02010600040101010101" pitchFamily="2" charset="-122"/>
              </a:endParaRPr>
            </a:p>
          </p:txBody>
        </p:sp>
        <p:sp>
          <p:nvSpPr>
            <p:cNvPr id="17427" name="Text Box 17"/>
            <p:cNvSpPr txBox="1"/>
            <p:nvPr/>
          </p:nvSpPr>
          <p:spPr>
            <a:xfrm>
              <a:off x="4368" y="2496"/>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A</a:t>
              </a:r>
              <a:endParaRPr lang="en-US" altLang="zh-CN" sz="2000" b="1" i="1" dirty="0">
                <a:latin typeface="Times New Roman" panose="02020603050405020304" pitchFamily="18" charset="0"/>
                <a:ea typeface="华文中宋" panose="02010600040101010101" pitchFamily="2" charset="-122"/>
              </a:endParaRPr>
            </a:p>
          </p:txBody>
        </p:sp>
        <p:sp>
          <p:nvSpPr>
            <p:cNvPr id="17428" name="Arc 18"/>
            <p:cNvSpPr/>
            <p:nvPr/>
          </p:nvSpPr>
          <p:spPr>
            <a:xfrm>
              <a:off x="3984" y="3264"/>
              <a:ext cx="96" cy="128"/>
            </a:xfrm>
            <a:custGeom>
              <a:avLst/>
              <a:gdLst>
                <a:gd name="txL" fmla="*/ 0 w 21600"/>
                <a:gd name="txT" fmla="*/ 0 h 28679"/>
                <a:gd name="txR" fmla="*/ 21600 w 21600"/>
                <a:gd name="txB" fmla="*/ 28679 h 28679"/>
              </a:gdLst>
              <a:ahLst/>
              <a:cxnLst>
                <a:cxn ang="0">
                  <a:pos x="0" y="0"/>
                </a:cxn>
                <a:cxn ang="0">
                  <a:pos x="0" y="0"/>
                </a:cxn>
                <a:cxn ang="0">
                  <a:pos x="0" y="0"/>
                </a:cxn>
              </a:cxnLst>
              <a:rect l="txL" t="txT" r="txR" b="txB"/>
              <a:pathLst>
                <a:path w="21600" h="28679" fill="none">
                  <a:moveTo>
                    <a:pt x="-1" y="0"/>
                  </a:moveTo>
                  <a:cubicBezTo>
                    <a:pt x="11929" y="0"/>
                    <a:pt x="21600" y="9670"/>
                    <a:pt x="21600" y="21600"/>
                  </a:cubicBezTo>
                  <a:cubicBezTo>
                    <a:pt x="21600" y="24009"/>
                    <a:pt x="21196" y="26402"/>
                    <a:pt x="20407" y="28679"/>
                  </a:cubicBezTo>
                </a:path>
                <a:path w="21600" h="28679" stroke="0">
                  <a:moveTo>
                    <a:pt x="-1" y="0"/>
                  </a:moveTo>
                  <a:cubicBezTo>
                    <a:pt x="11929" y="0"/>
                    <a:pt x="21600" y="9670"/>
                    <a:pt x="21600" y="21600"/>
                  </a:cubicBezTo>
                  <a:cubicBezTo>
                    <a:pt x="21600" y="24009"/>
                    <a:pt x="21196" y="26402"/>
                    <a:pt x="20407" y="28679"/>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17429" name="Text Box 19"/>
            <p:cNvSpPr txBox="1"/>
            <p:nvPr/>
          </p:nvSpPr>
          <p:spPr>
            <a:xfrm>
              <a:off x="4032" y="3120"/>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ψ</a:t>
              </a:r>
              <a:endParaRPr lang="en-US" altLang="zh-CN" sz="2400" b="1" i="1" dirty="0">
                <a:latin typeface="Times New Roman" panose="02020603050405020304" pitchFamily="18" charset="0"/>
                <a:ea typeface="华文中宋" panose="02010600040101010101" pitchFamily="2" charset="-122"/>
              </a:endParaRPr>
            </a:p>
          </p:txBody>
        </p:sp>
      </p:grpSp>
      <p:sp>
        <p:nvSpPr>
          <p:cNvPr id="949268" name="Text Box 20"/>
          <p:cNvSpPr txBox="1"/>
          <p:nvPr/>
        </p:nvSpPr>
        <p:spPr>
          <a:xfrm>
            <a:off x="6022975" y="5297488"/>
            <a:ext cx="2590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6600"/>
                </a:solidFill>
                <a:latin typeface="Times New Roman" panose="02020603050405020304" pitchFamily="18" charset="0"/>
                <a:ea typeface="华文中宋" panose="02010600040101010101" pitchFamily="2" charset="-122"/>
              </a:rPr>
              <a:t>图</a:t>
            </a:r>
            <a:r>
              <a:rPr lang="en-US" altLang="zh-CN" sz="2000" b="1" dirty="0">
                <a:solidFill>
                  <a:srgbClr val="006600"/>
                </a:solidFill>
                <a:latin typeface="Times New Roman" panose="02020603050405020304" pitchFamily="18" charset="0"/>
                <a:ea typeface="华文中宋" panose="02010600040101010101" pitchFamily="2" charset="-122"/>
              </a:rPr>
              <a:t>3- 4 </a:t>
            </a:r>
            <a:r>
              <a:rPr lang="zh-CN" altLang="en-US" sz="2000" b="1" dirty="0">
                <a:solidFill>
                  <a:srgbClr val="006600"/>
                </a:solidFill>
                <a:latin typeface="Times New Roman" panose="02020603050405020304" pitchFamily="18" charset="0"/>
                <a:ea typeface="华文中宋" panose="02010600040101010101" pitchFamily="2" charset="-122"/>
              </a:rPr>
              <a:t>矢量复数表示</a:t>
            </a:r>
            <a:endParaRPr lang="zh-CN" altLang="en-US" sz="2000" b="1" dirty="0">
              <a:solidFill>
                <a:srgbClr val="006600"/>
              </a:solidFill>
              <a:latin typeface="Times New Roman" panose="02020603050405020304" pitchFamily="18" charset="0"/>
              <a:ea typeface="华文中宋" panose="02010600040101010101" pitchFamily="2" charset="-122"/>
            </a:endParaRPr>
          </a:p>
        </p:txBody>
      </p:sp>
      <p:sp>
        <p:nvSpPr>
          <p:cNvPr id="949269" name="Text Box 21"/>
          <p:cNvSpPr txBox="1"/>
          <p:nvPr/>
        </p:nvSpPr>
        <p:spPr>
          <a:xfrm>
            <a:off x="471488" y="5013325"/>
            <a:ext cx="503555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图</a:t>
            </a:r>
            <a:r>
              <a:rPr lang="en-US" altLang="zh-CN" sz="2400" b="1" dirty="0">
                <a:latin typeface="Times New Roman" panose="02020603050405020304" pitchFamily="18" charset="0"/>
                <a:ea typeface="华文中宋" panose="02010600040101010101" pitchFamily="2" charset="-122"/>
              </a:rPr>
              <a:t>3- 4</a:t>
            </a:r>
            <a:r>
              <a:rPr lang="zh-CN" altLang="en-US" sz="2400" b="1" dirty="0">
                <a:latin typeface="Times New Roman" panose="02020603050405020304" pitchFamily="18" charset="0"/>
                <a:ea typeface="华文中宋" panose="02010600040101010101" pitchFamily="2" charset="-122"/>
              </a:rPr>
              <a:t>中复数   </a:t>
            </a:r>
            <a:r>
              <a:rPr lang="en-US" altLang="zh-CN" sz="2400" b="1" i="1" dirty="0">
                <a:latin typeface="Times New Roman" panose="02020603050405020304" pitchFamily="18" charset="0"/>
                <a:ea typeface="华文中宋" panose="02010600040101010101" pitchFamily="2" charset="-122"/>
              </a:rPr>
              <a:t>A=a+</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b</a:t>
            </a:r>
            <a:r>
              <a:rPr lang="zh-CN" altLang="en-US"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a  </a:t>
            </a:r>
            <a:r>
              <a:rPr lang="zh-CN" altLang="en-US" sz="2400" b="1" dirty="0">
                <a:latin typeface="Times New Roman" panose="02020603050405020304" pitchFamily="18" charset="0"/>
                <a:ea typeface="华文中宋" panose="02010600040101010101" pitchFamily="2" charset="-122"/>
              </a:rPr>
              <a:t>为实部，</a:t>
            </a:r>
            <a:r>
              <a:rPr lang="en-US" altLang="zh-CN" sz="2400" b="1" i="1" dirty="0">
                <a:latin typeface="Times New Roman" panose="02020603050405020304" pitchFamily="18" charset="0"/>
                <a:ea typeface="华文中宋" panose="02010600040101010101" pitchFamily="2" charset="-122"/>
              </a:rPr>
              <a:t>b </a:t>
            </a:r>
            <a:r>
              <a:rPr lang="zh-CN" altLang="en-US" sz="2400" b="1" dirty="0">
                <a:latin typeface="Times New Roman" panose="02020603050405020304" pitchFamily="18" charset="0"/>
                <a:ea typeface="华文中宋" panose="02010600040101010101" pitchFamily="2" charset="-122"/>
              </a:rPr>
              <a:t>为虚部。</a:t>
            </a:r>
            <a:endParaRPr lang="zh-CN" altLang="en-US" sz="2400" b="1" dirty="0">
              <a:latin typeface="Times New Roman" panose="02020603050405020304" pitchFamily="18" charset="0"/>
              <a:ea typeface="华文中宋" panose="02010600040101010101" pitchFamily="2" charset="-122"/>
            </a:endParaRPr>
          </a:p>
        </p:txBody>
      </p:sp>
      <p:sp>
        <p:nvSpPr>
          <p:cNvPr id="21" name="Text Box 62"/>
          <p:cNvSpPr txBox="1"/>
          <p:nvPr/>
        </p:nvSpPr>
        <p:spPr>
          <a:xfrm>
            <a:off x="438150" y="1123950"/>
            <a:ext cx="7935913" cy="16462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spcBef>
                <a:spcPct val="5000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矢量图：</a:t>
            </a:r>
            <a:r>
              <a:rPr lang="zh-CN" altLang="en-US" sz="2200" b="1" dirty="0">
                <a:solidFill>
                  <a:srgbClr val="000000"/>
                </a:solidFill>
                <a:latin typeface="Times New Roman" panose="02020603050405020304" pitchFamily="18" charset="0"/>
                <a:ea typeface="华文中宋" panose="02010600040101010101" pitchFamily="2" charset="-122"/>
              </a:rPr>
              <a:t>将几个同频率的正弦量用相应的矢量表示并画在同一坐标平面上，这样的图叫矢量图。</a:t>
            </a:r>
            <a:endParaRPr lang="en-US" altLang="zh-CN" sz="2200" b="1" dirty="0">
              <a:solidFill>
                <a:srgbClr val="000000"/>
              </a:solidFill>
              <a:latin typeface="Times New Roman" panose="02020603050405020304" pitchFamily="18" charset="0"/>
              <a:ea typeface="华文中宋" panose="02010600040101010101" pitchFamily="2" charset="-122"/>
            </a:endParaRPr>
          </a:p>
          <a:p>
            <a:pPr marL="0" lvl="0" indent="0" algn="just" eaLnBrk="1" hangingPunct="1">
              <a:spcBef>
                <a:spcPct val="50000"/>
              </a:spcBef>
              <a:buClrTx/>
              <a:buSzTx/>
              <a:buFontTx/>
              <a:buNone/>
            </a:pPr>
            <a:r>
              <a:rPr lang="en-US" altLang="zh-CN" sz="2200" b="1" dirty="0">
                <a:solidFill>
                  <a:srgbClr val="000000"/>
                </a:solidFill>
                <a:latin typeface="Times New Roman" panose="02020603050405020304" pitchFamily="18" charset="0"/>
                <a:ea typeface="华文中宋" panose="02010600040101010101" pitchFamily="2" charset="-122"/>
              </a:rPr>
              <a:t>       </a:t>
            </a:r>
            <a:r>
              <a:rPr lang="zh-CN" altLang="en-US" sz="2200" b="1" dirty="0">
                <a:solidFill>
                  <a:srgbClr val="000000"/>
                </a:solidFill>
                <a:latin typeface="Times New Roman" panose="02020603050405020304" pitchFamily="18" charset="0"/>
                <a:ea typeface="华文中宋" panose="02010600040101010101" pitchFamily="2" charset="-122"/>
              </a:rPr>
              <a:t>矢量图可以简单明确得表示同一电路中各个元件电压</a:t>
            </a:r>
            <a:r>
              <a:rPr lang="en-US" altLang="zh-CN" sz="2200" b="1" dirty="0">
                <a:solidFill>
                  <a:srgbClr val="000000"/>
                </a:solidFill>
                <a:latin typeface="Times New Roman" panose="02020603050405020304" pitchFamily="18" charset="0"/>
                <a:ea typeface="华文中宋" panose="02010600040101010101" pitchFamily="2" charset="-122"/>
              </a:rPr>
              <a:t>(</a:t>
            </a:r>
            <a:r>
              <a:rPr lang="zh-CN" altLang="en-US" sz="2200" b="1" dirty="0">
                <a:solidFill>
                  <a:srgbClr val="000000"/>
                </a:solidFill>
                <a:latin typeface="Times New Roman" panose="02020603050405020304" pitchFamily="18" charset="0"/>
                <a:ea typeface="华文中宋" panose="02010600040101010101" pitchFamily="2" charset="-122"/>
              </a:rPr>
              <a:t>电流</a:t>
            </a:r>
            <a:r>
              <a:rPr lang="en-US" altLang="zh-CN" sz="2200" b="1" dirty="0">
                <a:solidFill>
                  <a:srgbClr val="000000"/>
                </a:solidFill>
                <a:latin typeface="Times New Roman" panose="02020603050405020304" pitchFamily="18" charset="0"/>
                <a:ea typeface="华文中宋" panose="02010600040101010101" pitchFamily="2" charset="-122"/>
              </a:rPr>
              <a:t>)</a:t>
            </a:r>
            <a:r>
              <a:rPr lang="zh-CN" altLang="en-US" sz="2200" b="1" dirty="0">
                <a:solidFill>
                  <a:srgbClr val="000000"/>
                </a:solidFill>
                <a:latin typeface="Times New Roman" panose="02020603050405020304" pitchFamily="18" charset="0"/>
                <a:ea typeface="华文中宋" panose="02010600040101010101" pitchFamily="2" charset="-122"/>
              </a:rPr>
              <a:t>的大小和相位关系，并可以进行正弦量的加减运算。</a:t>
            </a:r>
            <a:endParaRPr lang="zh-CN" altLang="en-US" sz="2200" b="1" dirty="0">
              <a:solidFill>
                <a:srgbClr val="00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9252"/>
                                        </p:tgtEl>
                                        <p:attrNameLst>
                                          <p:attrName>style.visibility</p:attrName>
                                        </p:attrNameLst>
                                      </p:cBhvr>
                                      <p:to>
                                        <p:strVal val="visible"/>
                                      </p:to>
                                    </p:set>
                                    <p:animEffect transition="in" filter="wipe(left)">
                                      <p:cBhvr>
                                        <p:cTn id="7" dur="500"/>
                                        <p:tgtEl>
                                          <p:spTgt spid="9492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49253"/>
                                        </p:tgtEl>
                                        <p:attrNameLst>
                                          <p:attrName>style.visibility</p:attrName>
                                        </p:attrNameLst>
                                      </p:cBhvr>
                                      <p:to>
                                        <p:strVal val="visible"/>
                                      </p:to>
                                    </p:set>
                                    <p:animEffect transition="in" filter="blinds(horizontal)">
                                      <p:cBhvr>
                                        <p:cTn id="12" dur="500"/>
                                        <p:tgtEl>
                                          <p:spTgt spid="949253"/>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strVal val="#ppt_h"/>
                                          </p:val>
                                        </p:tav>
                                        <p:tav tm="100000">
                                          <p:val>
                                            <p:strVal val="#ppt_h"/>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949268"/>
                                        </p:tgtEl>
                                        <p:attrNameLst>
                                          <p:attrName>style.visibility</p:attrName>
                                        </p:attrNameLst>
                                      </p:cBhvr>
                                      <p:to>
                                        <p:strVal val="visible"/>
                                      </p:to>
                                    </p:set>
                                    <p:animEffect transition="in" filter="wipe(left)">
                                      <p:cBhvr>
                                        <p:cTn id="22" dur="500"/>
                                        <p:tgtEl>
                                          <p:spTgt spid="9492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49269"/>
                                        </p:tgtEl>
                                        <p:attrNameLst>
                                          <p:attrName>style.visibility</p:attrName>
                                        </p:attrNameLst>
                                      </p:cBhvr>
                                      <p:to>
                                        <p:strVal val="visible"/>
                                      </p:to>
                                    </p:set>
                                    <p:animEffect transition="in" filter="blinds(horizontal)">
                                      <p:cBhvr>
                                        <p:cTn id="27" dur="500"/>
                                        <p:tgtEl>
                                          <p:spTgt spid="9492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52" grpId="0"/>
      <p:bldP spid="949253" grpId="0"/>
      <p:bldP spid="949268" grpId="0"/>
      <p:bldP spid="949269"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1555" name="Text Box 3"/>
          <p:cNvSpPr txBox="1"/>
          <p:nvPr/>
        </p:nvSpPr>
        <p:spPr>
          <a:xfrm>
            <a:off x="685800" y="725488"/>
            <a:ext cx="4038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复数的模</a:t>
            </a:r>
            <a:endParaRPr lang="zh-CN" altLang="en-US" sz="2800" dirty="0">
              <a:latin typeface="Times New Roman" panose="02020603050405020304" pitchFamily="18" charset="0"/>
              <a:ea typeface="华文中宋" panose="02010600040101010101" pitchFamily="2" charset="-122"/>
            </a:endParaRPr>
          </a:p>
        </p:txBody>
      </p:sp>
      <p:graphicFrame>
        <p:nvGraphicFramePr>
          <p:cNvPr id="791556" name="Object 4"/>
          <p:cNvGraphicFramePr>
            <a:graphicFrameLocks noChangeAspect="1"/>
          </p:cNvGraphicFramePr>
          <p:nvPr/>
        </p:nvGraphicFramePr>
        <p:xfrm>
          <a:off x="1801813" y="1258888"/>
          <a:ext cx="2236787" cy="723900"/>
        </p:xfrm>
        <a:graphic>
          <a:graphicData uri="http://schemas.openxmlformats.org/presentationml/2006/ole">
            <mc:AlternateContent xmlns:mc="http://schemas.openxmlformats.org/markup-compatibility/2006">
              <mc:Choice xmlns:v="urn:schemas-microsoft-com:vml" Requires="v">
                <p:oleObj spid="_x0000_s3088" name="" r:id="rId1" imgW="901065" imgH="292100" progId="Equation.3">
                  <p:embed/>
                </p:oleObj>
              </mc:Choice>
              <mc:Fallback>
                <p:oleObj name="" r:id="rId1" imgW="901065" imgH="292100" progId="Equation.3">
                  <p:embed/>
                  <p:pic>
                    <p:nvPicPr>
                      <p:cNvPr id="0" name="图片 3087"/>
                      <p:cNvPicPr/>
                      <p:nvPr/>
                    </p:nvPicPr>
                    <p:blipFill>
                      <a:blip r:embed="rId2"/>
                      <a:stretch>
                        <a:fillRect/>
                      </a:stretch>
                    </p:blipFill>
                    <p:spPr>
                      <a:xfrm>
                        <a:off x="1801813" y="1258888"/>
                        <a:ext cx="2236787" cy="723900"/>
                      </a:xfrm>
                      <a:prstGeom prst="rect">
                        <a:avLst/>
                      </a:prstGeom>
                      <a:noFill/>
                      <a:ln w="38100">
                        <a:noFill/>
                        <a:miter/>
                      </a:ln>
                    </p:spPr>
                  </p:pic>
                </p:oleObj>
              </mc:Fallback>
            </mc:AlternateContent>
          </a:graphicData>
        </a:graphic>
      </p:graphicFrame>
      <p:graphicFrame>
        <p:nvGraphicFramePr>
          <p:cNvPr id="791557" name="Object 5"/>
          <p:cNvGraphicFramePr>
            <a:graphicFrameLocks noChangeAspect="1"/>
          </p:cNvGraphicFramePr>
          <p:nvPr/>
        </p:nvGraphicFramePr>
        <p:xfrm>
          <a:off x="1890713" y="2249488"/>
          <a:ext cx="2111375" cy="976312"/>
        </p:xfrm>
        <a:graphic>
          <a:graphicData uri="http://schemas.openxmlformats.org/presentationml/2006/ole">
            <mc:AlternateContent xmlns:mc="http://schemas.openxmlformats.org/markup-compatibility/2006">
              <mc:Choice xmlns:v="urn:schemas-microsoft-com:vml" Requires="v">
                <p:oleObj spid="_x0000_s3089" name="" r:id="rId3" imgW="850265" imgH="393700" progId="Equation.3">
                  <p:embed/>
                </p:oleObj>
              </mc:Choice>
              <mc:Fallback>
                <p:oleObj name="" r:id="rId3" imgW="850265" imgH="393700" progId="Equation.3">
                  <p:embed/>
                  <p:pic>
                    <p:nvPicPr>
                      <p:cNvPr id="0" name="图片 3088"/>
                      <p:cNvPicPr/>
                      <p:nvPr/>
                    </p:nvPicPr>
                    <p:blipFill>
                      <a:blip r:embed="rId4"/>
                      <a:stretch>
                        <a:fillRect/>
                      </a:stretch>
                    </p:blipFill>
                    <p:spPr>
                      <a:xfrm>
                        <a:off x="1890713" y="2249488"/>
                        <a:ext cx="2111375" cy="976312"/>
                      </a:xfrm>
                      <a:prstGeom prst="rect">
                        <a:avLst/>
                      </a:prstGeom>
                      <a:noFill/>
                      <a:ln w="38100">
                        <a:noFill/>
                        <a:miter/>
                      </a:ln>
                    </p:spPr>
                  </p:pic>
                </p:oleObj>
              </mc:Fallback>
            </mc:AlternateContent>
          </a:graphicData>
        </a:graphic>
      </p:graphicFrame>
      <p:sp>
        <p:nvSpPr>
          <p:cNvPr id="791558" name="Text Box 6"/>
          <p:cNvSpPr txBox="1"/>
          <p:nvPr/>
        </p:nvSpPr>
        <p:spPr>
          <a:xfrm>
            <a:off x="762000" y="1944688"/>
            <a:ext cx="2971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复数的辐角</a:t>
            </a:r>
            <a:endParaRPr lang="zh-CN" altLang="en-US" sz="2800" dirty="0">
              <a:latin typeface="Times New Roman" panose="02020603050405020304" pitchFamily="18" charset="0"/>
              <a:ea typeface="华文中宋" panose="02010600040101010101" pitchFamily="2" charset="-122"/>
            </a:endParaRPr>
          </a:p>
        </p:txBody>
      </p:sp>
      <p:sp>
        <p:nvSpPr>
          <p:cNvPr id="791559" name="Text Box 7"/>
          <p:cNvSpPr txBox="1"/>
          <p:nvPr/>
        </p:nvSpPr>
        <p:spPr>
          <a:xfrm>
            <a:off x="914400" y="3087688"/>
            <a:ext cx="1600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实部</a:t>
            </a:r>
            <a:endParaRPr lang="zh-CN" altLang="en-US" sz="2400" b="1" dirty="0">
              <a:latin typeface="Times New Roman" panose="02020603050405020304" pitchFamily="18" charset="0"/>
              <a:ea typeface="华文中宋" panose="02010600040101010101" pitchFamily="2" charset="-122"/>
            </a:endParaRPr>
          </a:p>
        </p:txBody>
      </p:sp>
      <p:sp>
        <p:nvSpPr>
          <p:cNvPr id="791560" name="Text Box 8"/>
          <p:cNvSpPr txBox="1"/>
          <p:nvPr/>
        </p:nvSpPr>
        <p:spPr>
          <a:xfrm>
            <a:off x="914400" y="4078288"/>
            <a:ext cx="1600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虚部</a:t>
            </a:r>
            <a:endParaRPr lang="zh-CN" altLang="en-US" sz="2400" b="1" dirty="0">
              <a:latin typeface="Times New Roman" panose="02020603050405020304" pitchFamily="18" charset="0"/>
              <a:ea typeface="华文中宋" panose="02010600040101010101" pitchFamily="2" charset="-122"/>
            </a:endParaRPr>
          </a:p>
        </p:txBody>
      </p:sp>
      <p:sp>
        <p:nvSpPr>
          <p:cNvPr id="791561" name="Text Box 9"/>
          <p:cNvSpPr txBox="1"/>
          <p:nvPr/>
        </p:nvSpPr>
        <p:spPr>
          <a:xfrm>
            <a:off x="990600" y="5145088"/>
            <a:ext cx="3276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复数还可以写成</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1562" name="Object 10"/>
          <p:cNvGraphicFramePr>
            <a:graphicFrameLocks noChangeAspect="1"/>
          </p:cNvGraphicFramePr>
          <p:nvPr/>
        </p:nvGraphicFramePr>
        <p:xfrm>
          <a:off x="1951038" y="3316288"/>
          <a:ext cx="1858962" cy="628650"/>
        </p:xfrm>
        <a:graphic>
          <a:graphicData uri="http://schemas.openxmlformats.org/presentationml/2006/ole">
            <mc:AlternateContent xmlns:mc="http://schemas.openxmlformats.org/markup-compatibility/2006">
              <mc:Choice xmlns:v="urn:schemas-microsoft-com:vml" Requires="v">
                <p:oleObj spid="_x0000_s3092" name="" r:id="rId5" imgW="748665" imgH="254000" progId="Equation.3">
                  <p:embed/>
                </p:oleObj>
              </mc:Choice>
              <mc:Fallback>
                <p:oleObj name="" r:id="rId5" imgW="748665" imgH="254000" progId="Equation.3">
                  <p:embed/>
                  <p:pic>
                    <p:nvPicPr>
                      <p:cNvPr id="0" name="图片 3091"/>
                      <p:cNvPicPr/>
                      <p:nvPr/>
                    </p:nvPicPr>
                    <p:blipFill>
                      <a:blip r:embed="rId6"/>
                      <a:stretch>
                        <a:fillRect/>
                      </a:stretch>
                    </p:blipFill>
                    <p:spPr>
                      <a:xfrm>
                        <a:off x="1951038" y="3316288"/>
                        <a:ext cx="1858962" cy="628650"/>
                      </a:xfrm>
                      <a:prstGeom prst="rect">
                        <a:avLst/>
                      </a:prstGeom>
                      <a:noFill/>
                      <a:ln w="38100">
                        <a:noFill/>
                        <a:miter/>
                      </a:ln>
                    </p:spPr>
                  </p:pic>
                </p:oleObj>
              </mc:Fallback>
            </mc:AlternateContent>
          </a:graphicData>
        </a:graphic>
      </p:graphicFrame>
      <p:graphicFrame>
        <p:nvGraphicFramePr>
          <p:cNvPr id="791563" name="Object 11"/>
          <p:cNvGraphicFramePr>
            <a:graphicFrameLocks noChangeAspect="1"/>
          </p:cNvGraphicFramePr>
          <p:nvPr/>
        </p:nvGraphicFramePr>
        <p:xfrm>
          <a:off x="1905000" y="5678488"/>
          <a:ext cx="1606550" cy="630237"/>
        </p:xfrm>
        <a:graphic>
          <a:graphicData uri="http://schemas.openxmlformats.org/presentationml/2006/ole">
            <mc:AlternateContent xmlns:mc="http://schemas.openxmlformats.org/markup-compatibility/2006">
              <mc:Choice xmlns:v="urn:schemas-microsoft-com:vml" Requires="v">
                <p:oleObj spid="_x0000_s3093" name="" r:id="rId7" imgW="647700" imgH="254000" progId="Equation.3">
                  <p:embed/>
                </p:oleObj>
              </mc:Choice>
              <mc:Fallback>
                <p:oleObj name="" r:id="rId7" imgW="647700" imgH="254000" progId="Equation.3">
                  <p:embed/>
                  <p:pic>
                    <p:nvPicPr>
                      <p:cNvPr id="0" name="图片 3092"/>
                      <p:cNvPicPr/>
                      <p:nvPr/>
                    </p:nvPicPr>
                    <p:blipFill>
                      <a:blip r:embed="rId8"/>
                      <a:stretch>
                        <a:fillRect/>
                      </a:stretch>
                    </p:blipFill>
                    <p:spPr>
                      <a:xfrm>
                        <a:off x="1905000" y="5678488"/>
                        <a:ext cx="1606550" cy="630237"/>
                      </a:xfrm>
                      <a:prstGeom prst="rect">
                        <a:avLst/>
                      </a:prstGeom>
                      <a:noFill/>
                      <a:ln w="38100">
                        <a:noFill/>
                        <a:miter/>
                      </a:ln>
                    </p:spPr>
                  </p:pic>
                </p:oleObj>
              </mc:Fallback>
            </mc:AlternateContent>
          </a:graphicData>
        </a:graphic>
      </p:graphicFrame>
      <p:graphicFrame>
        <p:nvGraphicFramePr>
          <p:cNvPr id="791564" name="Object 12"/>
          <p:cNvGraphicFramePr>
            <a:graphicFrameLocks noChangeAspect="1"/>
          </p:cNvGraphicFramePr>
          <p:nvPr/>
        </p:nvGraphicFramePr>
        <p:xfrm>
          <a:off x="1905000" y="4459288"/>
          <a:ext cx="1827213" cy="628650"/>
        </p:xfrm>
        <a:graphic>
          <a:graphicData uri="http://schemas.openxmlformats.org/presentationml/2006/ole">
            <mc:AlternateContent xmlns:mc="http://schemas.openxmlformats.org/markup-compatibility/2006">
              <mc:Choice xmlns:v="urn:schemas-microsoft-com:vml" Requires="v">
                <p:oleObj spid="_x0000_s3090" name="" r:id="rId9" imgW="735965" imgH="254000" progId="Equation.3">
                  <p:embed/>
                </p:oleObj>
              </mc:Choice>
              <mc:Fallback>
                <p:oleObj name="" r:id="rId9" imgW="735965" imgH="254000" progId="Equation.3">
                  <p:embed/>
                  <p:pic>
                    <p:nvPicPr>
                      <p:cNvPr id="0" name="图片 3089"/>
                      <p:cNvPicPr/>
                      <p:nvPr/>
                    </p:nvPicPr>
                    <p:blipFill>
                      <a:blip r:embed="rId10"/>
                      <a:stretch>
                        <a:fillRect/>
                      </a:stretch>
                    </p:blipFill>
                    <p:spPr>
                      <a:xfrm>
                        <a:off x="1905000" y="4459288"/>
                        <a:ext cx="1827213" cy="628650"/>
                      </a:xfrm>
                      <a:prstGeom prst="rect">
                        <a:avLst/>
                      </a:prstGeom>
                      <a:noFill/>
                      <a:ln w="38100">
                        <a:noFill/>
                        <a:miter/>
                      </a:ln>
                    </p:spPr>
                  </p:pic>
                </p:oleObj>
              </mc:Fallback>
            </mc:AlternateContent>
          </a:graphicData>
        </a:graphic>
      </p:graphicFrame>
      <p:graphicFrame>
        <p:nvGraphicFramePr>
          <p:cNvPr id="791565" name="Object 13"/>
          <p:cNvGraphicFramePr>
            <a:graphicFrameLocks noChangeAspect="1"/>
          </p:cNvGraphicFramePr>
          <p:nvPr/>
        </p:nvGraphicFramePr>
        <p:xfrm>
          <a:off x="5638800" y="5678488"/>
          <a:ext cx="1731963" cy="630237"/>
        </p:xfrm>
        <a:graphic>
          <a:graphicData uri="http://schemas.openxmlformats.org/presentationml/2006/ole">
            <mc:AlternateContent xmlns:mc="http://schemas.openxmlformats.org/markup-compatibility/2006">
              <mc:Choice xmlns:v="urn:schemas-microsoft-com:vml" Requires="v">
                <p:oleObj spid="_x0000_s3091" name="" r:id="rId11" imgW="698500" imgH="254000" progId="Equation.3">
                  <p:embed/>
                </p:oleObj>
              </mc:Choice>
              <mc:Fallback>
                <p:oleObj name="" r:id="rId11" imgW="698500" imgH="254000" progId="Equation.3">
                  <p:embed/>
                  <p:pic>
                    <p:nvPicPr>
                      <p:cNvPr id="0" name="图片 3090"/>
                      <p:cNvPicPr/>
                      <p:nvPr/>
                    </p:nvPicPr>
                    <p:blipFill>
                      <a:blip r:embed="rId12"/>
                      <a:stretch>
                        <a:fillRect/>
                      </a:stretch>
                    </p:blipFill>
                    <p:spPr>
                      <a:xfrm>
                        <a:off x="5638800" y="5678488"/>
                        <a:ext cx="1731963" cy="630237"/>
                      </a:xfrm>
                      <a:prstGeom prst="rect">
                        <a:avLst/>
                      </a:prstGeom>
                      <a:noFill/>
                      <a:ln w="38100">
                        <a:noFill/>
                        <a:miter/>
                      </a:ln>
                    </p:spPr>
                  </p:pic>
                </p:oleObj>
              </mc:Fallback>
            </mc:AlternateContent>
          </a:graphicData>
        </a:graphic>
      </p:graphicFrame>
      <p:sp>
        <p:nvSpPr>
          <p:cNvPr id="791566" name="Text Box 14"/>
          <p:cNvSpPr txBox="1"/>
          <p:nvPr/>
        </p:nvSpPr>
        <p:spPr>
          <a:xfrm>
            <a:off x="4038600" y="5678488"/>
            <a:ext cx="1295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或者</a:t>
            </a:r>
            <a:endParaRPr lang="zh-CN" altLang="en-US" sz="2400" b="1" dirty="0">
              <a:latin typeface="Times New Roman" panose="02020603050405020304" pitchFamily="18" charset="0"/>
              <a:ea typeface="华文中宋" panose="02010600040101010101" pitchFamily="2" charset="-122"/>
            </a:endParaRPr>
          </a:p>
        </p:txBody>
      </p:sp>
      <p:grpSp>
        <p:nvGrpSpPr>
          <p:cNvPr id="18447" name="Group 30"/>
          <p:cNvGrpSpPr/>
          <p:nvPr/>
        </p:nvGrpSpPr>
        <p:grpSpPr>
          <a:xfrm>
            <a:off x="6224588" y="1557338"/>
            <a:ext cx="2667000" cy="2362200"/>
            <a:chOff x="3648" y="2160"/>
            <a:chExt cx="1680" cy="1488"/>
          </a:xfrm>
        </p:grpSpPr>
        <p:sp>
          <p:nvSpPr>
            <p:cNvPr id="18449" name="Line 31"/>
            <p:cNvSpPr/>
            <p:nvPr/>
          </p:nvSpPr>
          <p:spPr>
            <a:xfrm flipV="1">
              <a:off x="3888" y="2352"/>
              <a:ext cx="0" cy="1296"/>
            </a:xfrm>
            <a:prstGeom prst="line">
              <a:avLst/>
            </a:prstGeom>
            <a:ln w="38100" cap="flat" cmpd="sng">
              <a:solidFill>
                <a:schemeClr val="tx1"/>
              </a:solidFill>
              <a:prstDash val="solid"/>
              <a:headEnd type="none" w="med" len="med"/>
              <a:tailEnd type="stealth" w="med" len="lg"/>
            </a:ln>
          </p:spPr>
        </p:sp>
        <p:sp>
          <p:nvSpPr>
            <p:cNvPr id="18450" name="Line 32"/>
            <p:cNvSpPr/>
            <p:nvPr/>
          </p:nvSpPr>
          <p:spPr>
            <a:xfrm>
              <a:off x="3840" y="3408"/>
              <a:ext cx="1152" cy="0"/>
            </a:xfrm>
            <a:prstGeom prst="line">
              <a:avLst/>
            </a:prstGeom>
            <a:ln w="38100" cap="flat" cmpd="sng">
              <a:solidFill>
                <a:srgbClr val="000000"/>
              </a:solidFill>
              <a:prstDash val="solid"/>
              <a:headEnd type="none" w="med" len="med"/>
              <a:tailEnd type="stealth" w="med" len="lg"/>
            </a:ln>
          </p:spPr>
        </p:sp>
        <p:sp>
          <p:nvSpPr>
            <p:cNvPr id="18451" name="Text Box 33"/>
            <p:cNvSpPr txBox="1"/>
            <p:nvPr/>
          </p:nvSpPr>
          <p:spPr>
            <a:xfrm>
              <a:off x="4944" y="331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+1</a:t>
              </a:r>
              <a:endParaRPr lang="en-US" altLang="zh-CN" sz="2400" b="1" dirty="0">
                <a:solidFill>
                  <a:schemeClr val="tx2"/>
                </a:solidFill>
                <a:latin typeface="Times New Roman" panose="02020603050405020304" pitchFamily="18" charset="0"/>
                <a:ea typeface="华文中宋" panose="02010600040101010101" pitchFamily="2" charset="-122"/>
              </a:endParaRPr>
            </a:p>
          </p:txBody>
        </p:sp>
        <p:sp>
          <p:nvSpPr>
            <p:cNvPr id="18452" name="Text Box 34"/>
            <p:cNvSpPr txBox="1"/>
            <p:nvPr/>
          </p:nvSpPr>
          <p:spPr>
            <a:xfrm>
              <a:off x="3840" y="21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a:t>
              </a:r>
              <a:r>
                <a:rPr lang="en-US" altLang="en-US" sz="2400" b="1" dirty="0">
                  <a:solidFill>
                    <a:schemeClr val="tx2"/>
                  </a:solidFill>
                  <a:latin typeface="Times New Roman" panose="02020603050405020304" pitchFamily="18" charset="0"/>
                  <a:ea typeface="华文中宋" panose="02010600040101010101" pitchFamily="2" charset="-122"/>
                </a:rPr>
                <a:t>j</a:t>
              </a:r>
              <a:endParaRPr lang="en-US" altLang="zh-CN" sz="2400" b="1" dirty="0">
                <a:solidFill>
                  <a:schemeClr val="tx2"/>
                </a:solidFill>
                <a:latin typeface="Times New Roman" panose="02020603050405020304" pitchFamily="18" charset="0"/>
                <a:ea typeface="华文中宋" panose="02010600040101010101" pitchFamily="2" charset="-122"/>
              </a:endParaRPr>
            </a:p>
          </p:txBody>
        </p:sp>
        <p:sp>
          <p:nvSpPr>
            <p:cNvPr id="18453" name="Text Box 35"/>
            <p:cNvSpPr txBox="1"/>
            <p:nvPr/>
          </p:nvSpPr>
          <p:spPr>
            <a:xfrm>
              <a:off x="3696" y="3360"/>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18454" name="Line 36"/>
            <p:cNvSpPr/>
            <p:nvPr/>
          </p:nvSpPr>
          <p:spPr>
            <a:xfrm flipV="1">
              <a:off x="3888" y="2640"/>
              <a:ext cx="432" cy="768"/>
            </a:xfrm>
            <a:prstGeom prst="line">
              <a:avLst/>
            </a:prstGeom>
            <a:ln w="38100" cap="flat" cmpd="sng">
              <a:solidFill>
                <a:schemeClr val="tx1"/>
              </a:solidFill>
              <a:prstDash val="solid"/>
              <a:headEnd type="none" w="med" len="med"/>
              <a:tailEnd type="triangle" w="sm" len="lg"/>
            </a:ln>
          </p:spPr>
        </p:sp>
        <p:sp>
          <p:nvSpPr>
            <p:cNvPr id="18455" name="Line 37"/>
            <p:cNvSpPr/>
            <p:nvPr/>
          </p:nvSpPr>
          <p:spPr>
            <a:xfrm>
              <a:off x="4320" y="2688"/>
              <a:ext cx="0" cy="720"/>
            </a:xfrm>
            <a:prstGeom prst="line">
              <a:avLst/>
            </a:prstGeom>
            <a:ln w="38100" cap="flat" cmpd="sng">
              <a:solidFill>
                <a:schemeClr val="tx1"/>
              </a:solidFill>
              <a:prstDash val="dash"/>
              <a:headEnd type="none" w="med" len="med"/>
              <a:tailEnd type="none" w="med" len="med"/>
            </a:ln>
          </p:spPr>
        </p:sp>
        <p:sp>
          <p:nvSpPr>
            <p:cNvPr id="18456" name="Line 38"/>
            <p:cNvSpPr/>
            <p:nvPr/>
          </p:nvSpPr>
          <p:spPr>
            <a:xfrm>
              <a:off x="3888" y="2640"/>
              <a:ext cx="432" cy="0"/>
            </a:xfrm>
            <a:prstGeom prst="line">
              <a:avLst/>
            </a:prstGeom>
            <a:ln w="38100" cap="flat" cmpd="sng">
              <a:solidFill>
                <a:schemeClr val="tx1"/>
              </a:solidFill>
              <a:prstDash val="dash"/>
              <a:headEnd type="none" w="med" len="med"/>
              <a:tailEnd type="none" w="med" len="med"/>
            </a:ln>
          </p:spPr>
        </p:sp>
        <p:sp>
          <p:nvSpPr>
            <p:cNvPr id="18457" name="Text Box 39"/>
            <p:cNvSpPr txBox="1"/>
            <p:nvPr/>
          </p:nvSpPr>
          <p:spPr>
            <a:xfrm>
              <a:off x="3648" y="2496"/>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b</a:t>
              </a:r>
              <a:endParaRPr lang="en-US" altLang="zh-CN" sz="2400" b="1" i="1" dirty="0">
                <a:latin typeface="Times New Roman" panose="02020603050405020304" pitchFamily="18" charset="0"/>
                <a:ea typeface="华文中宋" panose="02010600040101010101" pitchFamily="2" charset="-122"/>
              </a:endParaRPr>
            </a:p>
          </p:txBody>
        </p:sp>
        <p:sp>
          <p:nvSpPr>
            <p:cNvPr id="18458" name="Text Box 40"/>
            <p:cNvSpPr txBox="1"/>
            <p:nvPr/>
          </p:nvSpPr>
          <p:spPr>
            <a:xfrm>
              <a:off x="4272" y="3321"/>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endParaRPr lang="en-US" altLang="zh-CN" sz="2400" b="1" i="1" dirty="0">
                <a:latin typeface="Times New Roman" panose="02020603050405020304" pitchFamily="18" charset="0"/>
                <a:ea typeface="华文中宋" panose="02010600040101010101" pitchFamily="2" charset="-122"/>
              </a:endParaRPr>
            </a:p>
          </p:txBody>
        </p:sp>
        <p:sp>
          <p:nvSpPr>
            <p:cNvPr id="18459" name="Text Box 41"/>
            <p:cNvSpPr txBox="1"/>
            <p:nvPr/>
          </p:nvSpPr>
          <p:spPr>
            <a:xfrm>
              <a:off x="4368" y="2496"/>
              <a:ext cx="33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i="1" dirty="0">
                  <a:latin typeface="Times New Roman" panose="02020603050405020304" pitchFamily="18" charset="0"/>
                  <a:ea typeface="华文中宋" panose="02010600040101010101" pitchFamily="2" charset="-122"/>
                </a:rPr>
                <a:t>A</a:t>
              </a:r>
              <a:endParaRPr lang="en-US" altLang="zh-CN" sz="2000" b="1" i="1" dirty="0">
                <a:latin typeface="Times New Roman" panose="02020603050405020304" pitchFamily="18" charset="0"/>
                <a:ea typeface="华文中宋" panose="02010600040101010101" pitchFamily="2" charset="-122"/>
              </a:endParaRPr>
            </a:p>
          </p:txBody>
        </p:sp>
        <p:sp>
          <p:nvSpPr>
            <p:cNvPr id="18460" name="Arc 42"/>
            <p:cNvSpPr/>
            <p:nvPr/>
          </p:nvSpPr>
          <p:spPr>
            <a:xfrm>
              <a:off x="3984" y="3264"/>
              <a:ext cx="96" cy="128"/>
            </a:xfrm>
            <a:custGeom>
              <a:avLst/>
              <a:gdLst>
                <a:gd name="txL" fmla="*/ 0 w 21600"/>
                <a:gd name="txT" fmla="*/ 0 h 28679"/>
                <a:gd name="txR" fmla="*/ 21600 w 21600"/>
                <a:gd name="txB" fmla="*/ 28679 h 28679"/>
              </a:gdLst>
              <a:ahLst/>
              <a:cxnLst>
                <a:cxn ang="0">
                  <a:pos x="0" y="0"/>
                </a:cxn>
                <a:cxn ang="0">
                  <a:pos x="0" y="0"/>
                </a:cxn>
                <a:cxn ang="0">
                  <a:pos x="0" y="0"/>
                </a:cxn>
              </a:cxnLst>
              <a:rect l="txL" t="txT" r="txR" b="txB"/>
              <a:pathLst>
                <a:path w="21600" h="28679" fill="none">
                  <a:moveTo>
                    <a:pt x="-1" y="0"/>
                  </a:moveTo>
                  <a:cubicBezTo>
                    <a:pt x="11929" y="0"/>
                    <a:pt x="21600" y="9670"/>
                    <a:pt x="21600" y="21600"/>
                  </a:cubicBezTo>
                  <a:cubicBezTo>
                    <a:pt x="21600" y="24009"/>
                    <a:pt x="21196" y="26402"/>
                    <a:pt x="20407" y="28679"/>
                  </a:cubicBezTo>
                </a:path>
                <a:path w="21600" h="28679" stroke="0">
                  <a:moveTo>
                    <a:pt x="-1" y="0"/>
                  </a:moveTo>
                  <a:cubicBezTo>
                    <a:pt x="11929" y="0"/>
                    <a:pt x="21600" y="9670"/>
                    <a:pt x="21600" y="21600"/>
                  </a:cubicBezTo>
                  <a:cubicBezTo>
                    <a:pt x="21600" y="24009"/>
                    <a:pt x="21196" y="26402"/>
                    <a:pt x="20407" y="28679"/>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18461" name="Text Box 43"/>
            <p:cNvSpPr txBox="1"/>
            <p:nvPr/>
          </p:nvSpPr>
          <p:spPr>
            <a:xfrm>
              <a:off x="4032" y="3120"/>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ψ</a:t>
              </a:r>
              <a:endParaRPr lang="en-US" altLang="zh-CN" sz="2400" b="1" i="1" dirty="0">
                <a:latin typeface="Times New Roman" panose="02020603050405020304" pitchFamily="18" charset="0"/>
                <a:ea typeface="华文中宋" panose="02010600040101010101" pitchFamily="2" charset="-122"/>
              </a:endParaRPr>
            </a:p>
          </p:txBody>
        </p:sp>
      </p:grpSp>
      <p:sp>
        <p:nvSpPr>
          <p:cNvPr id="18448" name="Text Box 44"/>
          <p:cNvSpPr txBox="1"/>
          <p:nvPr/>
        </p:nvSpPr>
        <p:spPr>
          <a:xfrm>
            <a:off x="6224588" y="4056063"/>
            <a:ext cx="2590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6600"/>
                </a:solidFill>
                <a:latin typeface="Times New Roman" panose="02020603050405020304" pitchFamily="18" charset="0"/>
                <a:ea typeface="华文中宋" panose="02010600040101010101" pitchFamily="2" charset="-122"/>
              </a:rPr>
              <a:t>图</a:t>
            </a:r>
            <a:r>
              <a:rPr lang="en-US" altLang="zh-CN" sz="2000" b="1" dirty="0">
                <a:solidFill>
                  <a:srgbClr val="006600"/>
                </a:solidFill>
                <a:latin typeface="Times New Roman" panose="02020603050405020304" pitchFamily="18" charset="0"/>
                <a:ea typeface="华文中宋" panose="02010600040101010101" pitchFamily="2" charset="-122"/>
              </a:rPr>
              <a:t>3- 4 </a:t>
            </a:r>
            <a:r>
              <a:rPr lang="zh-CN" altLang="en-US" sz="2000" b="1" dirty="0">
                <a:solidFill>
                  <a:srgbClr val="006600"/>
                </a:solidFill>
                <a:latin typeface="Times New Roman" panose="02020603050405020304" pitchFamily="18" charset="0"/>
                <a:ea typeface="华文中宋" panose="02010600040101010101" pitchFamily="2" charset="-122"/>
              </a:rPr>
              <a:t>矢量复数表示</a:t>
            </a:r>
            <a:endParaRPr lang="zh-CN" altLang="en-US" sz="2000" b="1" dirty="0">
              <a:solidFill>
                <a:srgbClr val="0066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1555"/>
                                        </p:tgtEl>
                                        <p:attrNameLst>
                                          <p:attrName>style.visibility</p:attrName>
                                        </p:attrNameLst>
                                      </p:cBhvr>
                                      <p:to>
                                        <p:strVal val="visible"/>
                                      </p:to>
                                    </p:set>
                                    <p:animEffect transition="in" filter="wipe(left)">
                                      <p:cBhvr>
                                        <p:cTn id="7" dur="500"/>
                                        <p:tgtEl>
                                          <p:spTgt spid="79155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91556"/>
                                        </p:tgtEl>
                                        <p:attrNameLst>
                                          <p:attrName>style.visibility</p:attrName>
                                        </p:attrNameLst>
                                      </p:cBhvr>
                                      <p:to>
                                        <p:strVal val="visible"/>
                                      </p:to>
                                    </p:set>
                                    <p:animEffect transition="in" filter="wipe(left)">
                                      <p:cBhvr>
                                        <p:cTn id="11" dur="500"/>
                                        <p:tgtEl>
                                          <p:spTgt spid="79155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91558"/>
                                        </p:tgtEl>
                                        <p:attrNameLst>
                                          <p:attrName>style.visibility</p:attrName>
                                        </p:attrNameLst>
                                      </p:cBhvr>
                                      <p:to>
                                        <p:strVal val="visible"/>
                                      </p:to>
                                    </p:set>
                                    <p:animEffect transition="in" filter="wipe(left)">
                                      <p:cBhvr>
                                        <p:cTn id="16" dur="500"/>
                                        <p:tgtEl>
                                          <p:spTgt spid="79155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91557"/>
                                        </p:tgtEl>
                                        <p:attrNameLst>
                                          <p:attrName>style.visibility</p:attrName>
                                        </p:attrNameLst>
                                      </p:cBhvr>
                                      <p:to>
                                        <p:strVal val="visible"/>
                                      </p:to>
                                    </p:set>
                                    <p:animEffect transition="in" filter="wipe(left)">
                                      <p:cBhvr>
                                        <p:cTn id="20" dur="500"/>
                                        <p:tgtEl>
                                          <p:spTgt spid="79155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91559"/>
                                        </p:tgtEl>
                                        <p:attrNameLst>
                                          <p:attrName>style.visibility</p:attrName>
                                        </p:attrNameLst>
                                      </p:cBhvr>
                                      <p:to>
                                        <p:strVal val="visible"/>
                                      </p:to>
                                    </p:set>
                                    <p:animEffect transition="in" filter="wipe(left)">
                                      <p:cBhvr>
                                        <p:cTn id="25" dur="500"/>
                                        <p:tgtEl>
                                          <p:spTgt spid="791559"/>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791562"/>
                                        </p:tgtEl>
                                        <p:attrNameLst>
                                          <p:attrName>style.visibility</p:attrName>
                                        </p:attrNameLst>
                                      </p:cBhvr>
                                      <p:to>
                                        <p:strVal val="visible"/>
                                      </p:to>
                                    </p:set>
                                    <p:animEffect transition="in" filter="wipe(left)">
                                      <p:cBhvr>
                                        <p:cTn id="29" dur="500"/>
                                        <p:tgtEl>
                                          <p:spTgt spid="79156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91560"/>
                                        </p:tgtEl>
                                        <p:attrNameLst>
                                          <p:attrName>style.visibility</p:attrName>
                                        </p:attrNameLst>
                                      </p:cBhvr>
                                      <p:to>
                                        <p:strVal val="visible"/>
                                      </p:to>
                                    </p:set>
                                    <p:animEffect transition="in" filter="wipe(left)">
                                      <p:cBhvr>
                                        <p:cTn id="34" dur="500"/>
                                        <p:tgtEl>
                                          <p:spTgt spid="79156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91564"/>
                                        </p:tgtEl>
                                        <p:attrNameLst>
                                          <p:attrName>style.visibility</p:attrName>
                                        </p:attrNameLst>
                                      </p:cBhvr>
                                      <p:to>
                                        <p:strVal val="visible"/>
                                      </p:to>
                                    </p:set>
                                    <p:animEffect transition="in" filter="wipe(left)">
                                      <p:cBhvr>
                                        <p:cTn id="38" dur="500"/>
                                        <p:tgtEl>
                                          <p:spTgt spid="79156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91561"/>
                                        </p:tgtEl>
                                        <p:attrNameLst>
                                          <p:attrName>style.visibility</p:attrName>
                                        </p:attrNameLst>
                                      </p:cBhvr>
                                      <p:to>
                                        <p:strVal val="visible"/>
                                      </p:to>
                                    </p:set>
                                    <p:animEffect transition="in" filter="wipe(left)">
                                      <p:cBhvr>
                                        <p:cTn id="43" dur="500"/>
                                        <p:tgtEl>
                                          <p:spTgt spid="791561"/>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791563"/>
                                        </p:tgtEl>
                                        <p:attrNameLst>
                                          <p:attrName>style.visibility</p:attrName>
                                        </p:attrNameLst>
                                      </p:cBhvr>
                                      <p:to>
                                        <p:strVal val="visible"/>
                                      </p:to>
                                    </p:set>
                                    <p:animEffect transition="in" filter="wipe(left)">
                                      <p:cBhvr>
                                        <p:cTn id="47" dur="500"/>
                                        <p:tgtEl>
                                          <p:spTgt spid="791563"/>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791566"/>
                                        </p:tgtEl>
                                        <p:attrNameLst>
                                          <p:attrName>style.visibility</p:attrName>
                                        </p:attrNameLst>
                                      </p:cBhvr>
                                      <p:to>
                                        <p:strVal val="visible"/>
                                      </p:to>
                                    </p:set>
                                    <p:animEffect transition="in" filter="wipe(left)">
                                      <p:cBhvr>
                                        <p:cTn id="51" dur="500"/>
                                        <p:tgtEl>
                                          <p:spTgt spid="791566"/>
                                        </p:tgtEl>
                                      </p:cBhvr>
                                    </p:animEffect>
                                  </p:childTnLst>
                                </p:cTn>
                              </p:par>
                            </p:childTnLst>
                          </p:cTn>
                        </p:par>
                        <p:par>
                          <p:cTn id="52" fill="hold">
                            <p:stCondLst>
                              <p:cond delay="1500"/>
                            </p:stCondLst>
                            <p:childTnLst>
                              <p:par>
                                <p:cTn id="53" presetID="22" presetClass="entr" presetSubtype="8" fill="hold" nodeType="afterEffect">
                                  <p:stCondLst>
                                    <p:cond delay="0"/>
                                  </p:stCondLst>
                                  <p:childTnLst>
                                    <p:set>
                                      <p:cBhvr>
                                        <p:cTn id="54" dur="1" fill="hold">
                                          <p:stCondLst>
                                            <p:cond delay="0"/>
                                          </p:stCondLst>
                                        </p:cTn>
                                        <p:tgtEl>
                                          <p:spTgt spid="791565"/>
                                        </p:tgtEl>
                                        <p:attrNameLst>
                                          <p:attrName>style.visibility</p:attrName>
                                        </p:attrNameLst>
                                      </p:cBhvr>
                                      <p:to>
                                        <p:strVal val="visible"/>
                                      </p:to>
                                    </p:set>
                                    <p:animEffect transition="in" filter="wipe(left)">
                                      <p:cBhvr>
                                        <p:cTn id="55" dur="500"/>
                                        <p:tgtEl>
                                          <p:spTgt spid="791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5" grpId="0"/>
      <p:bldP spid="791558" grpId="0"/>
      <p:bldP spid="791559" grpId="0"/>
      <p:bldP spid="791560" grpId="0"/>
      <p:bldP spid="791561" grpId="0"/>
      <p:bldP spid="7915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0285" name="Text Box 13"/>
          <p:cNvSpPr txBox="1"/>
          <p:nvPr/>
        </p:nvSpPr>
        <p:spPr>
          <a:xfrm>
            <a:off x="304800" y="1470025"/>
            <a:ext cx="3886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0000FF"/>
                </a:solidFill>
                <a:latin typeface="Times New Roman" panose="02020603050405020304" pitchFamily="18" charset="0"/>
                <a:ea typeface="华文中宋" panose="02010600040101010101" pitchFamily="2" charset="-122"/>
              </a:rPr>
              <a:t>复数的</a:t>
            </a:r>
            <a:r>
              <a:rPr lang="en-US" altLang="zh-CN" sz="2800" b="1" dirty="0">
                <a:solidFill>
                  <a:srgbClr val="0000FF"/>
                </a:solidFill>
                <a:latin typeface="Times New Roman" panose="02020603050405020304" pitchFamily="18" charset="0"/>
                <a:ea typeface="华文中宋" panose="02010600040101010101" pitchFamily="2" charset="-122"/>
              </a:rPr>
              <a:t>3</a:t>
            </a:r>
            <a:r>
              <a:rPr lang="zh-CN" altLang="en-US" sz="2800" b="1" dirty="0">
                <a:solidFill>
                  <a:srgbClr val="0000FF"/>
                </a:solidFill>
                <a:latin typeface="Times New Roman" panose="02020603050405020304" pitchFamily="18" charset="0"/>
                <a:ea typeface="华文中宋" panose="02010600040101010101" pitchFamily="2" charset="-122"/>
              </a:rPr>
              <a:t>种表示方式：</a:t>
            </a:r>
            <a:endParaRPr lang="zh-CN" altLang="en-US" sz="2800" b="1" dirty="0">
              <a:solidFill>
                <a:srgbClr val="0000FF"/>
              </a:solidFill>
              <a:latin typeface="Times New Roman" panose="02020603050405020304" pitchFamily="18" charset="0"/>
              <a:ea typeface="华文中宋" panose="02010600040101010101" pitchFamily="2" charset="-122"/>
            </a:endParaRPr>
          </a:p>
        </p:txBody>
      </p:sp>
      <p:graphicFrame>
        <p:nvGraphicFramePr>
          <p:cNvPr id="950286" name="Object 14"/>
          <p:cNvGraphicFramePr>
            <a:graphicFrameLocks noChangeAspect="1"/>
          </p:cNvGraphicFramePr>
          <p:nvPr/>
        </p:nvGraphicFramePr>
        <p:xfrm>
          <a:off x="1600200" y="2362200"/>
          <a:ext cx="2209800" cy="666750"/>
        </p:xfrm>
        <a:graphic>
          <a:graphicData uri="http://schemas.openxmlformats.org/presentationml/2006/ole">
            <mc:AlternateContent xmlns:mc="http://schemas.openxmlformats.org/markup-compatibility/2006">
              <mc:Choice xmlns:v="urn:schemas-microsoft-com:vml" Requires="v">
                <p:oleObj spid="_x0000_s3096" name="" r:id="rId1" imgW="673100" imgH="203200" progId="Equation.DSMT4">
                  <p:embed/>
                </p:oleObj>
              </mc:Choice>
              <mc:Fallback>
                <p:oleObj name="" r:id="rId1" imgW="673100" imgH="203200" progId="Equation.DSMT4">
                  <p:embed/>
                  <p:pic>
                    <p:nvPicPr>
                      <p:cNvPr id="0" name="图片 3095"/>
                      <p:cNvPicPr/>
                      <p:nvPr/>
                    </p:nvPicPr>
                    <p:blipFill>
                      <a:blip r:embed="rId2"/>
                      <a:stretch>
                        <a:fillRect/>
                      </a:stretch>
                    </p:blipFill>
                    <p:spPr>
                      <a:xfrm>
                        <a:off x="1600200" y="2362200"/>
                        <a:ext cx="2209800" cy="666750"/>
                      </a:xfrm>
                      <a:prstGeom prst="rect">
                        <a:avLst/>
                      </a:prstGeom>
                      <a:noFill/>
                      <a:ln w="38100">
                        <a:noFill/>
                        <a:miter/>
                      </a:ln>
                    </p:spPr>
                  </p:pic>
                </p:oleObj>
              </mc:Fallback>
            </mc:AlternateContent>
          </a:graphicData>
        </a:graphic>
      </p:graphicFrame>
      <p:graphicFrame>
        <p:nvGraphicFramePr>
          <p:cNvPr id="950287" name="Object 15"/>
          <p:cNvGraphicFramePr>
            <a:graphicFrameLocks noChangeAspect="1"/>
          </p:cNvGraphicFramePr>
          <p:nvPr/>
        </p:nvGraphicFramePr>
        <p:xfrm>
          <a:off x="1524000" y="3124200"/>
          <a:ext cx="2286000" cy="895350"/>
        </p:xfrm>
        <a:graphic>
          <a:graphicData uri="http://schemas.openxmlformats.org/presentationml/2006/ole">
            <mc:AlternateContent xmlns:mc="http://schemas.openxmlformats.org/markup-compatibility/2006">
              <mc:Choice xmlns:v="urn:schemas-microsoft-com:vml" Requires="v">
                <p:oleObj spid="_x0000_s3099" name="" r:id="rId3" imgW="647700" imgH="254000" progId="Equation.DSMT4">
                  <p:embed/>
                </p:oleObj>
              </mc:Choice>
              <mc:Fallback>
                <p:oleObj name="" r:id="rId3" imgW="647700" imgH="254000" progId="Equation.DSMT4">
                  <p:embed/>
                  <p:pic>
                    <p:nvPicPr>
                      <p:cNvPr id="0" name="图片 3098"/>
                      <p:cNvPicPr/>
                      <p:nvPr/>
                    </p:nvPicPr>
                    <p:blipFill>
                      <a:blip r:embed="rId4"/>
                      <a:stretch>
                        <a:fillRect/>
                      </a:stretch>
                    </p:blipFill>
                    <p:spPr>
                      <a:xfrm>
                        <a:off x="1524000" y="3124200"/>
                        <a:ext cx="2286000" cy="895350"/>
                      </a:xfrm>
                      <a:prstGeom prst="rect">
                        <a:avLst/>
                      </a:prstGeom>
                      <a:noFill/>
                      <a:ln w="38100">
                        <a:noFill/>
                        <a:miter/>
                      </a:ln>
                    </p:spPr>
                  </p:pic>
                </p:oleObj>
              </mc:Fallback>
            </mc:AlternateContent>
          </a:graphicData>
        </a:graphic>
      </p:graphicFrame>
      <p:graphicFrame>
        <p:nvGraphicFramePr>
          <p:cNvPr id="950288" name="Object 16"/>
          <p:cNvGraphicFramePr>
            <a:graphicFrameLocks noChangeAspect="1"/>
          </p:cNvGraphicFramePr>
          <p:nvPr/>
        </p:nvGraphicFramePr>
        <p:xfrm>
          <a:off x="1447800" y="4114800"/>
          <a:ext cx="2743200" cy="996950"/>
        </p:xfrm>
        <a:graphic>
          <a:graphicData uri="http://schemas.openxmlformats.org/presentationml/2006/ole">
            <mc:AlternateContent xmlns:mc="http://schemas.openxmlformats.org/markup-compatibility/2006">
              <mc:Choice xmlns:v="urn:schemas-microsoft-com:vml" Requires="v">
                <p:oleObj spid="_x0000_s3100" name="" r:id="rId5" imgW="698500" imgH="254000" progId="Equation.DSMT4">
                  <p:embed/>
                </p:oleObj>
              </mc:Choice>
              <mc:Fallback>
                <p:oleObj name="" r:id="rId5" imgW="698500" imgH="254000" progId="Equation.DSMT4">
                  <p:embed/>
                  <p:pic>
                    <p:nvPicPr>
                      <p:cNvPr id="0" name="图片 3099"/>
                      <p:cNvPicPr/>
                      <p:nvPr/>
                    </p:nvPicPr>
                    <p:blipFill>
                      <a:blip r:embed="rId6"/>
                      <a:stretch>
                        <a:fillRect/>
                      </a:stretch>
                    </p:blipFill>
                    <p:spPr>
                      <a:xfrm>
                        <a:off x="1447800" y="4114800"/>
                        <a:ext cx="2743200" cy="996950"/>
                      </a:xfrm>
                      <a:prstGeom prst="rect">
                        <a:avLst/>
                      </a:prstGeom>
                      <a:noFill/>
                      <a:ln w="38100">
                        <a:noFill/>
                        <a:miter/>
                      </a:ln>
                    </p:spPr>
                  </p:pic>
                </p:oleObj>
              </mc:Fallback>
            </mc:AlternateContent>
          </a:graphicData>
        </a:graphic>
      </p:graphicFrame>
      <p:sp>
        <p:nvSpPr>
          <p:cNvPr id="950289" name="AutoShape 17"/>
          <p:cNvSpPr/>
          <p:nvPr/>
        </p:nvSpPr>
        <p:spPr>
          <a:xfrm>
            <a:off x="5029200" y="2133600"/>
            <a:ext cx="2057400" cy="533400"/>
          </a:xfrm>
          <a:prstGeom prst="wedgeRoundRectCallout">
            <a:avLst>
              <a:gd name="adj1" fmla="val -108718"/>
              <a:gd name="adj2" fmla="val 49106"/>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代数形式</a:t>
            </a:r>
            <a:endParaRPr lang="zh-CN" altLang="en-US" sz="2800" b="1" dirty="0">
              <a:solidFill>
                <a:srgbClr val="FF0000"/>
              </a:solidFill>
              <a:latin typeface="Times New Roman" panose="02020603050405020304" pitchFamily="18" charset="0"/>
              <a:ea typeface="华文中宋" panose="02010600040101010101" pitchFamily="2" charset="-122"/>
            </a:endParaRPr>
          </a:p>
        </p:txBody>
      </p:sp>
      <p:sp>
        <p:nvSpPr>
          <p:cNvPr id="950290" name="AutoShape 18"/>
          <p:cNvSpPr/>
          <p:nvPr/>
        </p:nvSpPr>
        <p:spPr>
          <a:xfrm>
            <a:off x="5105400" y="2895600"/>
            <a:ext cx="2057400" cy="533400"/>
          </a:xfrm>
          <a:prstGeom prst="wedgeRoundRectCallout">
            <a:avLst>
              <a:gd name="adj1" fmla="val -109259"/>
              <a:gd name="adj2" fmla="val 49106"/>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指数形式</a:t>
            </a:r>
            <a:endParaRPr lang="zh-CN" altLang="en-US" sz="2800" b="1" dirty="0">
              <a:solidFill>
                <a:srgbClr val="FF0000"/>
              </a:solidFill>
              <a:latin typeface="Times New Roman" panose="02020603050405020304" pitchFamily="18" charset="0"/>
              <a:ea typeface="华文中宋" panose="02010600040101010101" pitchFamily="2" charset="-122"/>
            </a:endParaRPr>
          </a:p>
        </p:txBody>
      </p:sp>
      <p:sp>
        <p:nvSpPr>
          <p:cNvPr id="950291" name="AutoShape 19"/>
          <p:cNvSpPr/>
          <p:nvPr/>
        </p:nvSpPr>
        <p:spPr>
          <a:xfrm>
            <a:off x="5105400" y="3733800"/>
            <a:ext cx="2362200" cy="533400"/>
          </a:xfrm>
          <a:prstGeom prst="wedgeRoundRectCallout">
            <a:avLst>
              <a:gd name="adj1" fmla="val -89653"/>
              <a:gd name="adj2" fmla="val 12946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极坐标形式</a:t>
            </a:r>
            <a:endParaRPr lang="zh-CN" altLang="en-US" sz="28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0285"/>
                                        </p:tgtEl>
                                        <p:attrNameLst>
                                          <p:attrName>style.visibility</p:attrName>
                                        </p:attrNameLst>
                                      </p:cBhvr>
                                      <p:to>
                                        <p:strVal val="visible"/>
                                      </p:to>
                                    </p:set>
                                    <p:animEffect transition="in" filter="wipe(left)">
                                      <p:cBhvr>
                                        <p:cTn id="7" dur="500"/>
                                        <p:tgtEl>
                                          <p:spTgt spid="9502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50286"/>
                                        </p:tgtEl>
                                        <p:attrNameLst>
                                          <p:attrName>style.visibility</p:attrName>
                                        </p:attrNameLst>
                                      </p:cBhvr>
                                      <p:to>
                                        <p:strVal val="visible"/>
                                      </p:to>
                                    </p:set>
                                    <p:animEffect transition="in" filter="wipe(left)">
                                      <p:cBhvr>
                                        <p:cTn id="12" dur="500"/>
                                        <p:tgtEl>
                                          <p:spTgt spid="9502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0287"/>
                                        </p:tgtEl>
                                        <p:attrNameLst>
                                          <p:attrName>style.visibility</p:attrName>
                                        </p:attrNameLst>
                                      </p:cBhvr>
                                      <p:to>
                                        <p:strVal val="visible"/>
                                      </p:to>
                                    </p:set>
                                    <p:animEffect transition="in" filter="wipe(left)">
                                      <p:cBhvr>
                                        <p:cTn id="17" dur="500"/>
                                        <p:tgtEl>
                                          <p:spTgt spid="9502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50288"/>
                                        </p:tgtEl>
                                        <p:attrNameLst>
                                          <p:attrName>style.visibility</p:attrName>
                                        </p:attrNameLst>
                                      </p:cBhvr>
                                      <p:to>
                                        <p:strVal val="visible"/>
                                      </p:to>
                                    </p:set>
                                    <p:animEffect transition="in" filter="wipe(left)">
                                      <p:cBhvr>
                                        <p:cTn id="22" dur="500"/>
                                        <p:tgtEl>
                                          <p:spTgt spid="9502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0289"/>
                                        </p:tgtEl>
                                        <p:attrNameLst>
                                          <p:attrName>style.visibility</p:attrName>
                                        </p:attrNameLst>
                                      </p:cBhvr>
                                      <p:to>
                                        <p:strVal val="visible"/>
                                      </p:to>
                                    </p:set>
                                    <p:animEffect transition="in" filter="wipe(left)">
                                      <p:cBhvr>
                                        <p:cTn id="27" dur="500"/>
                                        <p:tgtEl>
                                          <p:spTgt spid="95028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50290"/>
                                        </p:tgtEl>
                                        <p:attrNameLst>
                                          <p:attrName>style.visibility</p:attrName>
                                        </p:attrNameLst>
                                      </p:cBhvr>
                                      <p:to>
                                        <p:strVal val="visible"/>
                                      </p:to>
                                    </p:set>
                                    <p:animEffect transition="in" filter="wipe(left)">
                                      <p:cBhvr>
                                        <p:cTn id="31" dur="500"/>
                                        <p:tgtEl>
                                          <p:spTgt spid="950290"/>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950291"/>
                                        </p:tgtEl>
                                        <p:attrNameLst>
                                          <p:attrName>style.visibility</p:attrName>
                                        </p:attrNameLst>
                                      </p:cBhvr>
                                      <p:to>
                                        <p:strVal val="visible"/>
                                      </p:to>
                                    </p:set>
                                    <p:animEffect transition="in" filter="wipe(left)">
                                      <p:cBhvr>
                                        <p:cTn id="35" dur="500"/>
                                        <p:tgtEl>
                                          <p:spTgt spid="950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85" grpId="0"/>
      <p:bldP spid="950289" grpId="0" animBg="1"/>
      <p:bldP spid="950290" grpId="0" animBg="1"/>
      <p:bldP spid="95029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1298" name="Text Box 2"/>
          <p:cNvSpPr txBox="1"/>
          <p:nvPr/>
        </p:nvSpPr>
        <p:spPr>
          <a:xfrm>
            <a:off x="228600" y="381000"/>
            <a:ext cx="5181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solidFill>
                  <a:srgbClr val="0000FF"/>
                </a:solidFill>
                <a:latin typeface="Times New Roman" panose="02020603050405020304" pitchFamily="18" charset="0"/>
                <a:ea typeface="华文中宋" panose="02010600040101010101" pitchFamily="2" charset="-122"/>
              </a:rPr>
              <a:t>3</a:t>
            </a:r>
            <a:r>
              <a:rPr lang="zh-CN" altLang="en-US" sz="2800" b="1" dirty="0">
                <a:solidFill>
                  <a:srgbClr val="0000FF"/>
                </a:solidFill>
                <a:latin typeface="Times New Roman" panose="02020603050405020304" pitchFamily="18" charset="0"/>
                <a:ea typeface="华文中宋" panose="02010600040101010101" pitchFamily="2" charset="-122"/>
              </a:rPr>
              <a:t>种表示形式间的相互转换：</a:t>
            </a:r>
            <a:endParaRPr lang="zh-CN" altLang="en-US" sz="2800" b="1" dirty="0">
              <a:solidFill>
                <a:srgbClr val="0000FF"/>
              </a:solidFill>
              <a:latin typeface="Times New Roman" panose="02020603050405020304" pitchFamily="18" charset="0"/>
              <a:ea typeface="华文中宋" panose="02010600040101010101" pitchFamily="2" charset="-122"/>
            </a:endParaRPr>
          </a:p>
        </p:txBody>
      </p:sp>
      <p:grpSp>
        <p:nvGrpSpPr>
          <p:cNvPr id="2" name="Group 3"/>
          <p:cNvGrpSpPr/>
          <p:nvPr/>
        </p:nvGrpSpPr>
        <p:grpSpPr>
          <a:xfrm>
            <a:off x="533400" y="914400"/>
            <a:ext cx="1905000" cy="1828800"/>
            <a:chOff x="384" y="1200"/>
            <a:chExt cx="1200" cy="1152"/>
          </a:xfrm>
        </p:grpSpPr>
        <p:sp>
          <p:nvSpPr>
            <p:cNvPr id="20509" name="Oval 4"/>
            <p:cNvSpPr/>
            <p:nvPr/>
          </p:nvSpPr>
          <p:spPr>
            <a:xfrm>
              <a:off x="384" y="1200"/>
              <a:ext cx="1200" cy="1152"/>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20510" name="Text Box 5"/>
            <p:cNvSpPr txBox="1"/>
            <p:nvPr/>
          </p:nvSpPr>
          <p:spPr>
            <a:xfrm>
              <a:off x="576" y="1440"/>
              <a:ext cx="76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FF"/>
                  </a:solidFill>
                  <a:latin typeface="Times New Roman" panose="02020603050405020304" pitchFamily="18" charset="0"/>
                  <a:ea typeface="华文中宋" panose="02010600040101010101" pitchFamily="2" charset="-122"/>
                </a:rPr>
                <a:t>代数形式</a:t>
              </a:r>
              <a:endParaRPr lang="zh-CN" altLang="en-US" sz="1800" b="1" dirty="0">
                <a:solidFill>
                  <a:srgbClr val="0000FF"/>
                </a:solidFill>
                <a:latin typeface="Times New Roman" panose="02020603050405020304" pitchFamily="18" charset="0"/>
                <a:ea typeface="华文中宋" panose="02010600040101010101" pitchFamily="2" charset="-122"/>
              </a:endParaRPr>
            </a:p>
          </p:txBody>
        </p:sp>
        <p:graphicFrame>
          <p:nvGraphicFramePr>
            <p:cNvPr id="20511" name="Object 6"/>
            <p:cNvGraphicFramePr>
              <a:graphicFrameLocks noChangeAspect="1"/>
            </p:cNvGraphicFramePr>
            <p:nvPr/>
          </p:nvGraphicFramePr>
          <p:xfrm>
            <a:off x="576" y="1776"/>
            <a:ext cx="816" cy="246"/>
          </p:xfrm>
          <a:graphic>
            <a:graphicData uri="http://schemas.openxmlformats.org/presentationml/2006/ole">
              <mc:AlternateContent xmlns:mc="http://schemas.openxmlformats.org/markup-compatibility/2006">
                <mc:Choice xmlns:v="urn:schemas-microsoft-com:vml" Requires="v">
                  <p:oleObj spid="_x0000_s3101" name="" r:id="rId1" imgW="673100" imgH="203200" progId="Equation.DSMT4">
                    <p:embed/>
                  </p:oleObj>
                </mc:Choice>
                <mc:Fallback>
                  <p:oleObj name="" r:id="rId1" imgW="673100" imgH="203200" progId="Equation.DSMT4">
                    <p:embed/>
                    <p:pic>
                      <p:nvPicPr>
                        <p:cNvPr id="0" name="图片 3100"/>
                        <p:cNvPicPr/>
                        <p:nvPr/>
                      </p:nvPicPr>
                      <p:blipFill>
                        <a:blip r:embed="rId2"/>
                        <a:stretch>
                          <a:fillRect/>
                        </a:stretch>
                      </p:blipFill>
                      <p:spPr>
                        <a:xfrm>
                          <a:off x="576" y="1776"/>
                          <a:ext cx="816" cy="246"/>
                        </a:xfrm>
                        <a:prstGeom prst="rect">
                          <a:avLst/>
                        </a:prstGeom>
                        <a:noFill/>
                        <a:ln w="38100">
                          <a:noFill/>
                          <a:miter/>
                        </a:ln>
                      </p:spPr>
                    </p:pic>
                  </p:oleObj>
                </mc:Fallback>
              </mc:AlternateContent>
            </a:graphicData>
          </a:graphic>
        </p:graphicFrame>
      </p:grpSp>
      <p:grpSp>
        <p:nvGrpSpPr>
          <p:cNvPr id="3" name="Group 7"/>
          <p:cNvGrpSpPr/>
          <p:nvPr/>
        </p:nvGrpSpPr>
        <p:grpSpPr>
          <a:xfrm>
            <a:off x="7086600" y="1066800"/>
            <a:ext cx="1828800" cy="1752600"/>
            <a:chOff x="4272" y="1344"/>
            <a:chExt cx="1152" cy="1104"/>
          </a:xfrm>
        </p:grpSpPr>
        <p:sp>
          <p:nvSpPr>
            <p:cNvPr id="20506" name="Oval 8"/>
            <p:cNvSpPr/>
            <p:nvPr/>
          </p:nvSpPr>
          <p:spPr>
            <a:xfrm>
              <a:off x="4272" y="1344"/>
              <a:ext cx="1152" cy="110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20507" name="Text Box 9"/>
            <p:cNvSpPr txBox="1"/>
            <p:nvPr/>
          </p:nvSpPr>
          <p:spPr>
            <a:xfrm>
              <a:off x="4464" y="1584"/>
              <a:ext cx="720"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FF"/>
                  </a:solidFill>
                  <a:latin typeface="Times New Roman" panose="02020603050405020304" pitchFamily="18" charset="0"/>
                  <a:ea typeface="华文中宋" panose="02010600040101010101" pitchFamily="2" charset="-122"/>
                </a:rPr>
                <a:t>指数形式</a:t>
              </a:r>
              <a:endParaRPr lang="zh-CN" altLang="en-US" sz="1800" b="1" dirty="0">
                <a:solidFill>
                  <a:srgbClr val="0000FF"/>
                </a:solidFill>
                <a:latin typeface="Times New Roman" panose="02020603050405020304" pitchFamily="18" charset="0"/>
                <a:ea typeface="华文中宋" panose="02010600040101010101" pitchFamily="2" charset="-122"/>
              </a:endParaRPr>
            </a:p>
          </p:txBody>
        </p:sp>
        <p:graphicFrame>
          <p:nvGraphicFramePr>
            <p:cNvPr id="20508" name="Object 10"/>
            <p:cNvGraphicFramePr>
              <a:graphicFrameLocks noChangeAspect="1"/>
            </p:cNvGraphicFramePr>
            <p:nvPr/>
          </p:nvGraphicFramePr>
          <p:xfrm>
            <a:off x="4464" y="1920"/>
            <a:ext cx="732" cy="287"/>
          </p:xfrm>
          <a:graphic>
            <a:graphicData uri="http://schemas.openxmlformats.org/presentationml/2006/ole">
              <mc:AlternateContent xmlns:mc="http://schemas.openxmlformats.org/markup-compatibility/2006">
                <mc:Choice xmlns:v="urn:schemas-microsoft-com:vml" Requires="v">
                  <p:oleObj spid="_x0000_s3094" name="" r:id="rId3" imgW="647700" imgH="254000" progId="Equation.DSMT4">
                    <p:embed/>
                  </p:oleObj>
                </mc:Choice>
                <mc:Fallback>
                  <p:oleObj name="" r:id="rId3" imgW="647700" imgH="254000" progId="Equation.DSMT4">
                    <p:embed/>
                    <p:pic>
                      <p:nvPicPr>
                        <p:cNvPr id="0" name="图片 3093"/>
                        <p:cNvPicPr/>
                        <p:nvPr/>
                      </p:nvPicPr>
                      <p:blipFill>
                        <a:blip r:embed="rId4"/>
                        <a:stretch>
                          <a:fillRect/>
                        </a:stretch>
                      </p:blipFill>
                      <p:spPr>
                        <a:xfrm>
                          <a:off x="4464" y="1920"/>
                          <a:ext cx="732" cy="287"/>
                        </a:xfrm>
                        <a:prstGeom prst="rect">
                          <a:avLst/>
                        </a:prstGeom>
                        <a:noFill/>
                        <a:ln w="38100">
                          <a:noFill/>
                          <a:miter/>
                        </a:ln>
                      </p:spPr>
                    </p:pic>
                  </p:oleObj>
                </mc:Fallback>
              </mc:AlternateContent>
            </a:graphicData>
          </a:graphic>
        </p:graphicFrame>
      </p:grpSp>
      <p:grpSp>
        <p:nvGrpSpPr>
          <p:cNvPr id="4" name="Group 11"/>
          <p:cNvGrpSpPr/>
          <p:nvPr/>
        </p:nvGrpSpPr>
        <p:grpSpPr>
          <a:xfrm>
            <a:off x="3810000" y="5105400"/>
            <a:ext cx="1828800" cy="1752600"/>
            <a:chOff x="2400" y="3216"/>
            <a:chExt cx="1152" cy="1104"/>
          </a:xfrm>
        </p:grpSpPr>
        <p:sp>
          <p:nvSpPr>
            <p:cNvPr id="20503" name="Oval 12"/>
            <p:cNvSpPr/>
            <p:nvPr/>
          </p:nvSpPr>
          <p:spPr>
            <a:xfrm>
              <a:off x="2400" y="3216"/>
              <a:ext cx="1104" cy="1104"/>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20504" name="Text Box 13"/>
            <p:cNvSpPr txBox="1"/>
            <p:nvPr/>
          </p:nvSpPr>
          <p:spPr>
            <a:xfrm>
              <a:off x="2544" y="3465"/>
              <a:ext cx="10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FF"/>
                  </a:solidFill>
                  <a:latin typeface="Times New Roman" panose="02020603050405020304" pitchFamily="18" charset="0"/>
                  <a:ea typeface="华文中宋" panose="02010600040101010101" pitchFamily="2" charset="-122"/>
                </a:rPr>
                <a:t>极坐标形式</a:t>
              </a:r>
              <a:endParaRPr lang="zh-CN" altLang="en-US" sz="1800" b="1" dirty="0">
                <a:solidFill>
                  <a:srgbClr val="0000FF"/>
                </a:solidFill>
                <a:latin typeface="Times New Roman" panose="02020603050405020304" pitchFamily="18" charset="0"/>
                <a:ea typeface="华文中宋" panose="02010600040101010101" pitchFamily="2" charset="-122"/>
              </a:endParaRPr>
            </a:p>
          </p:txBody>
        </p:sp>
        <p:graphicFrame>
          <p:nvGraphicFramePr>
            <p:cNvPr id="20505" name="Object 14"/>
            <p:cNvGraphicFramePr>
              <a:graphicFrameLocks noChangeAspect="1"/>
            </p:cNvGraphicFramePr>
            <p:nvPr/>
          </p:nvGraphicFramePr>
          <p:xfrm>
            <a:off x="2544" y="3744"/>
            <a:ext cx="844" cy="307"/>
          </p:xfrm>
          <a:graphic>
            <a:graphicData uri="http://schemas.openxmlformats.org/presentationml/2006/ole">
              <mc:AlternateContent xmlns:mc="http://schemas.openxmlformats.org/markup-compatibility/2006">
                <mc:Choice xmlns:v="urn:schemas-microsoft-com:vml" Requires="v">
                  <p:oleObj spid="_x0000_s3095" name="" r:id="rId5" imgW="698500" imgH="254000" progId="Equation.DSMT4">
                    <p:embed/>
                  </p:oleObj>
                </mc:Choice>
                <mc:Fallback>
                  <p:oleObj name="" r:id="rId5" imgW="698500" imgH="254000" progId="Equation.DSMT4">
                    <p:embed/>
                    <p:pic>
                      <p:nvPicPr>
                        <p:cNvPr id="0" name="图片 3094"/>
                        <p:cNvPicPr/>
                        <p:nvPr/>
                      </p:nvPicPr>
                      <p:blipFill>
                        <a:blip r:embed="rId6"/>
                        <a:stretch>
                          <a:fillRect/>
                        </a:stretch>
                      </p:blipFill>
                      <p:spPr>
                        <a:xfrm>
                          <a:off x="2544" y="3744"/>
                          <a:ext cx="844" cy="307"/>
                        </a:xfrm>
                        <a:prstGeom prst="rect">
                          <a:avLst/>
                        </a:prstGeom>
                        <a:noFill/>
                        <a:ln w="38100">
                          <a:noFill/>
                          <a:miter/>
                        </a:ln>
                      </p:spPr>
                    </p:pic>
                  </p:oleObj>
                </mc:Fallback>
              </mc:AlternateContent>
            </a:graphicData>
          </a:graphic>
        </p:graphicFrame>
      </p:grpSp>
      <p:grpSp>
        <p:nvGrpSpPr>
          <p:cNvPr id="5" name="Group 15"/>
          <p:cNvGrpSpPr/>
          <p:nvPr/>
        </p:nvGrpSpPr>
        <p:grpSpPr>
          <a:xfrm>
            <a:off x="2590800" y="914400"/>
            <a:ext cx="4495800" cy="762000"/>
            <a:chOff x="1632" y="816"/>
            <a:chExt cx="2592" cy="480"/>
          </a:xfrm>
        </p:grpSpPr>
        <p:sp>
          <p:nvSpPr>
            <p:cNvPr id="20501" name="Line 16"/>
            <p:cNvSpPr/>
            <p:nvPr/>
          </p:nvSpPr>
          <p:spPr>
            <a:xfrm>
              <a:off x="1632" y="1294"/>
              <a:ext cx="2592" cy="0"/>
            </a:xfrm>
            <a:prstGeom prst="line">
              <a:avLst/>
            </a:prstGeom>
            <a:ln w="50800" cap="flat" cmpd="sng">
              <a:solidFill>
                <a:schemeClr val="tx1"/>
              </a:solidFill>
              <a:prstDash val="solid"/>
              <a:headEnd type="none" w="med" len="med"/>
              <a:tailEnd type="stealth" w="lg" len="lg"/>
            </a:ln>
          </p:spPr>
        </p:sp>
        <p:graphicFrame>
          <p:nvGraphicFramePr>
            <p:cNvPr id="20502" name="Object 17"/>
            <p:cNvGraphicFramePr>
              <a:graphicFrameLocks noChangeAspect="1"/>
            </p:cNvGraphicFramePr>
            <p:nvPr/>
          </p:nvGraphicFramePr>
          <p:xfrm>
            <a:off x="1920" y="816"/>
            <a:ext cx="2068" cy="480"/>
          </p:xfrm>
          <a:graphic>
            <a:graphicData uri="http://schemas.openxmlformats.org/presentationml/2006/ole">
              <mc:AlternateContent xmlns:mc="http://schemas.openxmlformats.org/markup-compatibility/2006">
                <mc:Choice xmlns:v="urn:schemas-microsoft-com:vml" Requires="v">
                  <p:oleObj spid="_x0000_s3097" name="" r:id="rId7" imgW="1688465" imgH="393700" progId="Equation.DSMT4">
                    <p:embed/>
                  </p:oleObj>
                </mc:Choice>
                <mc:Fallback>
                  <p:oleObj name="" r:id="rId7" imgW="1688465" imgH="393700" progId="Equation.DSMT4">
                    <p:embed/>
                    <p:pic>
                      <p:nvPicPr>
                        <p:cNvPr id="0" name="图片 3096"/>
                        <p:cNvPicPr/>
                        <p:nvPr/>
                      </p:nvPicPr>
                      <p:blipFill>
                        <a:blip r:embed="rId8"/>
                        <a:stretch>
                          <a:fillRect/>
                        </a:stretch>
                      </p:blipFill>
                      <p:spPr>
                        <a:xfrm>
                          <a:off x="1920" y="816"/>
                          <a:ext cx="2068" cy="480"/>
                        </a:xfrm>
                        <a:prstGeom prst="rect">
                          <a:avLst/>
                        </a:prstGeom>
                        <a:noFill/>
                        <a:ln w="38100">
                          <a:noFill/>
                          <a:miter/>
                        </a:ln>
                      </p:spPr>
                    </p:pic>
                  </p:oleObj>
                </mc:Fallback>
              </mc:AlternateContent>
            </a:graphicData>
          </a:graphic>
        </p:graphicFrame>
      </p:grpSp>
      <p:grpSp>
        <p:nvGrpSpPr>
          <p:cNvPr id="6" name="Group 18"/>
          <p:cNvGrpSpPr/>
          <p:nvPr/>
        </p:nvGrpSpPr>
        <p:grpSpPr>
          <a:xfrm>
            <a:off x="2590800" y="1981200"/>
            <a:ext cx="4419600" cy="635000"/>
            <a:chOff x="1584" y="1536"/>
            <a:chExt cx="2640" cy="400"/>
          </a:xfrm>
        </p:grpSpPr>
        <p:sp>
          <p:nvSpPr>
            <p:cNvPr id="20499" name="Line 19"/>
            <p:cNvSpPr/>
            <p:nvPr/>
          </p:nvSpPr>
          <p:spPr>
            <a:xfrm flipH="1">
              <a:off x="1584" y="1536"/>
              <a:ext cx="2592" cy="0"/>
            </a:xfrm>
            <a:prstGeom prst="line">
              <a:avLst/>
            </a:prstGeom>
            <a:ln w="50800" cap="flat" cmpd="sng">
              <a:solidFill>
                <a:schemeClr val="tx1"/>
              </a:solidFill>
              <a:prstDash val="solid"/>
              <a:headEnd type="none" w="med" len="med"/>
              <a:tailEnd type="stealth" w="lg" len="lg"/>
            </a:ln>
          </p:spPr>
        </p:sp>
        <p:graphicFrame>
          <p:nvGraphicFramePr>
            <p:cNvPr id="20500" name="Object 20"/>
            <p:cNvGraphicFramePr>
              <a:graphicFrameLocks noChangeAspect="1"/>
            </p:cNvGraphicFramePr>
            <p:nvPr/>
          </p:nvGraphicFramePr>
          <p:xfrm>
            <a:off x="1824" y="1536"/>
            <a:ext cx="2400" cy="400"/>
          </p:xfrm>
          <a:graphic>
            <a:graphicData uri="http://schemas.openxmlformats.org/presentationml/2006/ole">
              <mc:AlternateContent xmlns:mc="http://schemas.openxmlformats.org/markup-compatibility/2006">
                <mc:Choice xmlns:v="urn:schemas-microsoft-com:vml" Requires="v">
                  <p:oleObj spid="_x0000_s3098" name="" r:id="rId9" imgW="1524000" imgH="254000" progId="Equation.DSMT4">
                    <p:embed/>
                  </p:oleObj>
                </mc:Choice>
                <mc:Fallback>
                  <p:oleObj name="" r:id="rId9" imgW="1524000" imgH="254000" progId="Equation.DSMT4">
                    <p:embed/>
                    <p:pic>
                      <p:nvPicPr>
                        <p:cNvPr id="0" name="图片 3097"/>
                        <p:cNvPicPr/>
                        <p:nvPr/>
                      </p:nvPicPr>
                      <p:blipFill>
                        <a:blip r:embed="rId10"/>
                        <a:stretch>
                          <a:fillRect/>
                        </a:stretch>
                      </p:blipFill>
                      <p:spPr>
                        <a:xfrm>
                          <a:off x="1824" y="1536"/>
                          <a:ext cx="2400" cy="400"/>
                        </a:xfrm>
                        <a:prstGeom prst="rect">
                          <a:avLst/>
                        </a:prstGeom>
                        <a:noFill/>
                        <a:ln w="38100">
                          <a:noFill/>
                          <a:miter/>
                        </a:ln>
                      </p:spPr>
                    </p:pic>
                  </p:oleObj>
                </mc:Fallback>
              </mc:AlternateContent>
            </a:graphicData>
          </a:graphic>
        </p:graphicFrame>
      </p:grpSp>
      <p:sp>
        <p:nvSpPr>
          <p:cNvPr id="20489" name="Line 22"/>
          <p:cNvSpPr/>
          <p:nvPr/>
        </p:nvSpPr>
        <p:spPr>
          <a:xfrm flipH="1" flipV="1">
            <a:off x="2057400" y="2590800"/>
            <a:ext cx="1905000" cy="2743200"/>
          </a:xfrm>
          <a:prstGeom prst="line">
            <a:avLst/>
          </a:prstGeom>
          <a:ln w="50800" cap="flat" cmpd="sng">
            <a:solidFill>
              <a:schemeClr val="tx1"/>
            </a:solidFill>
            <a:prstDash val="solid"/>
            <a:headEnd type="none" w="med" len="med"/>
            <a:tailEnd type="stealth" w="lg" len="lg"/>
          </a:ln>
        </p:spPr>
      </p:sp>
      <p:pic>
        <p:nvPicPr>
          <p:cNvPr id="20490" name="Picture 23" descr="图片2"/>
          <p:cNvPicPr>
            <a:picLocks noChangeAspect="1"/>
          </p:cNvPicPr>
          <p:nvPr/>
        </p:nvPicPr>
        <p:blipFill>
          <a:blip r:embed="rId11"/>
          <a:stretch>
            <a:fillRect/>
          </a:stretch>
        </p:blipFill>
        <p:spPr>
          <a:xfrm rot="3398018">
            <a:off x="927100" y="3865563"/>
            <a:ext cx="2743200" cy="779462"/>
          </a:xfrm>
          <a:prstGeom prst="rect">
            <a:avLst/>
          </a:prstGeom>
          <a:noFill/>
          <a:ln w="9525">
            <a:noFill/>
          </a:ln>
        </p:spPr>
      </p:pic>
      <p:sp>
        <p:nvSpPr>
          <p:cNvPr id="20491" name="Line 25"/>
          <p:cNvSpPr/>
          <p:nvPr/>
        </p:nvSpPr>
        <p:spPr>
          <a:xfrm>
            <a:off x="1752600" y="2667000"/>
            <a:ext cx="2133600" cy="3048000"/>
          </a:xfrm>
          <a:prstGeom prst="line">
            <a:avLst/>
          </a:prstGeom>
          <a:ln w="50800" cap="flat" cmpd="sng">
            <a:solidFill>
              <a:schemeClr val="tx1"/>
            </a:solidFill>
            <a:prstDash val="solid"/>
            <a:headEnd type="none" w="med" len="med"/>
            <a:tailEnd type="stealth" w="lg" len="lg"/>
          </a:ln>
        </p:spPr>
      </p:sp>
      <p:pic>
        <p:nvPicPr>
          <p:cNvPr id="20492" name="Picture 26" descr="图片3"/>
          <p:cNvPicPr>
            <a:picLocks noChangeAspect="1"/>
          </p:cNvPicPr>
          <p:nvPr/>
        </p:nvPicPr>
        <p:blipFill>
          <a:blip r:embed="rId12"/>
          <a:stretch>
            <a:fillRect/>
          </a:stretch>
        </p:blipFill>
        <p:spPr>
          <a:xfrm rot="3267740">
            <a:off x="1658938" y="3479800"/>
            <a:ext cx="3409950" cy="609600"/>
          </a:xfrm>
          <a:prstGeom prst="rect">
            <a:avLst/>
          </a:prstGeom>
          <a:noFill/>
          <a:ln w="9525">
            <a:noFill/>
          </a:ln>
        </p:spPr>
      </p:pic>
      <p:grpSp>
        <p:nvGrpSpPr>
          <p:cNvPr id="9" name="Group 27"/>
          <p:cNvGrpSpPr/>
          <p:nvPr/>
        </p:nvGrpSpPr>
        <p:grpSpPr>
          <a:xfrm>
            <a:off x="5334000" y="2819400"/>
            <a:ext cx="2438400" cy="2743200"/>
            <a:chOff x="3360" y="1776"/>
            <a:chExt cx="1536" cy="1728"/>
          </a:xfrm>
        </p:grpSpPr>
        <p:sp>
          <p:nvSpPr>
            <p:cNvPr id="20497" name="Line 28"/>
            <p:cNvSpPr/>
            <p:nvPr/>
          </p:nvSpPr>
          <p:spPr>
            <a:xfrm flipH="1">
              <a:off x="3360" y="1776"/>
              <a:ext cx="1536" cy="1584"/>
            </a:xfrm>
            <a:prstGeom prst="line">
              <a:avLst/>
            </a:prstGeom>
            <a:ln w="50800" cap="flat" cmpd="sng">
              <a:solidFill>
                <a:schemeClr val="tx1"/>
              </a:solidFill>
              <a:prstDash val="solid"/>
              <a:headEnd type="none" w="med" len="med"/>
              <a:tailEnd type="stealth" w="lg" len="lg"/>
            </a:ln>
          </p:spPr>
        </p:sp>
        <p:pic>
          <p:nvPicPr>
            <p:cNvPr id="20498" name="Picture 29" descr="图片4"/>
            <p:cNvPicPr>
              <a:picLocks noChangeAspect="1"/>
            </p:cNvPicPr>
            <p:nvPr/>
          </p:nvPicPr>
          <p:blipFill>
            <a:blip r:embed="rId13"/>
            <a:stretch>
              <a:fillRect/>
            </a:stretch>
          </p:blipFill>
          <p:spPr>
            <a:xfrm rot="-2766961">
              <a:off x="3600" y="2495"/>
              <a:ext cx="1584" cy="433"/>
            </a:xfrm>
            <a:prstGeom prst="rect">
              <a:avLst/>
            </a:prstGeom>
            <a:noFill/>
            <a:ln w="9525">
              <a:noFill/>
            </a:ln>
          </p:spPr>
        </p:pic>
      </p:grpSp>
      <p:grpSp>
        <p:nvGrpSpPr>
          <p:cNvPr id="10" name="Group 30"/>
          <p:cNvGrpSpPr/>
          <p:nvPr/>
        </p:nvGrpSpPr>
        <p:grpSpPr>
          <a:xfrm>
            <a:off x="4495800" y="2667000"/>
            <a:ext cx="3048000" cy="2438400"/>
            <a:chOff x="2832" y="1680"/>
            <a:chExt cx="1920" cy="1536"/>
          </a:xfrm>
        </p:grpSpPr>
        <p:sp>
          <p:nvSpPr>
            <p:cNvPr id="20495" name="Line 31"/>
            <p:cNvSpPr/>
            <p:nvPr/>
          </p:nvSpPr>
          <p:spPr>
            <a:xfrm flipV="1">
              <a:off x="3168" y="1680"/>
              <a:ext cx="1584" cy="1536"/>
            </a:xfrm>
            <a:prstGeom prst="line">
              <a:avLst/>
            </a:prstGeom>
            <a:ln w="50800" cap="flat" cmpd="sng">
              <a:solidFill>
                <a:schemeClr val="tx1"/>
              </a:solidFill>
              <a:prstDash val="solid"/>
              <a:headEnd type="none" w="med" len="med"/>
              <a:tailEnd type="stealth" w="lg" len="lg"/>
            </a:ln>
          </p:spPr>
        </p:sp>
        <p:pic>
          <p:nvPicPr>
            <p:cNvPr id="20496" name="Picture 32" descr="图片4"/>
            <p:cNvPicPr>
              <a:picLocks noChangeAspect="1"/>
            </p:cNvPicPr>
            <p:nvPr/>
          </p:nvPicPr>
          <p:blipFill>
            <a:blip r:embed="rId13"/>
            <a:stretch>
              <a:fillRect/>
            </a:stretch>
          </p:blipFill>
          <p:spPr>
            <a:xfrm rot="-2610728">
              <a:off x="2832" y="2112"/>
              <a:ext cx="1584" cy="433"/>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1298"/>
                                        </p:tgtEl>
                                        <p:attrNameLst>
                                          <p:attrName>style.visibility</p:attrName>
                                        </p:attrNameLst>
                                      </p:cBhvr>
                                      <p:to>
                                        <p:strVal val="visible"/>
                                      </p:to>
                                    </p:set>
                                    <p:animEffect transition="in" filter="wipe(left)">
                                      <p:cBhvr>
                                        <p:cTn id="7" dur="500"/>
                                        <p:tgtEl>
                                          <p:spTgt spid="9512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14" name="laser.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3"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4" name="laser.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14" name="laser.wav"/>
                                        </p:tgtEl>
                                      </p:cMediaNode>
                                    </p:audio>
                                  </p:sub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subTnLst>
                                    <p:audio>
                                      <p:cMediaNode>
                                        <p:cTn display="0" masterRel="sameClick">
                                          <p:stCondLst>
                                            <p:cond evt="begin" delay="0">
                                              <p:tn val="28"/>
                                            </p:cond>
                                          </p:stCondLst>
                                          <p:endCondLst>
                                            <p:cond evt="onStopAudio" delay="0">
                                              <p:tgtEl>
                                                <p:sldTgt/>
                                              </p:tgtEl>
                                            </p:cond>
                                          </p:endCondLst>
                                        </p:cTn>
                                        <p:tgtEl>
                                          <p:sndTgt r:embed="rId15" name="chimes.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right)">
                                      <p:cBhvr>
                                        <p:cTn id="35" dur="500"/>
                                        <p:tgtEl>
                                          <p:spTgt spid="6"/>
                                        </p:tgtEl>
                                      </p:cBhvr>
                                    </p:animEffect>
                                  </p:childTnLst>
                                  <p:subTnLst>
                                    <p:audio>
                                      <p:cMediaNode>
                                        <p:cTn display="0" masterRel="sameClick">
                                          <p:stCondLst>
                                            <p:cond evt="begin" delay="0">
                                              <p:tn val="33"/>
                                            </p:cond>
                                          </p:stCondLst>
                                          <p:endCondLst>
                                            <p:cond evt="onStopAudio" delay="0">
                                              <p:tgtEl>
                                                <p:sldTgt/>
                                              </p:tgtEl>
                                            </p:cond>
                                          </p:endCondLst>
                                        </p:cTn>
                                        <p:tgtEl>
                                          <p:sndTgt r:embed="rId15" name="chimes.wav"/>
                                        </p:tgtEl>
                                      </p:cMediaNode>
                                    </p:audio>
                                  </p:sub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down)">
                                      <p:cBhvr>
                                        <p:cTn id="40" dur="500"/>
                                        <p:tgtEl>
                                          <p:spTgt spid="10"/>
                                        </p:tgtEl>
                                      </p:cBhvr>
                                    </p:animEffect>
                                  </p:childTnLst>
                                  <p:subTnLst>
                                    <p:audio>
                                      <p:cMediaNode>
                                        <p:cTn display="0" masterRel="sameClick">
                                          <p:stCondLst>
                                            <p:cond evt="begin" delay="0">
                                              <p:tn val="38"/>
                                            </p:cond>
                                          </p:stCondLst>
                                          <p:endCondLst>
                                            <p:cond evt="onStopAudio" delay="0">
                                              <p:tgtEl>
                                                <p:sldTgt/>
                                              </p:tgtEl>
                                            </p:cond>
                                          </p:endCondLst>
                                        </p:cTn>
                                        <p:tgtEl>
                                          <p:sndTgt r:embed="rId15" name="chimes.wav"/>
                                        </p:tgtEl>
                                      </p:cMediaNode>
                                    </p:audio>
                                  </p:sub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up)">
                                      <p:cBhvr>
                                        <p:cTn id="45" dur="500"/>
                                        <p:tgtEl>
                                          <p:spTgt spid="9"/>
                                        </p:tgtEl>
                                      </p:cBhvr>
                                    </p:animEffect>
                                  </p:childTnLst>
                                  <p:subTnLst>
                                    <p:audio>
                                      <p:cMediaNode>
                                        <p:cTn display="0" masterRel="sameClick">
                                          <p:stCondLst>
                                            <p:cond evt="begin" delay="0">
                                              <p:tn val="43"/>
                                            </p:cond>
                                          </p:stCondLst>
                                          <p:endCondLst>
                                            <p:cond evt="onStopAudio" delay="0">
                                              <p:tgtEl>
                                                <p:sldTgt/>
                                              </p:tgtEl>
                                            </p:cond>
                                          </p:endCondLst>
                                        </p:cTn>
                                        <p:tgtEl>
                                          <p:sndTgt r:embed="rId1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129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8962" name="Text Box 2"/>
          <p:cNvSpPr txBox="1"/>
          <p:nvPr/>
        </p:nvSpPr>
        <p:spPr>
          <a:xfrm>
            <a:off x="611188" y="498475"/>
            <a:ext cx="7910512" cy="1993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10000"/>
              </a:spcBef>
              <a:buClrTx/>
              <a:buSzTx/>
              <a:buFontTx/>
              <a:buNone/>
            </a:pPr>
            <a:r>
              <a:rPr lang="zh-CN" altLang="en-US" sz="2400" b="1" dirty="0">
                <a:solidFill>
                  <a:srgbClr val="FF5050"/>
                </a:solidFill>
                <a:latin typeface="Times New Roman" panose="02020603050405020304" pitchFamily="18" charset="0"/>
                <a:ea typeface="华文中宋" panose="02010600040101010101" pitchFamily="2" charset="-122"/>
              </a:rPr>
              <a:t>用复数表示正弦量：</a:t>
            </a:r>
            <a:r>
              <a:rPr lang="zh-CN" altLang="en-US" sz="2400" b="1" dirty="0">
                <a:latin typeface="Times New Roman" panose="02020603050405020304" pitchFamily="18" charset="0"/>
                <a:ea typeface="华文中宋" panose="02010600040101010101" pitchFamily="2" charset="-122"/>
              </a:rPr>
              <a:t>复数的模表示正弦量的有效值，辐角表示正弦量的初相位。</a:t>
            </a:r>
            <a:endParaRPr lang="zh-CN" altLang="en-US" sz="2400" b="1" dirty="0">
              <a:latin typeface="Times New Roman" panose="02020603050405020304" pitchFamily="18" charset="0"/>
              <a:ea typeface="华文中宋" panose="02010600040101010101" pitchFamily="2" charset="-122"/>
            </a:endParaRPr>
          </a:p>
          <a:p>
            <a:pPr marL="0" lvl="0" indent="0" eaLnBrk="1" hangingPunct="1">
              <a:lnSpc>
                <a:spcPct val="125000"/>
              </a:lnSpc>
              <a:spcBef>
                <a:spcPct val="10000"/>
              </a:spcBef>
              <a:buClrTx/>
              <a:buSzTx/>
              <a:buFontTx/>
              <a:buNone/>
            </a:pPr>
            <a:r>
              <a:rPr lang="zh-CN" altLang="en-US" sz="2400" b="1" dirty="0">
                <a:latin typeface="Times New Roman" panose="02020603050405020304" pitchFamily="18" charset="0"/>
                <a:ea typeface="华文中宋" panose="02010600040101010101" pitchFamily="2" charset="-122"/>
              </a:rPr>
              <a:t>        用来表示正弦量的复数称为</a:t>
            </a:r>
            <a:r>
              <a:rPr lang="zh-CN" altLang="en-US" sz="2400" b="1" dirty="0">
                <a:solidFill>
                  <a:schemeClr val="tx2"/>
                </a:solidFill>
                <a:latin typeface="Times New Roman" panose="02020603050405020304" pitchFamily="18" charset="0"/>
                <a:ea typeface="华文中宋" panose="02010600040101010101" pitchFamily="2" charset="-122"/>
              </a:rPr>
              <a:t>相量</a:t>
            </a:r>
            <a:r>
              <a:rPr lang="zh-CN" altLang="en-US" sz="2400" b="1" dirty="0">
                <a:latin typeface="Times New Roman" panose="02020603050405020304" pitchFamily="18" charset="0"/>
                <a:ea typeface="华文中宋" panose="02010600040101010101" pitchFamily="2" charset="-122"/>
              </a:rPr>
              <a:t>。为了与一般的复数相区别，在大写的字母上面加</a:t>
            </a:r>
            <a:r>
              <a:rPr lang="zh-CN" altLang="en-US" sz="2400" b="1" dirty="0">
                <a:solidFill>
                  <a:srgbClr val="FF0000"/>
                </a:solidFill>
                <a:latin typeface="Times New Roman" panose="02020603050405020304" pitchFamily="18" charset="0"/>
                <a:ea typeface="华文中宋" panose="02010600040101010101" pitchFamily="2" charset="-122"/>
              </a:rPr>
              <a:t>“点”</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08964" name="Object 4"/>
          <p:cNvGraphicFramePr>
            <a:graphicFrameLocks noChangeAspect="1"/>
          </p:cNvGraphicFramePr>
          <p:nvPr/>
        </p:nvGraphicFramePr>
        <p:xfrm>
          <a:off x="4948238" y="2797175"/>
          <a:ext cx="2863850" cy="1089025"/>
        </p:xfrm>
        <a:graphic>
          <a:graphicData uri="http://schemas.openxmlformats.org/presentationml/2006/ole">
            <mc:AlternateContent xmlns:mc="http://schemas.openxmlformats.org/markup-compatibility/2006">
              <mc:Choice xmlns:v="urn:schemas-microsoft-com:vml" Requires="v">
                <p:oleObj spid="_x0000_s3130" name="" r:id="rId1" imgW="1231265" imgH="482600" progId="Equation.3">
                  <p:embed/>
                </p:oleObj>
              </mc:Choice>
              <mc:Fallback>
                <p:oleObj name="" r:id="rId1" imgW="1231265" imgH="482600" progId="Equation.3">
                  <p:embed/>
                  <p:pic>
                    <p:nvPicPr>
                      <p:cNvPr id="0" name="图片 3129"/>
                      <p:cNvPicPr/>
                      <p:nvPr/>
                    </p:nvPicPr>
                    <p:blipFill>
                      <a:blip r:embed="rId2"/>
                      <a:stretch>
                        <a:fillRect/>
                      </a:stretch>
                    </p:blipFill>
                    <p:spPr>
                      <a:xfrm>
                        <a:off x="4948238" y="2797175"/>
                        <a:ext cx="2863850" cy="1089025"/>
                      </a:xfrm>
                      <a:prstGeom prst="rect">
                        <a:avLst/>
                      </a:prstGeom>
                      <a:noFill/>
                      <a:ln w="38100">
                        <a:noFill/>
                        <a:miter/>
                      </a:ln>
                    </p:spPr>
                  </p:pic>
                </p:oleObj>
              </mc:Fallback>
            </mc:AlternateContent>
          </a:graphicData>
        </a:graphic>
      </p:graphicFrame>
      <p:grpSp>
        <p:nvGrpSpPr>
          <p:cNvPr id="2" name="Group 6"/>
          <p:cNvGrpSpPr/>
          <p:nvPr/>
        </p:nvGrpSpPr>
        <p:grpSpPr>
          <a:xfrm>
            <a:off x="3657600" y="3978275"/>
            <a:ext cx="4370388" cy="533400"/>
            <a:chOff x="669" y="2458"/>
            <a:chExt cx="2161" cy="382"/>
          </a:xfrm>
        </p:grpSpPr>
        <p:sp>
          <p:nvSpPr>
            <p:cNvPr id="21523" name="Text Box 7" descr="40%"/>
            <p:cNvSpPr txBox="1"/>
            <p:nvPr/>
          </p:nvSpPr>
          <p:spPr>
            <a:xfrm>
              <a:off x="669" y="2506"/>
              <a:ext cx="489" cy="331"/>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相量</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21524" name="Object 8"/>
            <p:cNvGraphicFramePr>
              <a:graphicFrameLocks noChangeAspect="1"/>
            </p:cNvGraphicFramePr>
            <p:nvPr/>
          </p:nvGraphicFramePr>
          <p:xfrm>
            <a:off x="1435" y="2458"/>
            <a:ext cx="1395" cy="382"/>
          </p:xfrm>
          <a:graphic>
            <a:graphicData uri="http://schemas.openxmlformats.org/presentationml/2006/ole">
              <mc:AlternateContent xmlns:mc="http://schemas.openxmlformats.org/markup-compatibility/2006">
                <mc:Choice xmlns:v="urn:schemas-microsoft-com:vml" Requires="v">
                  <p:oleObj spid="_x0000_s3131" name="" r:id="rId3" imgW="685800" imgH="228600" progId="Equation.3">
                    <p:embed/>
                  </p:oleObj>
                </mc:Choice>
                <mc:Fallback>
                  <p:oleObj name="" r:id="rId3" imgW="685800" imgH="228600" progId="Equation.3">
                    <p:embed/>
                    <p:pic>
                      <p:nvPicPr>
                        <p:cNvPr id="0" name="图片 3130"/>
                        <p:cNvPicPr/>
                        <p:nvPr/>
                      </p:nvPicPr>
                      <p:blipFill>
                        <a:blip r:embed="rId4"/>
                        <a:stretch>
                          <a:fillRect/>
                        </a:stretch>
                      </p:blipFill>
                      <p:spPr>
                        <a:xfrm>
                          <a:off x="1435" y="2458"/>
                          <a:ext cx="1395" cy="382"/>
                        </a:xfrm>
                        <a:prstGeom prst="rect">
                          <a:avLst/>
                        </a:prstGeom>
                        <a:noFill/>
                        <a:ln w="38100">
                          <a:noFill/>
                          <a:miter/>
                        </a:ln>
                      </p:spPr>
                    </p:pic>
                  </p:oleObj>
                </mc:Fallback>
              </mc:AlternateContent>
            </a:graphicData>
          </a:graphic>
        </p:graphicFrame>
      </p:grpSp>
      <p:sp>
        <p:nvSpPr>
          <p:cNvPr id="808969" name="Text Box 9"/>
          <p:cNvSpPr txBox="1"/>
          <p:nvPr/>
        </p:nvSpPr>
        <p:spPr>
          <a:xfrm>
            <a:off x="5943600" y="6067425"/>
            <a:ext cx="11303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D60093"/>
                </a:solidFill>
                <a:latin typeface="Times New Roman" panose="02020603050405020304" pitchFamily="18" charset="0"/>
                <a:ea typeface="华文中宋" panose="02010600040101010101" pitchFamily="2" charset="-122"/>
              </a:rPr>
              <a:t>正弦量</a:t>
            </a:r>
            <a:endParaRPr lang="zh-CN" altLang="en-US" sz="1800" b="1" dirty="0">
              <a:solidFill>
                <a:srgbClr val="D60093"/>
              </a:solidFill>
              <a:latin typeface="Times New Roman" panose="02020603050405020304" pitchFamily="18" charset="0"/>
              <a:ea typeface="华文中宋" panose="02010600040101010101" pitchFamily="2" charset="-122"/>
            </a:endParaRPr>
          </a:p>
        </p:txBody>
      </p:sp>
      <p:sp>
        <p:nvSpPr>
          <p:cNvPr id="808971" name="Text Box 11"/>
          <p:cNvSpPr txBox="1"/>
          <p:nvPr/>
        </p:nvSpPr>
        <p:spPr>
          <a:xfrm>
            <a:off x="842963" y="2781300"/>
            <a:ext cx="40322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正弦电压以</a:t>
            </a:r>
            <a:r>
              <a:rPr lang="zh-CN" altLang="en-US" sz="2400" b="1" dirty="0">
                <a:solidFill>
                  <a:srgbClr val="FF5050"/>
                </a:solidFill>
                <a:latin typeface="Times New Roman" panose="02020603050405020304" pitchFamily="18" charset="0"/>
                <a:ea typeface="华文中宋" panose="02010600040101010101" pitchFamily="2" charset="-122"/>
              </a:rPr>
              <a:t>瞬时值</a:t>
            </a:r>
            <a:r>
              <a:rPr lang="zh-CN" altLang="en-US" sz="2400" b="1" dirty="0">
                <a:latin typeface="Times New Roman" panose="02020603050405020304" pitchFamily="18" charset="0"/>
                <a:ea typeface="华文中宋" panose="02010600040101010101" pitchFamily="2" charset="-122"/>
              </a:rPr>
              <a:t>表示为</a:t>
            </a:r>
            <a:endParaRPr lang="zh-CN" altLang="en-US" sz="2400" b="1" dirty="0">
              <a:latin typeface="Times New Roman" panose="02020603050405020304" pitchFamily="18" charset="0"/>
              <a:ea typeface="华文中宋" panose="02010600040101010101" pitchFamily="2" charset="-122"/>
            </a:endParaRPr>
          </a:p>
        </p:txBody>
      </p:sp>
      <p:sp>
        <p:nvSpPr>
          <p:cNvPr id="808974" name="Text Box 14"/>
          <p:cNvSpPr txBox="1"/>
          <p:nvPr/>
        </p:nvSpPr>
        <p:spPr>
          <a:xfrm>
            <a:off x="304800" y="4860925"/>
            <a:ext cx="1295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ea typeface="华文中宋" panose="02010600040101010101" pitchFamily="2" charset="-122"/>
              </a:rPr>
              <a:t>思路：</a:t>
            </a:r>
            <a:endParaRPr lang="zh-CN" altLang="en-US" sz="2800" b="1" dirty="0">
              <a:solidFill>
                <a:srgbClr val="FF3300"/>
              </a:solidFill>
              <a:latin typeface="Times New Roman" panose="02020603050405020304" pitchFamily="18" charset="0"/>
              <a:ea typeface="华文中宋" panose="02010600040101010101" pitchFamily="2" charset="-122"/>
            </a:endParaRPr>
          </a:p>
        </p:txBody>
      </p:sp>
      <p:sp>
        <p:nvSpPr>
          <p:cNvPr id="808975" name="Text Box 15"/>
          <p:cNvSpPr txBox="1"/>
          <p:nvPr/>
        </p:nvSpPr>
        <p:spPr>
          <a:xfrm>
            <a:off x="762000" y="5699125"/>
            <a:ext cx="1371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正弦量</a:t>
            </a:r>
            <a:endParaRPr lang="zh-CN" altLang="en-US" sz="2400" b="1" dirty="0">
              <a:latin typeface="Times New Roman" panose="02020603050405020304" pitchFamily="18" charset="0"/>
              <a:ea typeface="华文中宋" panose="02010600040101010101" pitchFamily="2" charset="-122"/>
            </a:endParaRPr>
          </a:p>
        </p:txBody>
      </p:sp>
      <p:sp>
        <p:nvSpPr>
          <p:cNvPr id="808976" name="AutoShape 16"/>
          <p:cNvSpPr/>
          <p:nvPr/>
        </p:nvSpPr>
        <p:spPr>
          <a:xfrm>
            <a:off x="1905000" y="5775325"/>
            <a:ext cx="838200" cy="3810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808977" name="Text Box 17"/>
          <p:cNvSpPr txBox="1"/>
          <p:nvPr/>
        </p:nvSpPr>
        <p:spPr>
          <a:xfrm>
            <a:off x="2743200" y="5699125"/>
            <a:ext cx="1066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矢量</a:t>
            </a:r>
            <a:endParaRPr lang="zh-CN" altLang="en-US" sz="2400" b="1" dirty="0">
              <a:latin typeface="Times New Roman" panose="02020603050405020304" pitchFamily="18" charset="0"/>
              <a:ea typeface="华文中宋" panose="02010600040101010101" pitchFamily="2" charset="-122"/>
            </a:endParaRPr>
          </a:p>
        </p:txBody>
      </p:sp>
      <p:sp>
        <p:nvSpPr>
          <p:cNvPr id="808978" name="AutoShape 18"/>
          <p:cNvSpPr/>
          <p:nvPr/>
        </p:nvSpPr>
        <p:spPr>
          <a:xfrm>
            <a:off x="3657600" y="5775325"/>
            <a:ext cx="838200" cy="3810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808979" name="Text Box 19"/>
          <p:cNvSpPr txBox="1"/>
          <p:nvPr/>
        </p:nvSpPr>
        <p:spPr>
          <a:xfrm>
            <a:off x="4495800" y="5699125"/>
            <a:ext cx="838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复数</a:t>
            </a:r>
            <a:endParaRPr lang="zh-CN" altLang="en-US" sz="2400" b="1" dirty="0">
              <a:latin typeface="Times New Roman" panose="02020603050405020304" pitchFamily="18" charset="0"/>
              <a:ea typeface="华文中宋" panose="02010600040101010101" pitchFamily="2" charset="-122"/>
            </a:endParaRPr>
          </a:p>
        </p:txBody>
      </p:sp>
      <p:grpSp>
        <p:nvGrpSpPr>
          <p:cNvPr id="3" name="Group 20"/>
          <p:cNvGrpSpPr/>
          <p:nvPr/>
        </p:nvGrpSpPr>
        <p:grpSpPr>
          <a:xfrm>
            <a:off x="5257800" y="5403850"/>
            <a:ext cx="2362200" cy="762000"/>
            <a:chOff x="3312" y="1056"/>
            <a:chExt cx="1488" cy="480"/>
          </a:xfrm>
        </p:grpSpPr>
        <p:sp>
          <p:nvSpPr>
            <p:cNvPr id="21521" name="AutoShape 21"/>
            <p:cNvSpPr/>
            <p:nvPr/>
          </p:nvSpPr>
          <p:spPr>
            <a:xfrm>
              <a:off x="3312" y="1296"/>
              <a:ext cx="1488" cy="240"/>
            </a:xfrm>
            <a:custGeom>
              <a:avLst/>
              <a:gdLst>
                <a:gd name="txL" fmla="*/ 3368 w 21600"/>
                <a:gd name="txT" fmla="*/ 5400 h 21600"/>
                <a:gd name="txR" fmla="*/ 18900 w 21600"/>
                <a:gd name="txB" fmla="*/ 16200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21522" name="Text Box 22"/>
            <p:cNvSpPr txBox="1"/>
            <p:nvPr/>
          </p:nvSpPr>
          <p:spPr>
            <a:xfrm>
              <a:off x="3456" y="1056"/>
              <a:ext cx="1200"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D60093"/>
                  </a:solidFill>
                  <a:latin typeface="Times New Roman" panose="02020603050405020304" pitchFamily="18" charset="0"/>
                  <a:ea typeface="华文中宋" panose="02010600040101010101" pitchFamily="2" charset="-122"/>
                </a:rPr>
                <a:t>与一般复数区别</a:t>
              </a:r>
              <a:endParaRPr lang="zh-CN" altLang="en-US" sz="1800" b="1" dirty="0">
                <a:solidFill>
                  <a:srgbClr val="D60093"/>
                </a:solidFill>
                <a:latin typeface="Times New Roman" panose="02020603050405020304" pitchFamily="18" charset="0"/>
                <a:ea typeface="华文中宋" panose="02010600040101010101" pitchFamily="2" charset="-122"/>
              </a:endParaRPr>
            </a:p>
          </p:txBody>
        </p:sp>
      </p:grpSp>
      <p:sp>
        <p:nvSpPr>
          <p:cNvPr id="808983" name="Text Box 23"/>
          <p:cNvSpPr txBox="1"/>
          <p:nvPr/>
        </p:nvSpPr>
        <p:spPr>
          <a:xfrm>
            <a:off x="7696200" y="5699125"/>
            <a:ext cx="838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相量</a:t>
            </a:r>
            <a:endParaRPr lang="zh-CN" altLang="en-US" sz="2400" b="1" dirty="0">
              <a:latin typeface="Times New Roman" panose="02020603050405020304" pitchFamily="18" charset="0"/>
              <a:ea typeface="华文中宋" panose="02010600040101010101" pitchFamily="2" charset="-122"/>
            </a:endParaRPr>
          </a:p>
        </p:txBody>
      </p:sp>
      <p:sp>
        <p:nvSpPr>
          <p:cNvPr id="20" name="Text Box 9"/>
          <p:cNvSpPr txBox="1"/>
          <p:nvPr/>
        </p:nvSpPr>
        <p:spPr>
          <a:xfrm>
            <a:off x="1006475" y="4252913"/>
            <a:ext cx="22939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可以表示为</a:t>
            </a:r>
            <a:endParaRPr lang="zh-CN" altLang="en-US" sz="24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8962"/>
                                        </p:tgtEl>
                                        <p:attrNameLst>
                                          <p:attrName>style.visibility</p:attrName>
                                        </p:attrNameLst>
                                      </p:cBhvr>
                                      <p:to>
                                        <p:strVal val="visible"/>
                                      </p:to>
                                    </p:set>
                                    <p:animEffect transition="in" filter="wipe(left)">
                                      <p:cBhvr>
                                        <p:cTn id="7" dur="500"/>
                                        <p:tgtEl>
                                          <p:spTgt spid="8089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8971"/>
                                        </p:tgtEl>
                                        <p:attrNameLst>
                                          <p:attrName>style.visibility</p:attrName>
                                        </p:attrNameLst>
                                      </p:cBhvr>
                                      <p:to>
                                        <p:strVal val="visible"/>
                                      </p:to>
                                    </p:set>
                                    <p:animEffect transition="in" filter="wipe(left)">
                                      <p:cBhvr>
                                        <p:cTn id="12" dur="500"/>
                                        <p:tgtEl>
                                          <p:spTgt spid="8089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08964"/>
                                        </p:tgtEl>
                                        <p:attrNameLst>
                                          <p:attrName>style.visibility</p:attrName>
                                        </p:attrNameLst>
                                      </p:cBhvr>
                                      <p:to>
                                        <p:strVal val="visible"/>
                                      </p:to>
                                    </p:set>
                                    <p:animEffect transition="in" filter="wipe(left)">
                                      <p:cBhvr>
                                        <p:cTn id="17" dur="500"/>
                                        <p:tgtEl>
                                          <p:spTgt spid="8089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08969"/>
                                        </p:tgtEl>
                                        <p:attrNameLst>
                                          <p:attrName>style.visibility</p:attrName>
                                        </p:attrNameLst>
                                      </p:cBhvr>
                                      <p:to>
                                        <p:strVal val="visible"/>
                                      </p:to>
                                    </p:set>
                                    <p:animEffect transition="in" filter="wipe(left)">
                                      <p:cBhvr>
                                        <p:cTn id="22" dur="500"/>
                                        <p:tgtEl>
                                          <p:spTgt spid="8089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08974"/>
                                        </p:tgtEl>
                                        <p:attrNameLst>
                                          <p:attrName>style.visibility</p:attrName>
                                        </p:attrNameLst>
                                      </p:cBhvr>
                                      <p:to>
                                        <p:strVal val="visible"/>
                                      </p:to>
                                    </p:set>
                                    <p:animEffect transition="in" filter="wipe(left)">
                                      <p:cBhvr>
                                        <p:cTn id="32" dur="500"/>
                                        <p:tgtEl>
                                          <p:spTgt spid="80897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08975"/>
                                        </p:tgtEl>
                                        <p:attrNameLst>
                                          <p:attrName>style.visibility</p:attrName>
                                        </p:attrNameLst>
                                      </p:cBhvr>
                                      <p:to>
                                        <p:strVal val="visible"/>
                                      </p:to>
                                    </p:set>
                                    <p:animEffect transition="in" filter="wipe(left)">
                                      <p:cBhvr>
                                        <p:cTn id="37" dur="500"/>
                                        <p:tgtEl>
                                          <p:spTgt spid="8089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08976"/>
                                        </p:tgtEl>
                                        <p:attrNameLst>
                                          <p:attrName>style.visibility</p:attrName>
                                        </p:attrNameLst>
                                      </p:cBhvr>
                                      <p:to>
                                        <p:strVal val="visible"/>
                                      </p:to>
                                    </p:set>
                                    <p:animEffect transition="in" filter="wipe(left)">
                                      <p:cBhvr>
                                        <p:cTn id="42" dur="500"/>
                                        <p:tgtEl>
                                          <p:spTgt spid="808976"/>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808977"/>
                                        </p:tgtEl>
                                        <p:attrNameLst>
                                          <p:attrName>style.visibility</p:attrName>
                                        </p:attrNameLst>
                                      </p:cBhvr>
                                      <p:to>
                                        <p:strVal val="visible"/>
                                      </p:to>
                                    </p:set>
                                    <p:animEffect transition="in" filter="wipe(left)">
                                      <p:cBhvr>
                                        <p:cTn id="46" dur="500"/>
                                        <p:tgtEl>
                                          <p:spTgt spid="80897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08978"/>
                                        </p:tgtEl>
                                        <p:attrNameLst>
                                          <p:attrName>style.visibility</p:attrName>
                                        </p:attrNameLst>
                                      </p:cBhvr>
                                      <p:to>
                                        <p:strVal val="visible"/>
                                      </p:to>
                                    </p:set>
                                    <p:animEffect transition="in" filter="wipe(left)">
                                      <p:cBhvr>
                                        <p:cTn id="51" dur="500"/>
                                        <p:tgtEl>
                                          <p:spTgt spid="808978"/>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808979"/>
                                        </p:tgtEl>
                                        <p:attrNameLst>
                                          <p:attrName>style.visibility</p:attrName>
                                        </p:attrNameLst>
                                      </p:cBhvr>
                                      <p:to>
                                        <p:strVal val="visible"/>
                                      </p:to>
                                    </p:set>
                                    <p:animEffect transition="in" filter="wipe(left)">
                                      <p:cBhvr>
                                        <p:cTn id="55" dur="500"/>
                                        <p:tgtEl>
                                          <p:spTgt spid="80897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left)">
                                      <p:cBhvr>
                                        <p:cTn id="60" dur="500"/>
                                        <p:tgtEl>
                                          <p:spTgt spid="3"/>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808983"/>
                                        </p:tgtEl>
                                        <p:attrNameLst>
                                          <p:attrName>style.visibility</p:attrName>
                                        </p:attrNameLst>
                                      </p:cBhvr>
                                      <p:to>
                                        <p:strVal val="visible"/>
                                      </p:to>
                                    </p:set>
                                    <p:animEffect transition="in" filter="wipe(left)">
                                      <p:cBhvr>
                                        <p:cTn id="64" dur="500"/>
                                        <p:tgtEl>
                                          <p:spTgt spid="80898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2" grpId="0"/>
      <p:bldP spid="808969" grpId="0"/>
      <p:bldP spid="808971" grpId="0"/>
      <p:bldP spid="808974" grpId="0"/>
      <p:bldP spid="808975" grpId="0"/>
      <p:bldP spid="808977" grpId="0"/>
      <p:bldP spid="808979" grpId="0"/>
      <p:bldP spid="808983"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7947" name="Text Box 11"/>
          <p:cNvSpPr txBox="1"/>
          <p:nvPr/>
        </p:nvSpPr>
        <p:spPr>
          <a:xfrm>
            <a:off x="1114425" y="1773238"/>
            <a:ext cx="30972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则相量形式为</a:t>
            </a:r>
            <a:endParaRPr lang="zh-CN" altLang="en-US" sz="2400" b="1" dirty="0">
              <a:latin typeface="Times New Roman" panose="02020603050405020304" pitchFamily="18" charset="0"/>
              <a:ea typeface="华文中宋" panose="02010600040101010101" pitchFamily="2" charset="-122"/>
            </a:endParaRPr>
          </a:p>
        </p:txBody>
      </p:sp>
      <p:sp>
        <p:nvSpPr>
          <p:cNvPr id="807949" name="Text Box 13"/>
          <p:cNvSpPr txBox="1"/>
          <p:nvPr/>
        </p:nvSpPr>
        <p:spPr>
          <a:xfrm>
            <a:off x="2339975" y="2466975"/>
            <a:ext cx="1295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或者</a:t>
            </a:r>
            <a:endParaRPr lang="zh-CN" altLang="en-US" sz="2400" b="1" dirty="0">
              <a:latin typeface="Times New Roman" panose="02020603050405020304" pitchFamily="18" charset="0"/>
              <a:ea typeface="华文中宋" panose="02010600040101010101" pitchFamily="2" charset="-122"/>
            </a:endParaRPr>
          </a:p>
        </p:txBody>
      </p:sp>
      <p:sp>
        <p:nvSpPr>
          <p:cNvPr id="807950" name="Text Box 14"/>
          <p:cNvSpPr txBox="1"/>
          <p:nvPr/>
        </p:nvSpPr>
        <p:spPr>
          <a:xfrm>
            <a:off x="539750" y="3357563"/>
            <a:ext cx="7848600" cy="1463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zh-CN" altLang="en-US" sz="2400" b="1" dirty="0">
                <a:solidFill>
                  <a:srgbClr val="FF3300"/>
                </a:solidFill>
                <a:latin typeface="Times New Roman" panose="02020603050405020304" pitchFamily="18" charset="0"/>
                <a:ea typeface="华文中宋" panose="02010600040101010101" pitchFamily="2" charset="-122"/>
              </a:rPr>
              <a:t>注意：</a:t>
            </a:r>
            <a:r>
              <a:rPr lang="zh-CN" altLang="en-US" sz="2400" b="1" dirty="0">
                <a:latin typeface="Times New Roman" panose="02020603050405020304" pitchFamily="18" charset="0"/>
                <a:ea typeface="华文中宋" panose="02010600040101010101" pitchFamily="2" charset="-122"/>
              </a:rPr>
              <a:t>这个例子里瞬时值与相量表示的是同一个正弦量，都是表示有效值</a:t>
            </a:r>
            <a:r>
              <a:rPr lang="en-US" altLang="zh-CN" sz="2400" b="1" dirty="0">
                <a:latin typeface="Times New Roman" panose="02020603050405020304" pitchFamily="18" charset="0"/>
                <a:ea typeface="华文中宋" panose="02010600040101010101" pitchFamily="2" charset="-122"/>
              </a:rPr>
              <a:t>220V</a:t>
            </a:r>
            <a:r>
              <a:rPr lang="zh-CN" altLang="en-US" sz="2400" b="1" dirty="0">
                <a:latin typeface="Times New Roman" panose="02020603050405020304" pitchFamily="18" charset="0"/>
                <a:ea typeface="华文中宋" panose="02010600040101010101" pitchFamily="2" charset="-122"/>
              </a:rPr>
              <a:t>、初相位 </a:t>
            </a:r>
            <a:r>
              <a:rPr lang="en-US" altLang="zh-CN" sz="2400" b="1" dirty="0">
                <a:latin typeface="Times New Roman" panose="02020603050405020304" pitchFamily="18" charset="0"/>
                <a:ea typeface="华文中宋" panose="02010600040101010101" pitchFamily="2" charset="-122"/>
              </a:rPr>
              <a:t>45</a:t>
            </a:r>
            <a:r>
              <a:rPr lang="en-US" altLang="zh-CN" sz="2400" b="1" baseline="30000" dirty="0">
                <a:latin typeface="Times New Roman" panose="02020603050405020304" pitchFamily="18" charset="0"/>
                <a:ea typeface="华文中宋" panose="02010600040101010101" pitchFamily="2" charset="-122"/>
              </a:rPr>
              <a:t>0 </a:t>
            </a:r>
            <a:r>
              <a:rPr lang="zh-CN" altLang="en-US" sz="2400" b="1" dirty="0">
                <a:latin typeface="Times New Roman" panose="02020603050405020304" pitchFamily="18" charset="0"/>
                <a:ea typeface="华文中宋" panose="02010600040101010101" pitchFamily="2" charset="-122"/>
              </a:rPr>
              <a:t>的正弦电压，但这二者并不是相等。</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07951" name="Object 15">
            <a:hlinkClick r:id="" action="ppaction://ole?verb="/>
          </p:cNvPr>
          <p:cNvGraphicFramePr/>
          <p:nvPr/>
        </p:nvGraphicFramePr>
        <p:xfrm>
          <a:off x="1403350" y="5013325"/>
          <a:ext cx="6111875" cy="685800"/>
        </p:xfrm>
        <a:graphic>
          <a:graphicData uri="http://schemas.openxmlformats.org/presentationml/2006/ole">
            <mc:AlternateContent xmlns:mc="http://schemas.openxmlformats.org/markup-compatibility/2006">
              <mc:Choice xmlns:v="urn:schemas-microsoft-com:vml" Requires="v">
                <p:oleObj spid="_x0000_s3106" name="" r:id="rId1" imgW="2971800" imgH="127000" progId="Equation.3">
                  <p:embed/>
                </p:oleObj>
              </mc:Choice>
              <mc:Fallback>
                <p:oleObj name="" r:id="rId1" imgW="2971800" imgH="127000" progId="Equation.3">
                  <p:embed/>
                  <p:pic>
                    <p:nvPicPr>
                      <p:cNvPr id="0" name="图片 3105"/>
                      <p:cNvPicPr/>
                      <p:nvPr/>
                    </p:nvPicPr>
                    <p:blipFill>
                      <a:blip r:embed="rId2">
                        <a:clrChange>
                          <a:clrFrom>
                            <a:srgbClr val="000000"/>
                          </a:clrFrom>
                          <a:clrTo>
                            <a:srgbClr val="FF0000"/>
                          </a:clrTo>
                        </a:clrChange>
                      </a:blip>
                      <a:stretch>
                        <a:fillRect/>
                      </a:stretch>
                    </p:blipFill>
                    <p:spPr>
                      <a:xfrm>
                        <a:off x="1403350" y="5013325"/>
                        <a:ext cx="6111875" cy="685800"/>
                      </a:xfrm>
                      <a:prstGeom prst="rect">
                        <a:avLst/>
                      </a:prstGeom>
                      <a:noFill/>
                      <a:ln w="38100">
                        <a:noFill/>
                        <a:miter/>
                      </a:ln>
                    </p:spPr>
                  </p:pic>
                </p:oleObj>
              </mc:Fallback>
            </mc:AlternateContent>
          </a:graphicData>
        </a:graphic>
      </p:graphicFrame>
      <p:sp>
        <p:nvSpPr>
          <p:cNvPr id="807953" name="Text Box 17"/>
          <p:cNvSpPr txBox="1"/>
          <p:nvPr/>
        </p:nvSpPr>
        <p:spPr>
          <a:xfrm>
            <a:off x="304800" y="506413"/>
            <a:ext cx="6705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6600"/>
                </a:solidFill>
                <a:latin typeface="Times New Roman" panose="02020603050405020304" pitchFamily="18" charset="0"/>
                <a:ea typeface="华文中宋" panose="02010600040101010101" pitchFamily="2" charset="-122"/>
              </a:rPr>
              <a:t>【</a:t>
            </a:r>
            <a:r>
              <a:rPr lang="zh-CN" altLang="en-US" sz="2400" b="1" dirty="0">
                <a:solidFill>
                  <a:srgbClr val="006600"/>
                </a:solidFill>
                <a:latin typeface="Times New Roman" panose="02020603050405020304" pitchFamily="18" charset="0"/>
                <a:ea typeface="华文中宋" panose="02010600040101010101" pitchFamily="2" charset="-122"/>
              </a:rPr>
              <a:t>例如</a:t>
            </a:r>
            <a:r>
              <a:rPr lang="en-US" altLang="zh-CN" sz="2400" b="1" dirty="0">
                <a:solidFill>
                  <a:srgbClr val="006600"/>
                </a:solidFill>
                <a:latin typeface="Times New Roman" panose="02020603050405020304" pitchFamily="18" charset="0"/>
                <a:ea typeface="华文中宋" panose="02010600040101010101" pitchFamily="2" charset="-122"/>
              </a:rPr>
              <a:t>】</a:t>
            </a:r>
            <a:r>
              <a:rPr lang="zh-CN" altLang="en-US" sz="2400" b="1" dirty="0">
                <a:solidFill>
                  <a:srgbClr val="006600"/>
                </a:solidFill>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正弦电压的瞬时值表达式为：</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07954" name="Object 18"/>
          <p:cNvGraphicFramePr>
            <a:graphicFrameLocks noChangeAspect="1"/>
          </p:cNvGraphicFramePr>
          <p:nvPr/>
        </p:nvGraphicFramePr>
        <p:xfrm>
          <a:off x="2411413" y="1084263"/>
          <a:ext cx="3808412" cy="544512"/>
        </p:xfrm>
        <a:graphic>
          <a:graphicData uri="http://schemas.openxmlformats.org/presentationml/2006/ole">
            <mc:AlternateContent xmlns:mc="http://schemas.openxmlformats.org/markup-compatibility/2006">
              <mc:Choice xmlns:v="urn:schemas-microsoft-com:vml" Requires="v">
                <p:oleObj spid="_x0000_s3105" name="" r:id="rId3" imgW="1638300" imgH="241300" progId="Equation.3">
                  <p:embed/>
                </p:oleObj>
              </mc:Choice>
              <mc:Fallback>
                <p:oleObj name="" r:id="rId3" imgW="1638300" imgH="241300" progId="Equation.3">
                  <p:embed/>
                  <p:pic>
                    <p:nvPicPr>
                      <p:cNvPr id="0" name="图片 3104"/>
                      <p:cNvPicPr/>
                      <p:nvPr/>
                    </p:nvPicPr>
                    <p:blipFill>
                      <a:blip r:embed="rId4"/>
                      <a:stretch>
                        <a:fillRect/>
                      </a:stretch>
                    </p:blipFill>
                    <p:spPr>
                      <a:xfrm>
                        <a:off x="2411413" y="1084263"/>
                        <a:ext cx="3808412" cy="544512"/>
                      </a:xfrm>
                      <a:prstGeom prst="rect">
                        <a:avLst/>
                      </a:prstGeom>
                      <a:noFill/>
                      <a:ln w="38100">
                        <a:noFill/>
                        <a:miter/>
                      </a:ln>
                    </p:spPr>
                  </p:pic>
                </p:oleObj>
              </mc:Fallback>
            </mc:AlternateContent>
          </a:graphicData>
        </a:graphic>
      </p:graphicFrame>
      <p:graphicFrame>
        <p:nvGraphicFramePr>
          <p:cNvPr id="807955" name="Object 19"/>
          <p:cNvGraphicFramePr>
            <a:graphicFrameLocks noChangeAspect="1"/>
          </p:cNvGraphicFramePr>
          <p:nvPr/>
        </p:nvGraphicFramePr>
        <p:xfrm>
          <a:off x="3406775" y="1789113"/>
          <a:ext cx="2273300" cy="458787"/>
        </p:xfrm>
        <a:graphic>
          <a:graphicData uri="http://schemas.openxmlformats.org/presentationml/2006/ole">
            <mc:AlternateContent xmlns:mc="http://schemas.openxmlformats.org/markup-compatibility/2006">
              <mc:Choice xmlns:v="urn:schemas-microsoft-com:vml" Requires="v">
                <p:oleObj spid="_x0000_s3109" name="" r:id="rId5" imgW="977265" imgH="203200" progId="Equation.3">
                  <p:embed/>
                </p:oleObj>
              </mc:Choice>
              <mc:Fallback>
                <p:oleObj name="" r:id="rId5" imgW="977265" imgH="203200" progId="Equation.3">
                  <p:embed/>
                  <p:pic>
                    <p:nvPicPr>
                      <p:cNvPr id="0" name="图片 3108"/>
                      <p:cNvPicPr/>
                      <p:nvPr/>
                    </p:nvPicPr>
                    <p:blipFill>
                      <a:blip r:embed="rId6"/>
                      <a:stretch>
                        <a:fillRect/>
                      </a:stretch>
                    </p:blipFill>
                    <p:spPr>
                      <a:xfrm>
                        <a:off x="3406775" y="1789113"/>
                        <a:ext cx="2273300" cy="458787"/>
                      </a:xfrm>
                      <a:prstGeom prst="rect">
                        <a:avLst/>
                      </a:prstGeom>
                      <a:noFill/>
                      <a:ln w="38100">
                        <a:noFill/>
                        <a:miter/>
                      </a:ln>
                    </p:spPr>
                  </p:pic>
                </p:oleObj>
              </mc:Fallback>
            </mc:AlternateContent>
          </a:graphicData>
        </a:graphic>
      </p:graphicFrame>
      <p:graphicFrame>
        <p:nvGraphicFramePr>
          <p:cNvPr id="807956" name="Object 20"/>
          <p:cNvGraphicFramePr>
            <a:graphicFrameLocks noChangeAspect="1"/>
          </p:cNvGraphicFramePr>
          <p:nvPr/>
        </p:nvGraphicFramePr>
        <p:xfrm>
          <a:off x="3470275" y="2400300"/>
          <a:ext cx="1978025" cy="687388"/>
        </p:xfrm>
        <a:graphic>
          <a:graphicData uri="http://schemas.openxmlformats.org/presentationml/2006/ole">
            <mc:AlternateContent xmlns:mc="http://schemas.openxmlformats.org/markup-compatibility/2006">
              <mc:Choice xmlns:v="urn:schemas-microsoft-com:vml" Requires="v">
                <p:oleObj spid="_x0000_s3107" name="" r:id="rId7" imgW="850265" imgH="304800" progId="Equation.DSMT4">
                  <p:embed/>
                </p:oleObj>
              </mc:Choice>
              <mc:Fallback>
                <p:oleObj name="" r:id="rId7" imgW="850265" imgH="304800" progId="Equation.DSMT4">
                  <p:embed/>
                  <p:pic>
                    <p:nvPicPr>
                      <p:cNvPr id="0" name="图片 3106"/>
                      <p:cNvPicPr/>
                      <p:nvPr/>
                    </p:nvPicPr>
                    <p:blipFill>
                      <a:blip r:embed="rId8"/>
                      <a:stretch>
                        <a:fillRect/>
                      </a:stretch>
                    </p:blipFill>
                    <p:spPr>
                      <a:xfrm>
                        <a:off x="3470275" y="2400300"/>
                        <a:ext cx="1978025" cy="6873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7953"/>
                                        </p:tgtEl>
                                        <p:attrNameLst>
                                          <p:attrName>style.visibility</p:attrName>
                                        </p:attrNameLst>
                                      </p:cBhvr>
                                      <p:to>
                                        <p:strVal val="visible"/>
                                      </p:to>
                                    </p:set>
                                    <p:animEffect transition="in" filter="wipe(left)">
                                      <p:cBhvr>
                                        <p:cTn id="7" dur="500"/>
                                        <p:tgtEl>
                                          <p:spTgt spid="80795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07954"/>
                                        </p:tgtEl>
                                        <p:attrNameLst>
                                          <p:attrName>style.visibility</p:attrName>
                                        </p:attrNameLst>
                                      </p:cBhvr>
                                      <p:to>
                                        <p:strVal val="visible"/>
                                      </p:to>
                                    </p:set>
                                    <p:animEffect transition="in" filter="wipe(left)">
                                      <p:cBhvr>
                                        <p:cTn id="11" dur="500"/>
                                        <p:tgtEl>
                                          <p:spTgt spid="80795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07947"/>
                                        </p:tgtEl>
                                        <p:attrNameLst>
                                          <p:attrName>style.visibility</p:attrName>
                                        </p:attrNameLst>
                                      </p:cBhvr>
                                      <p:to>
                                        <p:strVal val="visible"/>
                                      </p:to>
                                    </p:set>
                                    <p:animEffect transition="in" filter="wipe(left)">
                                      <p:cBhvr>
                                        <p:cTn id="16" dur="500"/>
                                        <p:tgtEl>
                                          <p:spTgt spid="80794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07955"/>
                                        </p:tgtEl>
                                        <p:attrNameLst>
                                          <p:attrName>style.visibility</p:attrName>
                                        </p:attrNameLst>
                                      </p:cBhvr>
                                      <p:to>
                                        <p:strVal val="visible"/>
                                      </p:to>
                                    </p:set>
                                    <p:animEffect transition="in" filter="wipe(left)">
                                      <p:cBhvr>
                                        <p:cTn id="20" dur="500"/>
                                        <p:tgtEl>
                                          <p:spTgt spid="80795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07949"/>
                                        </p:tgtEl>
                                        <p:attrNameLst>
                                          <p:attrName>style.visibility</p:attrName>
                                        </p:attrNameLst>
                                      </p:cBhvr>
                                      <p:to>
                                        <p:strVal val="visible"/>
                                      </p:to>
                                    </p:set>
                                    <p:animEffect transition="in" filter="wipe(left)">
                                      <p:cBhvr>
                                        <p:cTn id="25" dur="500"/>
                                        <p:tgtEl>
                                          <p:spTgt spid="807949"/>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807956"/>
                                        </p:tgtEl>
                                        <p:attrNameLst>
                                          <p:attrName>style.visibility</p:attrName>
                                        </p:attrNameLst>
                                      </p:cBhvr>
                                      <p:to>
                                        <p:strVal val="visible"/>
                                      </p:to>
                                    </p:set>
                                    <p:animEffect transition="in" filter="wipe(left)">
                                      <p:cBhvr>
                                        <p:cTn id="29" dur="500"/>
                                        <p:tgtEl>
                                          <p:spTgt spid="807956"/>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807950"/>
                                        </p:tgtEl>
                                        <p:attrNameLst>
                                          <p:attrName>style.visibility</p:attrName>
                                        </p:attrNameLst>
                                      </p:cBhvr>
                                      <p:to>
                                        <p:strVal val="visible"/>
                                      </p:to>
                                    </p:set>
                                    <p:animEffect transition="in" filter="box(in)">
                                      <p:cBhvr>
                                        <p:cTn id="34" dur="500"/>
                                        <p:tgtEl>
                                          <p:spTgt spid="807950"/>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807951"/>
                                        </p:tgtEl>
                                        <p:attrNameLst>
                                          <p:attrName>style.visibility</p:attrName>
                                        </p:attrNameLst>
                                      </p:cBhvr>
                                      <p:to>
                                        <p:strVal val="visible"/>
                                      </p:to>
                                    </p:set>
                                    <p:anim calcmode="lin" valueType="num">
                                      <p:cBhvr>
                                        <p:cTn id="39" dur="500" fill="hold"/>
                                        <p:tgtEl>
                                          <p:spTgt spid="807951"/>
                                        </p:tgtEl>
                                        <p:attrNameLst>
                                          <p:attrName>ppt_w</p:attrName>
                                        </p:attrNameLst>
                                      </p:cBhvr>
                                      <p:tavLst>
                                        <p:tav tm="0">
                                          <p:val>
                                            <p:fltVal val="0.000000"/>
                                          </p:val>
                                        </p:tav>
                                        <p:tav tm="100000">
                                          <p:val>
                                            <p:strVal val="#ppt_w"/>
                                          </p:val>
                                        </p:tav>
                                      </p:tavLst>
                                    </p:anim>
                                    <p:anim calcmode="lin" valueType="num">
                                      <p:cBhvr>
                                        <p:cTn id="40" dur="500" fill="hold"/>
                                        <p:tgtEl>
                                          <p:spTgt spid="80795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47" grpId="0"/>
      <p:bldP spid="807949" grpId="0"/>
      <p:bldP spid="807950" grpId="0"/>
      <p:bldP spid="80795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2324" name="Text Box 4"/>
          <p:cNvSpPr txBox="1"/>
          <p:nvPr/>
        </p:nvSpPr>
        <p:spPr>
          <a:xfrm>
            <a:off x="395288" y="996950"/>
            <a:ext cx="8497887" cy="11890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723900" lvl="0" indent="-723900" eaLnBrk="1" hangingPunct="1">
              <a:lnSpc>
                <a:spcPct val="125000"/>
              </a:lnSpc>
              <a:spcBef>
                <a:spcPct val="50000"/>
              </a:spcBef>
              <a:buClrTx/>
              <a:buSzTx/>
              <a:buFontTx/>
              <a:buNone/>
            </a:pPr>
            <a:r>
              <a:rPr lang="en-US" altLang="zh-CN" sz="2400" b="1" dirty="0">
                <a:solidFill>
                  <a:srgbClr val="006600"/>
                </a:solidFill>
                <a:latin typeface="Times New Roman" panose="02020603050405020304" pitchFamily="18" charset="0"/>
                <a:ea typeface="华文中宋" panose="02010600040101010101" pitchFamily="2" charset="-122"/>
              </a:rPr>
              <a:t>[</a:t>
            </a:r>
            <a:r>
              <a:rPr lang="zh-CN" altLang="en-US" sz="2400" b="1" dirty="0">
                <a:solidFill>
                  <a:srgbClr val="006600"/>
                </a:solidFill>
                <a:latin typeface="Times New Roman" panose="02020603050405020304" pitchFamily="18" charset="0"/>
                <a:ea typeface="华文中宋" panose="02010600040101010101" pitchFamily="2" charset="-122"/>
              </a:rPr>
              <a:t>例</a:t>
            </a:r>
            <a:r>
              <a:rPr lang="en-US" altLang="zh-CN" sz="2400" b="1" dirty="0">
                <a:solidFill>
                  <a:srgbClr val="006600"/>
                </a:solidFill>
                <a:latin typeface="Times New Roman" panose="02020603050405020304" pitchFamily="18" charset="0"/>
                <a:ea typeface="华文中宋" panose="02010600040101010101" pitchFamily="2" charset="-122"/>
              </a:rPr>
              <a:t>3-2]</a:t>
            </a: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已知</a:t>
            </a:r>
            <a:endParaRPr lang="zh-CN" altLang="en-US" sz="2400" b="1" dirty="0">
              <a:latin typeface="Times New Roman" panose="02020603050405020304" pitchFamily="18" charset="0"/>
              <a:ea typeface="华文中宋" panose="02010600040101010101" pitchFamily="2" charset="-122"/>
            </a:endParaRPr>
          </a:p>
          <a:p>
            <a:pPr marL="723900" lvl="0" indent="-723900" eaLnBrk="1" hangingPunct="1">
              <a:lnSpc>
                <a:spcPct val="125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试写出      和       的表达式，并画出其相量图。</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952325" name="Object 5"/>
          <p:cNvGraphicFramePr>
            <a:graphicFrameLocks noChangeAspect="1"/>
          </p:cNvGraphicFramePr>
          <p:nvPr/>
        </p:nvGraphicFramePr>
        <p:xfrm>
          <a:off x="2230438" y="1035050"/>
          <a:ext cx="5929312" cy="474663"/>
        </p:xfrm>
        <a:graphic>
          <a:graphicData uri="http://schemas.openxmlformats.org/presentationml/2006/ole">
            <mc:AlternateContent xmlns:mc="http://schemas.openxmlformats.org/markup-compatibility/2006">
              <mc:Choice xmlns:v="urn:schemas-microsoft-com:vml" Requires="v">
                <p:oleObj spid="_x0000_s3104" name="" r:id="rId1" imgW="3822700" imgH="127000" progId="Equation.3">
                  <p:embed/>
                </p:oleObj>
              </mc:Choice>
              <mc:Fallback>
                <p:oleObj name="" r:id="rId1" imgW="3822700" imgH="127000" progId="Equation.3">
                  <p:embed/>
                  <p:pic>
                    <p:nvPicPr>
                      <p:cNvPr id="0" name="图片 3103"/>
                      <p:cNvPicPr/>
                      <p:nvPr/>
                    </p:nvPicPr>
                    <p:blipFill>
                      <a:blip r:embed="rId2">
                        <a:clrChange>
                          <a:clrFrom>
                            <a:srgbClr val="000000"/>
                          </a:clrFrom>
                          <a:clrTo>
                            <a:srgbClr val="0033CC"/>
                          </a:clrTo>
                        </a:clrChange>
                      </a:blip>
                      <a:stretch>
                        <a:fillRect/>
                      </a:stretch>
                    </p:blipFill>
                    <p:spPr>
                      <a:xfrm>
                        <a:off x="2230438" y="1035050"/>
                        <a:ext cx="5929312" cy="474663"/>
                      </a:xfrm>
                      <a:prstGeom prst="rect">
                        <a:avLst/>
                      </a:prstGeom>
                      <a:noFill/>
                      <a:ln w="38100">
                        <a:noFill/>
                        <a:miter/>
                      </a:ln>
                    </p:spPr>
                  </p:pic>
                </p:oleObj>
              </mc:Fallback>
            </mc:AlternateContent>
          </a:graphicData>
        </a:graphic>
      </p:graphicFrame>
      <p:graphicFrame>
        <p:nvGraphicFramePr>
          <p:cNvPr id="952326" name="Object 6"/>
          <p:cNvGraphicFramePr>
            <a:graphicFrameLocks noChangeAspect="1"/>
          </p:cNvGraphicFramePr>
          <p:nvPr/>
        </p:nvGraphicFramePr>
        <p:xfrm>
          <a:off x="1547813" y="1754188"/>
          <a:ext cx="274637" cy="450850"/>
        </p:xfrm>
        <a:graphic>
          <a:graphicData uri="http://schemas.openxmlformats.org/presentationml/2006/ole">
            <mc:AlternateContent xmlns:mc="http://schemas.openxmlformats.org/markup-compatibility/2006">
              <mc:Choice xmlns:v="urn:schemas-microsoft-com:vml" Requires="v">
                <p:oleObj spid="_x0000_s3108" name="" r:id="rId3" imgW="12700" imgH="12700" progId="Equation.3">
                  <p:embed/>
                </p:oleObj>
              </mc:Choice>
              <mc:Fallback>
                <p:oleObj name="" r:id="rId3" imgW="12700" imgH="12700" progId="Equation.3">
                  <p:embed/>
                  <p:pic>
                    <p:nvPicPr>
                      <p:cNvPr id="0" name="图片 3107"/>
                      <p:cNvPicPr/>
                      <p:nvPr/>
                    </p:nvPicPr>
                    <p:blipFill>
                      <a:blip r:embed="rId4">
                        <a:clrChange>
                          <a:clrFrom>
                            <a:srgbClr val="000000"/>
                          </a:clrFrom>
                          <a:clrTo>
                            <a:srgbClr val="0033CC"/>
                          </a:clrTo>
                        </a:clrChange>
                      </a:blip>
                      <a:stretch>
                        <a:fillRect/>
                      </a:stretch>
                    </p:blipFill>
                    <p:spPr>
                      <a:xfrm>
                        <a:off x="1547813" y="1754188"/>
                        <a:ext cx="274637" cy="450850"/>
                      </a:xfrm>
                      <a:prstGeom prst="rect">
                        <a:avLst/>
                      </a:prstGeom>
                      <a:noFill/>
                      <a:ln w="38100">
                        <a:noFill/>
                        <a:miter/>
                      </a:ln>
                    </p:spPr>
                  </p:pic>
                </p:oleObj>
              </mc:Fallback>
            </mc:AlternateContent>
          </a:graphicData>
        </a:graphic>
      </p:graphicFrame>
      <p:graphicFrame>
        <p:nvGraphicFramePr>
          <p:cNvPr id="952327" name="Object 7"/>
          <p:cNvGraphicFramePr>
            <a:graphicFrameLocks noChangeAspect="1"/>
          </p:cNvGraphicFramePr>
          <p:nvPr/>
        </p:nvGraphicFramePr>
        <p:xfrm>
          <a:off x="2268538" y="1735138"/>
          <a:ext cx="325437" cy="450850"/>
        </p:xfrm>
        <a:graphic>
          <a:graphicData uri="http://schemas.openxmlformats.org/presentationml/2006/ole">
            <mc:AlternateContent xmlns:mc="http://schemas.openxmlformats.org/markup-compatibility/2006">
              <mc:Choice xmlns:v="urn:schemas-microsoft-com:vml" Requires="v">
                <p:oleObj spid="_x0000_s3110" name="" r:id="rId5" imgW="25400" imgH="114300" progId="Equation.3">
                  <p:embed/>
                </p:oleObj>
              </mc:Choice>
              <mc:Fallback>
                <p:oleObj name="" r:id="rId5" imgW="25400" imgH="114300" progId="Equation.3">
                  <p:embed/>
                  <p:pic>
                    <p:nvPicPr>
                      <p:cNvPr id="0" name="图片 3109"/>
                      <p:cNvPicPr/>
                      <p:nvPr/>
                    </p:nvPicPr>
                    <p:blipFill>
                      <a:blip r:embed="rId6">
                        <a:clrChange>
                          <a:clrFrom>
                            <a:srgbClr val="000000"/>
                          </a:clrFrom>
                          <a:clrTo>
                            <a:srgbClr val="0033CC"/>
                          </a:clrTo>
                        </a:clrChange>
                      </a:blip>
                      <a:stretch>
                        <a:fillRect/>
                      </a:stretch>
                    </p:blipFill>
                    <p:spPr>
                      <a:xfrm>
                        <a:off x="2268538" y="1735138"/>
                        <a:ext cx="325437" cy="450850"/>
                      </a:xfrm>
                      <a:prstGeom prst="rect">
                        <a:avLst/>
                      </a:prstGeom>
                      <a:noFill/>
                      <a:ln w="38100">
                        <a:noFill/>
                        <a:miter/>
                      </a:ln>
                    </p:spPr>
                  </p:pic>
                </p:oleObj>
              </mc:Fallback>
            </mc:AlternateContent>
          </a:graphicData>
        </a:graphic>
      </p:graphicFrame>
      <p:sp>
        <p:nvSpPr>
          <p:cNvPr id="952331" name="Line 11"/>
          <p:cNvSpPr/>
          <p:nvPr/>
        </p:nvSpPr>
        <p:spPr>
          <a:xfrm flipV="1">
            <a:off x="4826000" y="3141663"/>
            <a:ext cx="2411413" cy="1095375"/>
          </a:xfrm>
          <a:prstGeom prst="line">
            <a:avLst/>
          </a:prstGeom>
          <a:ln w="38100" cap="flat" cmpd="sng">
            <a:solidFill>
              <a:srgbClr val="FF5050"/>
            </a:solidFill>
            <a:prstDash val="solid"/>
            <a:headEnd type="none" w="med" len="med"/>
            <a:tailEnd type="triangle" w="med" len="med"/>
          </a:ln>
        </p:spPr>
      </p:sp>
      <p:sp>
        <p:nvSpPr>
          <p:cNvPr id="952332" name="Line 12"/>
          <p:cNvSpPr/>
          <p:nvPr/>
        </p:nvSpPr>
        <p:spPr>
          <a:xfrm>
            <a:off x="4826000" y="4237038"/>
            <a:ext cx="682625" cy="1279525"/>
          </a:xfrm>
          <a:prstGeom prst="line">
            <a:avLst/>
          </a:prstGeom>
          <a:ln w="38100" cap="flat" cmpd="sng">
            <a:solidFill>
              <a:schemeClr val="accent2"/>
            </a:solidFill>
            <a:prstDash val="solid"/>
            <a:headEnd type="none" w="med" len="med"/>
            <a:tailEnd type="triangle" w="med" len="med"/>
          </a:ln>
        </p:spPr>
      </p:sp>
      <p:grpSp>
        <p:nvGrpSpPr>
          <p:cNvPr id="2" name="Group 24"/>
          <p:cNvGrpSpPr/>
          <p:nvPr/>
        </p:nvGrpSpPr>
        <p:grpSpPr>
          <a:xfrm>
            <a:off x="4140200" y="2636838"/>
            <a:ext cx="3429000" cy="2438400"/>
            <a:chOff x="1882" y="1661"/>
            <a:chExt cx="2160" cy="1536"/>
          </a:xfrm>
        </p:grpSpPr>
        <p:sp>
          <p:nvSpPr>
            <p:cNvPr id="23569" name="Line 9"/>
            <p:cNvSpPr/>
            <p:nvPr/>
          </p:nvSpPr>
          <p:spPr>
            <a:xfrm>
              <a:off x="1882" y="2669"/>
              <a:ext cx="2016" cy="0"/>
            </a:xfrm>
            <a:prstGeom prst="line">
              <a:avLst/>
            </a:prstGeom>
            <a:ln w="38100" cap="flat" cmpd="sng">
              <a:solidFill>
                <a:schemeClr val="tx1"/>
              </a:solidFill>
              <a:prstDash val="solid"/>
              <a:headEnd type="none" w="med" len="med"/>
              <a:tailEnd type="triangle" w="med" len="med"/>
            </a:ln>
          </p:spPr>
        </p:sp>
        <p:sp>
          <p:nvSpPr>
            <p:cNvPr id="23570" name="Line 10"/>
            <p:cNvSpPr/>
            <p:nvPr/>
          </p:nvSpPr>
          <p:spPr>
            <a:xfrm>
              <a:off x="2314" y="1661"/>
              <a:ext cx="0" cy="1536"/>
            </a:xfrm>
            <a:prstGeom prst="line">
              <a:avLst/>
            </a:prstGeom>
            <a:ln w="38100" cap="flat" cmpd="sng">
              <a:solidFill>
                <a:schemeClr val="tx1"/>
              </a:solidFill>
              <a:prstDash val="solid"/>
              <a:headEnd type="triangle" w="med" len="med"/>
              <a:tailEnd type="none" w="med" len="lg"/>
            </a:ln>
          </p:spPr>
        </p:sp>
        <p:sp>
          <p:nvSpPr>
            <p:cNvPr id="23571" name="Text Box 13"/>
            <p:cNvSpPr txBox="1"/>
            <p:nvPr/>
          </p:nvSpPr>
          <p:spPr>
            <a:xfrm>
              <a:off x="1978" y="1709"/>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j</a:t>
              </a:r>
              <a:endParaRPr lang="en-US" altLang="zh-CN" sz="2400" b="1" dirty="0">
                <a:latin typeface="Times New Roman" panose="02020603050405020304" pitchFamily="18" charset="0"/>
                <a:ea typeface="华文中宋" panose="02010600040101010101" pitchFamily="2" charset="-122"/>
              </a:endParaRPr>
            </a:p>
          </p:txBody>
        </p:sp>
        <p:sp>
          <p:nvSpPr>
            <p:cNvPr id="23572" name="Text Box 14"/>
            <p:cNvSpPr txBox="1"/>
            <p:nvPr/>
          </p:nvSpPr>
          <p:spPr>
            <a:xfrm>
              <a:off x="3658" y="2717"/>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23573" name="Text Box 15"/>
            <p:cNvSpPr txBox="1"/>
            <p:nvPr/>
          </p:nvSpPr>
          <p:spPr>
            <a:xfrm>
              <a:off x="2074" y="2621"/>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grpSp>
      <p:graphicFrame>
        <p:nvGraphicFramePr>
          <p:cNvPr id="952336" name="Object 16">
            <a:hlinkClick r:id="" action="ppaction://ole?verb="/>
          </p:cNvPr>
          <p:cNvGraphicFramePr/>
          <p:nvPr/>
        </p:nvGraphicFramePr>
        <p:xfrm>
          <a:off x="5580063" y="5300663"/>
          <a:ext cx="371475" cy="519112"/>
        </p:xfrm>
        <a:graphic>
          <a:graphicData uri="http://schemas.openxmlformats.org/presentationml/2006/ole">
            <mc:AlternateContent xmlns:mc="http://schemas.openxmlformats.org/markup-compatibility/2006">
              <mc:Choice xmlns:v="urn:schemas-microsoft-com:vml" Requires="v">
                <p:oleObj spid="_x0000_s3111" name="" r:id="rId7" imgW="177800" imgH="228600" progId="Equation.3">
                  <p:embed/>
                </p:oleObj>
              </mc:Choice>
              <mc:Fallback>
                <p:oleObj name="" r:id="rId7" imgW="177800" imgH="228600" progId="Equation.3">
                  <p:embed/>
                  <p:pic>
                    <p:nvPicPr>
                      <p:cNvPr id="0" name="图片 3110"/>
                      <p:cNvPicPr/>
                      <p:nvPr/>
                    </p:nvPicPr>
                    <p:blipFill>
                      <a:blip r:embed="rId8"/>
                      <a:stretch>
                        <a:fillRect/>
                      </a:stretch>
                    </p:blipFill>
                    <p:spPr>
                      <a:xfrm>
                        <a:off x="5580063" y="5300663"/>
                        <a:ext cx="371475" cy="519112"/>
                      </a:xfrm>
                      <a:prstGeom prst="rect">
                        <a:avLst/>
                      </a:prstGeom>
                      <a:noFill/>
                      <a:ln w="38100">
                        <a:noFill/>
                        <a:miter/>
                      </a:ln>
                    </p:spPr>
                  </p:pic>
                </p:oleObj>
              </mc:Fallback>
            </mc:AlternateContent>
          </a:graphicData>
        </a:graphic>
      </p:graphicFrame>
      <p:sp>
        <p:nvSpPr>
          <p:cNvPr id="952339" name="Arc 19"/>
          <p:cNvSpPr/>
          <p:nvPr/>
        </p:nvSpPr>
        <p:spPr>
          <a:xfrm>
            <a:off x="5213350" y="4032250"/>
            <a:ext cx="69850" cy="204788"/>
          </a:xfrm>
          <a:custGeom>
            <a:avLst/>
            <a:gdLst>
              <a:gd name="txL" fmla="*/ 0 w 21600"/>
              <a:gd name="txT" fmla="*/ 0 h 19078"/>
              <a:gd name="txR" fmla="*/ 21600 w 21600"/>
              <a:gd name="txB" fmla="*/ 19078 h 19078"/>
            </a:gdLst>
            <a:ahLst/>
            <a:cxnLst>
              <a:cxn ang="0">
                <a:pos x="2147483647" y="0"/>
              </a:cxn>
              <a:cxn ang="0">
                <a:pos x="2147483647" y="2147483647"/>
              </a:cxn>
              <a:cxn ang="0">
                <a:pos x="0" y="2147483647"/>
              </a:cxn>
            </a:cxnLst>
            <a:rect l="txL" t="txT" r="txR" b="txB"/>
            <a:pathLst>
              <a:path w="21600" h="19078" fill="none">
                <a:moveTo>
                  <a:pt x="10128" y="0"/>
                </a:moveTo>
                <a:cubicBezTo>
                  <a:pt x="17187" y="3747"/>
                  <a:pt x="21600" y="11086"/>
                  <a:pt x="21600" y="19078"/>
                </a:cubicBezTo>
              </a:path>
              <a:path w="21600" h="19078" stroke="0">
                <a:moveTo>
                  <a:pt x="10128" y="0"/>
                </a:moveTo>
                <a:cubicBezTo>
                  <a:pt x="17187" y="3747"/>
                  <a:pt x="21600" y="11086"/>
                  <a:pt x="21600" y="19078"/>
                </a:cubicBezTo>
                <a:lnTo>
                  <a:pt x="0" y="19078"/>
                </a:lnTo>
                <a:lnTo>
                  <a:pt x="10128" y="0"/>
                </a:lnTo>
                <a:close/>
              </a:path>
            </a:pathLst>
          </a:custGeom>
          <a:noFill/>
          <a:ln w="38100" cap="flat" cmpd="sng">
            <a:solidFill>
              <a:srgbClr val="FF5050">
                <a:alpha val="100000"/>
              </a:srgbClr>
            </a:solidFill>
            <a:prstDash val="solid"/>
            <a:round/>
            <a:headEnd type="none" w="med" len="med"/>
            <a:tailEnd type="none" w="med" len="med"/>
          </a:ln>
        </p:spPr>
        <p:txBody>
          <a:bodyPr/>
          <a:p>
            <a:endParaRPr lang="zh-CN" altLang="en-US"/>
          </a:p>
        </p:txBody>
      </p:sp>
      <p:sp>
        <p:nvSpPr>
          <p:cNvPr id="952340" name="Text Box 20"/>
          <p:cNvSpPr txBox="1"/>
          <p:nvPr/>
        </p:nvSpPr>
        <p:spPr>
          <a:xfrm>
            <a:off x="5292725" y="3860800"/>
            <a:ext cx="762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5050"/>
                </a:solidFill>
                <a:latin typeface="Times New Roman" panose="02020603050405020304" pitchFamily="18" charset="0"/>
                <a:ea typeface="华文中宋" panose="02010600040101010101" pitchFamily="2" charset="-122"/>
              </a:rPr>
              <a:t>30</a:t>
            </a:r>
            <a:r>
              <a:rPr lang="en-US" altLang="zh-CN" sz="2400" b="1" baseline="30000" dirty="0">
                <a:solidFill>
                  <a:srgbClr val="FF5050"/>
                </a:solidFill>
                <a:latin typeface="Times New Roman" panose="02020603050405020304" pitchFamily="18" charset="0"/>
                <a:ea typeface="华文中宋" panose="02010600040101010101" pitchFamily="2" charset="-122"/>
              </a:rPr>
              <a:t>0</a:t>
            </a:r>
            <a:endParaRPr lang="en-US" altLang="zh-CN" sz="2400" b="1" baseline="30000" dirty="0">
              <a:solidFill>
                <a:srgbClr val="FF5050"/>
              </a:solidFill>
              <a:latin typeface="Times New Roman" panose="02020603050405020304" pitchFamily="18" charset="0"/>
              <a:ea typeface="华文中宋" panose="02010600040101010101" pitchFamily="2" charset="-122"/>
            </a:endParaRPr>
          </a:p>
        </p:txBody>
      </p:sp>
      <p:sp>
        <p:nvSpPr>
          <p:cNvPr id="952341" name="Text Box 21"/>
          <p:cNvSpPr txBox="1"/>
          <p:nvPr/>
        </p:nvSpPr>
        <p:spPr>
          <a:xfrm>
            <a:off x="5148263" y="4292600"/>
            <a:ext cx="1143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a:t>
            </a:r>
            <a:r>
              <a:rPr lang="en-US" altLang="zh-CN" sz="2400" b="1" dirty="0">
                <a:solidFill>
                  <a:schemeClr val="accent2"/>
                </a:solidFill>
                <a:latin typeface="Times New Roman" panose="02020603050405020304" pitchFamily="18" charset="0"/>
                <a:ea typeface="华文中宋" panose="02010600040101010101" pitchFamily="2" charset="-122"/>
              </a:rPr>
              <a:t>60</a:t>
            </a:r>
            <a:r>
              <a:rPr lang="en-US" altLang="zh-CN" sz="2400" b="1" baseline="30000" dirty="0">
                <a:solidFill>
                  <a:schemeClr val="accent2"/>
                </a:solidFill>
                <a:latin typeface="Times New Roman" panose="02020603050405020304" pitchFamily="18" charset="0"/>
                <a:ea typeface="华文中宋" panose="02010600040101010101" pitchFamily="2" charset="-122"/>
              </a:rPr>
              <a:t>0</a:t>
            </a:r>
            <a:endParaRPr lang="en-US" altLang="zh-CN" sz="2400" b="1" baseline="30000" dirty="0">
              <a:solidFill>
                <a:schemeClr val="accent2"/>
              </a:solidFill>
              <a:latin typeface="Times New Roman" panose="02020603050405020304" pitchFamily="18" charset="0"/>
              <a:ea typeface="华文中宋" panose="02010600040101010101" pitchFamily="2" charset="-122"/>
            </a:endParaRPr>
          </a:p>
        </p:txBody>
      </p:sp>
      <p:sp>
        <p:nvSpPr>
          <p:cNvPr id="952342" name="Arc 22"/>
          <p:cNvSpPr/>
          <p:nvPr/>
        </p:nvSpPr>
        <p:spPr>
          <a:xfrm rot="3648796">
            <a:off x="5029200" y="4264025"/>
            <a:ext cx="228600" cy="339725"/>
          </a:xfrm>
          <a:custGeom>
            <a:avLst/>
            <a:gdLst>
              <a:gd name="txL" fmla="*/ 0 w 21600"/>
              <a:gd name="txT" fmla="*/ 0 h 31974"/>
              <a:gd name="txR" fmla="*/ 21600 w 21600"/>
              <a:gd name="txB" fmla="*/ 31974 h 31974"/>
            </a:gdLst>
            <a:ahLst/>
            <a:cxnLst>
              <a:cxn ang="0">
                <a:pos x="2147483647" y="0"/>
              </a:cxn>
              <a:cxn ang="0">
                <a:pos x="2147483647" y="2147483647"/>
              </a:cxn>
              <a:cxn ang="0">
                <a:pos x="0" y="2147483647"/>
              </a:cxn>
            </a:cxnLst>
            <a:rect l="txL" t="txT" r="txR" b="txB"/>
            <a:pathLst>
              <a:path w="21600" h="31974" fill="none">
                <a:moveTo>
                  <a:pt x="1453" y="-1"/>
                </a:moveTo>
                <a:cubicBezTo>
                  <a:pt x="12792" y="764"/>
                  <a:pt x="21600" y="10185"/>
                  <a:pt x="21600" y="21551"/>
                </a:cubicBezTo>
                <a:cubicBezTo>
                  <a:pt x="21600" y="25195"/>
                  <a:pt x="20677" y="28781"/>
                  <a:pt x="18918" y="31973"/>
                </a:cubicBezTo>
              </a:path>
              <a:path w="21600" h="31974" stroke="0">
                <a:moveTo>
                  <a:pt x="1453" y="-1"/>
                </a:moveTo>
                <a:cubicBezTo>
                  <a:pt x="12792" y="764"/>
                  <a:pt x="21600" y="10185"/>
                  <a:pt x="21600" y="21551"/>
                </a:cubicBezTo>
                <a:cubicBezTo>
                  <a:pt x="21600" y="25195"/>
                  <a:pt x="20677" y="28781"/>
                  <a:pt x="18918" y="31973"/>
                </a:cubicBezTo>
                <a:lnTo>
                  <a:pt x="0" y="21551"/>
                </a:lnTo>
                <a:lnTo>
                  <a:pt x="1453" y="-1"/>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952343" name="Object 23">
            <a:hlinkClick r:id="" action="ppaction://ole?verb="/>
          </p:cNvPr>
          <p:cNvGraphicFramePr/>
          <p:nvPr/>
        </p:nvGraphicFramePr>
        <p:xfrm>
          <a:off x="7340600" y="2809875"/>
          <a:ext cx="344488" cy="520700"/>
        </p:xfrm>
        <a:graphic>
          <a:graphicData uri="http://schemas.openxmlformats.org/presentationml/2006/ole">
            <mc:AlternateContent xmlns:mc="http://schemas.openxmlformats.org/markup-compatibility/2006">
              <mc:Choice xmlns:v="urn:schemas-microsoft-com:vml" Requires="v">
                <p:oleObj spid="_x0000_s3112" name="" r:id="rId9" imgW="165100" imgH="228600" progId="Equation.3">
                  <p:embed/>
                </p:oleObj>
              </mc:Choice>
              <mc:Fallback>
                <p:oleObj name="" r:id="rId9" imgW="165100" imgH="228600" progId="Equation.3">
                  <p:embed/>
                  <p:pic>
                    <p:nvPicPr>
                      <p:cNvPr id="0" name="图片 3111"/>
                      <p:cNvPicPr/>
                      <p:nvPr/>
                    </p:nvPicPr>
                    <p:blipFill>
                      <a:blip r:embed="rId10"/>
                      <a:stretch>
                        <a:fillRect/>
                      </a:stretch>
                    </p:blipFill>
                    <p:spPr>
                      <a:xfrm>
                        <a:off x="7340600" y="2809875"/>
                        <a:ext cx="344488" cy="520700"/>
                      </a:xfrm>
                      <a:prstGeom prst="rect">
                        <a:avLst/>
                      </a:prstGeom>
                      <a:noFill/>
                      <a:ln w="38100">
                        <a:noFill/>
                        <a:miter/>
                      </a:ln>
                    </p:spPr>
                  </p:pic>
                </p:oleObj>
              </mc:Fallback>
            </mc:AlternateContent>
          </a:graphicData>
        </a:graphic>
      </p:graphicFrame>
      <p:graphicFrame>
        <p:nvGraphicFramePr>
          <p:cNvPr id="952346" name="Object 26"/>
          <p:cNvGraphicFramePr>
            <a:graphicFrameLocks noChangeAspect="1"/>
          </p:cNvGraphicFramePr>
          <p:nvPr/>
        </p:nvGraphicFramePr>
        <p:xfrm>
          <a:off x="755650" y="3213100"/>
          <a:ext cx="3311525" cy="1501775"/>
        </p:xfrm>
        <a:graphic>
          <a:graphicData uri="http://schemas.openxmlformats.org/presentationml/2006/ole">
            <mc:AlternateContent xmlns:mc="http://schemas.openxmlformats.org/markup-compatibility/2006">
              <mc:Choice xmlns:v="urn:schemas-microsoft-com:vml" Requires="v">
                <p:oleObj spid="_x0000_s3113" name="" r:id="rId11" imgW="1231900" imgH="457200" progId="Equation.3">
                  <p:embed/>
                </p:oleObj>
              </mc:Choice>
              <mc:Fallback>
                <p:oleObj name="" r:id="rId11" imgW="1231900" imgH="457200" progId="Equation.3">
                  <p:embed/>
                  <p:pic>
                    <p:nvPicPr>
                      <p:cNvPr id="0" name="图片 3112"/>
                      <p:cNvPicPr/>
                      <p:nvPr/>
                    </p:nvPicPr>
                    <p:blipFill>
                      <a:blip r:embed="rId12">
                        <a:clrChange>
                          <a:clrFrom>
                            <a:srgbClr val="000000"/>
                          </a:clrFrom>
                          <a:clrTo>
                            <a:srgbClr val="006600"/>
                          </a:clrTo>
                        </a:clrChange>
                      </a:blip>
                      <a:stretch>
                        <a:fillRect/>
                      </a:stretch>
                    </p:blipFill>
                    <p:spPr>
                      <a:xfrm>
                        <a:off x="755650" y="3213100"/>
                        <a:ext cx="3311525" cy="1501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52324"/>
                                        </p:tgtEl>
                                        <p:attrNameLst>
                                          <p:attrName>style.visibility</p:attrName>
                                        </p:attrNameLst>
                                      </p:cBhvr>
                                      <p:to>
                                        <p:strVal val="visible"/>
                                      </p:to>
                                    </p:set>
                                    <p:animEffect transition="in" filter="blinds(horizontal)">
                                      <p:cBhvr>
                                        <p:cTn id="7" dur="500"/>
                                        <p:tgtEl>
                                          <p:spTgt spid="952324"/>
                                        </p:tgtEl>
                                      </p:cBhvr>
                                    </p:animEffect>
                                  </p:childTnLst>
                                </p:cTn>
                              </p:par>
                              <p:par>
                                <p:cTn id="8" presetID="3" presetClass="entr" presetSubtype="10" fill="hold" nodeType="withEffect">
                                  <p:stCondLst>
                                    <p:cond delay="0"/>
                                  </p:stCondLst>
                                  <p:childTnLst>
                                    <p:set>
                                      <p:cBhvr>
                                        <p:cTn id="9" dur="1" fill="hold">
                                          <p:stCondLst>
                                            <p:cond delay="0"/>
                                          </p:stCondLst>
                                        </p:cTn>
                                        <p:tgtEl>
                                          <p:spTgt spid="952325"/>
                                        </p:tgtEl>
                                        <p:attrNameLst>
                                          <p:attrName>style.visibility</p:attrName>
                                        </p:attrNameLst>
                                      </p:cBhvr>
                                      <p:to>
                                        <p:strVal val="visible"/>
                                      </p:to>
                                    </p:set>
                                    <p:animEffect transition="in" filter="blinds(horizontal)">
                                      <p:cBhvr>
                                        <p:cTn id="10" dur="500"/>
                                        <p:tgtEl>
                                          <p:spTgt spid="952325"/>
                                        </p:tgtEl>
                                      </p:cBhvr>
                                    </p:animEffect>
                                  </p:childTnLst>
                                </p:cTn>
                              </p:par>
                              <p:par>
                                <p:cTn id="11" presetID="3" presetClass="entr" presetSubtype="10" fill="hold" nodeType="withEffect">
                                  <p:stCondLst>
                                    <p:cond delay="0"/>
                                  </p:stCondLst>
                                  <p:childTnLst>
                                    <p:set>
                                      <p:cBhvr>
                                        <p:cTn id="12" dur="1" fill="hold">
                                          <p:stCondLst>
                                            <p:cond delay="0"/>
                                          </p:stCondLst>
                                        </p:cTn>
                                        <p:tgtEl>
                                          <p:spTgt spid="952326"/>
                                        </p:tgtEl>
                                        <p:attrNameLst>
                                          <p:attrName>style.visibility</p:attrName>
                                        </p:attrNameLst>
                                      </p:cBhvr>
                                      <p:to>
                                        <p:strVal val="visible"/>
                                      </p:to>
                                    </p:set>
                                    <p:animEffect transition="in" filter="blinds(horizontal)">
                                      <p:cBhvr>
                                        <p:cTn id="13" dur="500"/>
                                        <p:tgtEl>
                                          <p:spTgt spid="952326"/>
                                        </p:tgtEl>
                                      </p:cBhvr>
                                    </p:animEffect>
                                  </p:childTnLst>
                                </p:cTn>
                              </p:par>
                              <p:par>
                                <p:cTn id="14" presetID="3" presetClass="entr" presetSubtype="10" fill="hold" nodeType="withEffect">
                                  <p:stCondLst>
                                    <p:cond delay="0"/>
                                  </p:stCondLst>
                                  <p:childTnLst>
                                    <p:set>
                                      <p:cBhvr>
                                        <p:cTn id="15" dur="1" fill="hold">
                                          <p:stCondLst>
                                            <p:cond delay="0"/>
                                          </p:stCondLst>
                                        </p:cTn>
                                        <p:tgtEl>
                                          <p:spTgt spid="952327"/>
                                        </p:tgtEl>
                                        <p:attrNameLst>
                                          <p:attrName>style.visibility</p:attrName>
                                        </p:attrNameLst>
                                      </p:cBhvr>
                                      <p:to>
                                        <p:strVal val="visible"/>
                                      </p:to>
                                    </p:set>
                                    <p:animEffect transition="in" filter="blinds(horizontal)">
                                      <p:cBhvr>
                                        <p:cTn id="16" dur="500"/>
                                        <p:tgtEl>
                                          <p:spTgt spid="95232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52346"/>
                                        </p:tgtEl>
                                        <p:attrNameLst>
                                          <p:attrName>style.visibility</p:attrName>
                                        </p:attrNameLst>
                                      </p:cBhvr>
                                      <p:to>
                                        <p:strVal val="visible"/>
                                      </p:to>
                                    </p:set>
                                    <p:animEffect transition="in" filter="blinds(horizontal)">
                                      <p:cBhvr>
                                        <p:cTn id="21" dur="500"/>
                                        <p:tgtEl>
                                          <p:spTgt spid="952346"/>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strips(upRigh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952331"/>
                                        </p:tgtEl>
                                        <p:attrNameLst>
                                          <p:attrName>style.visibility</p:attrName>
                                        </p:attrNameLst>
                                      </p:cBhvr>
                                      <p:to>
                                        <p:strVal val="visible"/>
                                      </p:to>
                                    </p:set>
                                    <p:animEffect transition="in" filter="strips(upRight)">
                                      <p:cBhvr>
                                        <p:cTn id="31" dur="500"/>
                                        <p:tgtEl>
                                          <p:spTgt spid="952331"/>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952343"/>
                                        </p:tgtEl>
                                        <p:attrNameLst>
                                          <p:attrName>style.visibility</p:attrName>
                                        </p:attrNameLst>
                                      </p:cBhvr>
                                      <p:to>
                                        <p:strVal val="visible"/>
                                      </p:to>
                                    </p:set>
                                    <p:animEffect transition="in" filter="wipe(left)">
                                      <p:cBhvr>
                                        <p:cTn id="35" dur="500"/>
                                        <p:tgtEl>
                                          <p:spTgt spid="952343"/>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nodeType="clickEffect">
                                  <p:stCondLst>
                                    <p:cond delay="0"/>
                                  </p:stCondLst>
                                  <p:childTnLst>
                                    <p:set>
                                      <p:cBhvr>
                                        <p:cTn id="39" dur="1" fill="hold">
                                          <p:stCondLst>
                                            <p:cond delay="0"/>
                                          </p:stCondLst>
                                        </p:cTn>
                                        <p:tgtEl>
                                          <p:spTgt spid="952339"/>
                                        </p:tgtEl>
                                        <p:attrNameLst>
                                          <p:attrName>style.visibility</p:attrName>
                                        </p:attrNameLst>
                                      </p:cBhvr>
                                      <p:to>
                                        <p:strVal val="visible"/>
                                      </p:to>
                                    </p:set>
                                    <p:animEffect transition="in" filter="wheel(1)">
                                      <p:cBhvr>
                                        <p:cTn id="40" dur="500"/>
                                        <p:tgtEl>
                                          <p:spTgt spid="952339"/>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952340"/>
                                        </p:tgtEl>
                                        <p:attrNameLst>
                                          <p:attrName>style.visibility</p:attrName>
                                        </p:attrNameLst>
                                      </p:cBhvr>
                                      <p:to>
                                        <p:strVal val="visible"/>
                                      </p:to>
                                    </p:set>
                                    <p:animEffect transition="in" filter="wipe(left)">
                                      <p:cBhvr>
                                        <p:cTn id="44" dur="500"/>
                                        <p:tgtEl>
                                          <p:spTgt spid="952340"/>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952332"/>
                                        </p:tgtEl>
                                        <p:attrNameLst>
                                          <p:attrName>style.visibility</p:attrName>
                                        </p:attrNameLst>
                                      </p:cBhvr>
                                      <p:to>
                                        <p:strVal val="visible"/>
                                      </p:to>
                                    </p:set>
                                    <p:animEffect transition="in" filter="strips(downRight)">
                                      <p:cBhvr>
                                        <p:cTn id="49" dur="500"/>
                                        <p:tgtEl>
                                          <p:spTgt spid="952332"/>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952336"/>
                                        </p:tgtEl>
                                        <p:attrNameLst>
                                          <p:attrName>style.visibility</p:attrName>
                                        </p:attrNameLst>
                                      </p:cBhvr>
                                      <p:to>
                                        <p:strVal val="visible"/>
                                      </p:to>
                                    </p:set>
                                    <p:animEffect transition="in" filter="wipe(left)">
                                      <p:cBhvr>
                                        <p:cTn id="53" dur="500"/>
                                        <p:tgtEl>
                                          <p:spTgt spid="952336"/>
                                        </p:tgtEl>
                                      </p:cBhvr>
                                    </p:animEffect>
                                  </p:childTnLst>
                                </p:cTn>
                              </p:par>
                            </p:childTnLst>
                          </p:cTn>
                        </p:par>
                      </p:childTnLst>
                    </p:cTn>
                  </p:par>
                  <p:par>
                    <p:cTn id="54" fill="hold">
                      <p:stCondLst>
                        <p:cond delay="indefinite"/>
                      </p:stCondLst>
                      <p:childTnLst>
                        <p:par>
                          <p:cTn id="55" fill="hold">
                            <p:stCondLst>
                              <p:cond delay="0"/>
                            </p:stCondLst>
                            <p:childTnLst>
                              <p:par>
                                <p:cTn id="56" presetID="21" presetClass="entr" presetSubtype="1" fill="hold" nodeType="clickEffect">
                                  <p:stCondLst>
                                    <p:cond delay="0"/>
                                  </p:stCondLst>
                                  <p:childTnLst>
                                    <p:set>
                                      <p:cBhvr>
                                        <p:cTn id="57" dur="1" fill="hold">
                                          <p:stCondLst>
                                            <p:cond delay="0"/>
                                          </p:stCondLst>
                                        </p:cTn>
                                        <p:tgtEl>
                                          <p:spTgt spid="952342"/>
                                        </p:tgtEl>
                                        <p:attrNameLst>
                                          <p:attrName>style.visibility</p:attrName>
                                        </p:attrNameLst>
                                      </p:cBhvr>
                                      <p:to>
                                        <p:strVal val="visible"/>
                                      </p:to>
                                    </p:set>
                                    <p:animEffect transition="in" filter="wheel(1)">
                                      <p:cBhvr>
                                        <p:cTn id="58" dur="500"/>
                                        <p:tgtEl>
                                          <p:spTgt spid="952342"/>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952341"/>
                                        </p:tgtEl>
                                        <p:attrNameLst>
                                          <p:attrName>style.visibility</p:attrName>
                                        </p:attrNameLst>
                                      </p:cBhvr>
                                      <p:to>
                                        <p:strVal val="visible"/>
                                      </p:to>
                                    </p:set>
                                    <p:animEffect transition="in" filter="wipe(left)">
                                      <p:cBhvr>
                                        <p:cTn id="62" dur="500"/>
                                        <p:tgtEl>
                                          <p:spTgt spid="952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4" grpId="0"/>
      <p:bldP spid="952340" grpId="0"/>
      <p:bldP spid="9523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6"/>
          <p:cNvSpPr txBox="1">
            <a:spLocks noGrp="1"/>
          </p:cNvSpPr>
          <p:nvPr>
            <p:ph type="sldNum" sz="quarter" idx="4"/>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3359" name="Text Box 15"/>
          <p:cNvSpPr txBox="1"/>
          <p:nvPr/>
        </p:nvSpPr>
        <p:spPr>
          <a:xfrm>
            <a:off x="4859338" y="6021388"/>
            <a:ext cx="3113087"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zh-CN" altLang="en-US" sz="2000" b="1" dirty="0">
                <a:solidFill>
                  <a:schemeClr val="tx2"/>
                </a:solidFill>
                <a:latin typeface="Times New Roman" panose="02020603050405020304" pitchFamily="18" charset="0"/>
                <a:ea typeface="华文中宋" panose="02010600040101010101" pitchFamily="2" charset="-122"/>
              </a:rPr>
              <a:t>相量图</a:t>
            </a:r>
            <a:endParaRPr lang="zh-CN" altLang="en-US" sz="2000" b="1" dirty="0">
              <a:solidFill>
                <a:schemeClr val="tx2"/>
              </a:solidFill>
              <a:latin typeface="Times New Roman" panose="02020603050405020304" pitchFamily="18" charset="0"/>
              <a:ea typeface="华文中宋" panose="02010600040101010101" pitchFamily="2" charset="-122"/>
            </a:endParaRPr>
          </a:p>
        </p:txBody>
      </p:sp>
      <p:grpSp>
        <p:nvGrpSpPr>
          <p:cNvPr id="2" name="Group 40"/>
          <p:cNvGrpSpPr/>
          <p:nvPr/>
        </p:nvGrpSpPr>
        <p:grpSpPr>
          <a:xfrm>
            <a:off x="5983288" y="3003550"/>
            <a:ext cx="3429000" cy="2881313"/>
            <a:chOff x="3107" y="1888"/>
            <a:chExt cx="2160" cy="1815"/>
          </a:xfrm>
        </p:grpSpPr>
        <p:sp>
          <p:nvSpPr>
            <p:cNvPr id="24594" name="Line 6"/>
            <p:cNvSpPr/>
            <p:nvPr/>
          </p:nvSpPr>
          <p:spPr>
            <a:xfrm>
              <a:off x="3107" y="3168"/>
              <a:ext cx="2016" cy="0"/>
            </a:xfrm>
            <a:prstGeom prst="line">
              <a:avLst/>
            </a:prstGeom>
            <a:ln w="38100" cap="flat" cmpd="sng">
              <a:solidFill>
                <a:schemeClr val="tx1"/>
              </a:solidFill>
              <a:prstDash val="solid"/>
              <a:headEnd type="none" w="med" len="med"/>
              <a:tailEnd type="triangle" w="med" len="med"/>
            </a:ln>
          </p:spPr>
        </p:sp>
        <p:sp>
          <p:nvSpPr>
            <p:cNvPr id="24595" name="Line 7"/>
            <p:cNvSpPr/>
            <p:nvPr/>
          </p:nvSpPr>
          <p:spPr>
            <a:xfrm>
              <a:off x="3539" y="2160"/>
              <a:ext cx="0" cy="1536"/>
            </a:xfrm>
            <a:prstGeom prst="line">
              <a:avLst/>
            </a:prstGeom>
            <a:ln w="38100" cap="flat" cmpd="sng">
              <a:solidFill>
                <a:schemeClr val="tx1"/>
              </a:solidFill>
              <a:prstDash val="solid"/>
              <a:headEnd type="triangle" w="med" len="med"/>
              <a:tailEnd type="none" w="med" len="lg"/>
            </a:ln>
          </p:spPr>
        </p:sp>
        <p:sp>
          <p:nvSpPr>
            <p:cNvPr id="24596" name="Line 8"/>
            <p:cNvSpPr/>
            <p:nvPr/>
          </p:nvSpPr>
          <p:spPr>
            <a:xfrm flipV="1">
              <a:off x="3539" y="1888"/>
              <a:ext cx="1291" cy="1280"/>
            </a:xfrm>
            <a:prstGeom prst="line">
              <a:avLst/>
            </a:prstGeom>
            <a:ln w="38100" cap="flat" cmpd="sng">
              <a:solidFill>
                <a:srgbClr val="FF5050"/>
              </a:solidFill>
              <a:prstDash val="solid"/>
              <a:headEnd type="none" w="med" len="med"/>
              <a:tailEnd type="triangle" w="med" len="med"/>
            </a:ln>
          </p:spPr>
        </p:sp>
        <p:sp>
          <p:nvSpPr>
            <p:cNvPr id="24597" name="Line 9"/>
            <p:cNvSpPr/>
            <p:nvPr/>
          </p:nvSpPr>
          <p:spPr>
            <a:xfrm>
              <a:off x="3539" y="3168"/>
              <a:ext cx="611" cy="217"/>
            </a:xfrm>
            <a:prstGeom prst="line">
              <a:avLst/>
            </a:prstGeom>
            <a:ln w="38100" cap="flat" cmpd="sng">
              <a:solidFill>
                <a:schemeClr val="accent2"/>
              </a:solidFill>
              <a:prstDash val="solid"/>
              <a:headEnd type="none" w="med" len="med"/>
              <a:tailEnd type="triangle" w="med" len="med"/>
            </a:ln>
          </p:spPr>
        </p:sp>
        <p:sp>
          <p:nvSpPr>
            <p:cNvPr id="24598" name="Text Box 10"/>
            <p:cNvSpPr txBox="1"/>
            <p:nvPr/>
          </p:nvSpPr>
          <p:spPr>
            <a:xfrm>
              <a:off x="3203" y="2208"/>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j</a:t>
              </a:r>
              <a:endParaRPr lang="en-US" altLang="zh-CN" sz="2400" b="1" dirty="0">
                <a:latin typeface="Times New Roman" panose="02020603050405020304" pitchFamily="18" charset="0"/>
                <a:ea typeface="华文中宋" panose="02010600040101010101" pitchFamily="2" charset="-122"/>
              </a:endParaRPr>
            </a:p>
          </p:txBody>
        </p:sp>
        <p:sp>
          <p:nvSpPr>
            <p:cNvPr id="24599" name="Text Box 11"/>
            <p:cNvSpPr txBox="1"/>
            <p:nvPr/>
          </p:nvSpPr>
          <p:spPr>
            <a:xfrm>
              <a:off x="4883" y="321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24600" name="Text Box 12"/>
            <p:cNvSpPr txBox="1"/>
            <p:nvPr/>
          </p:nvSpPr>
          <p:spPr>
            <a:xfrm>
              <a:off x="3299" y="312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graphicFrame>
          <p:nvGraphicFramePr>
            <p:cNvPr id="24601" name="Object 13">
              <a:hlinkClick r:id="" action="ppaction://ole?verb="/>
            </p:cNvPr>
            <p:cNvGraphicFramePr/>
            <p:nvPr/>
          </p:nvGraphicFramePr>
          <p:xfrm>
            <a:off x="4195" y="3430"/>
            <a:ext cx="167" cy="273"/>
          </p:xfrm>
          <a:graphic>
            <a:graphicData uri="http://schemas.openxmlformats.org/presentationml/2006/ole">
              <mc:AlternateContent xmlns:mc="http://schemas.openxmlformats.org/markup-compatibility/2006">
                <mc:Choice xmlns:v="urn:schemas-microsoft-com:vml" Requires="v">
                  <p:oleObj spid="_x0000_s3119" name="" r:id="rId1" imgW="127000" imgH="190500" progId="Equation.3">
                    <p:embed/>
                  </p:oleObj>
                </mc:Choice>
                <mc:Fallback>
                  <p:oleObj name="" r:id="rId1" imgW="127000" imgH="190500" progId="Equation.3">
                    <p:embed/>
                    <p:pic>
                      <p:nvPicPr>
                        <p:cNvPr id="0" name="图片 3118"/>
                        <p:cNvPicPr/>
                        <p:nvPr/>
                      </p:nvPicPr>
                      <p:blipFill>
                        <a:blip r:embed="rId2"/>
                        <a:stretch>
                          <a:fillRect/>
                        </a:stretch>
                      </p:blipFill>
                      <p:spPr>
                        <a:xfrm>
                          <a:off x="4195" y="3430"/>
                          <a:ext cx="167" cy="273"/>
                        </a:xfrm>
                        <a:prstGeom prst="rect">
                          <a:avLst/>
                        </a:prstGeom>
                        <a:noFill/>
                        <a:ln w="38100">
                          <a:noFill/>
                          <a:miter/>
                        </a:ln>
                      </p:spPr>
                    </p:pic>
                  </p:oleObj>
                </mc:Fallback>
              </mc:AlternateContent>
            </a:graphicData>
          </a:graphic>
        </p:graphicFrame>
        <p:graphicFrame>
          <p:nvGraphicFramePr>
            <p:cNvPr id="24602" name="Object 14">
              <a:hlinkClick r:id="" action="ppaction://ole?verb="/>
            </p:cNvPr>
            <p:cNvGraphicFramePr/>
            <p:nvPr/>
          </p:nvGraphicFramePr>
          <p:xfrm>
            <a:off x="4921" y="1888"/>
            <a:ext cx="217" cy="292"/>
          </p:xfrm>
          <a:graphic>
            <a:graphicData uri="http://schemas.openxmlformats.org/presentationml/2006/ole">
              <mc:AlternateContent xmlns:mc="http://schemas.openxmlformats.org/markup-compatibility/2006">
                <mc:Choice xmlns:v="urn:schemas-microsoft-com:vml" Requires="v">
                  <p:oleObj spid="_x0000_s3118" name="" r:id="rId3" imgW="165100" imgH="203200" progId="Equation.3">
                    <p:embed/>
                  </p:oleObj>
                </mc:Choice>
                <mc:Fallback>
                  <p:oleObj name="" r:id="rId3" imgW="165100" imgH="203200" progId="Equation.3">
                    <p:embed/>
                    <p:pic>
                      <p:nvPicPr>
                        <p:cNvPr id="0" name="图片 3117"/>
                        <p:cNvPicPr/>
                        <p:nvPr/>
                      </p:nvPicPr>
                      <p:blipFill>
                        <a:blip r:embed="rId4"/>
                        <a:stretch>
                          <a:fillRect/>
                        </a:stretch>
                      </p:blipFill>
                      <p:spPr>
                        <a:xfrm>
                          <a:off x="4921" y="1888"/>
                          <a:ext cx="217" cy="292"/>
                        </a:xfrm>
                        <a:prstGeom prst="rect">
                          <a:avLst/>
                        </a:prstGeom>
                        <a:noFill/>
                        <a:ln w="38100">
                          <a:noFill/>
                          <a:miter/>
                        </a:ln>
                      </p:spPr>
                    </p:pic>
                  </p:oleObj>
                </mc:Fallback>
              </mc:AlternateContent>
            </a:graphicData>
          </a:graphic>
        </p:graphicFrame>
        <p:sp>
          <p:nvSpPr>
            <p:cNvPr id="24603" name="Arc 16"/>
            <p:cNvSpPr/>
            <p:nvPr/>
          </p:nvSpPr>
          <p:spPr>
            <a:xfrm>
              <a:off x="3731" y="2976"/>
              <a:ext cx="96" cy="19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5050">
                  <a:alpha val="100000"/>
                </a:srgbClr>
              </a:solidFill>
              <a:prstDash val="solid"/>
              <a:round/>
              <a:headEnd type="none" w="med" len="med"/>
              <a:tailEnd type="none" w="med" len="med"/>
            </a:ln>
          </p:spPr>
          <p:txBody>
            <a:bodyPr/>
            <a:p>
              <a:endParaRPr lang="zh-CN" altLang="en-US"/>
            </a:p>
          </p:txBody>
        </p:sp>
        <p:sp>
          <p:nvSpPr>
            <p:cNvPr id="24604" name="Text Box 17"/>
            <p:cNvSpPr txBox="1"/>
            <p:nvPr/>
          </p:nvSpPr>
          <p:spPr>
            <a:xfrm>
              <a:off x="3827" y="2880"/>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FF5050"/>
                  </a:solidFill>
                  <a:latin typeface="Times New Roman" panose="02020603050405020304" pitchFamily="18" charset="0"/>
                  <a:ea typeface="华文中宋" panose="02010600040101010101" pitchFamily="2" charset="-122"/>
                </a:rPr>
                <a:t>45</a:t>
              </a:r>
              <a:r>
                <a:rPr lang="en-US" altLang="zh-CN" sz="2400" b="1" baseline="30000" dirty="0">
                  <a:solidFill>
                    <a:srgbClr val="FF5050"/>
                  </a:solidFill>
                  <a:latin typeface="Times New Roman" panose="02020603050405020304" pitchFamily="18" charset="0"/>
                  <a:ea typeface="华文中宋" panose="02010600040101010101" pitchFamily="2" charset="-122"/>
                </a:rPr>
                <a:t>0</a:t>
              </a:r>
              <a:endParaRPr lang="en-US" altLang="zh-CN" sz="2400" b="1" baseline="30000" dirty="0">
                <a:solidFill>
                  <a:srgbClr val="FF5050"/>
                </a:solidFill>
                <a:latin typeface="Times New Roman" panose="02020603050405020304" pitchFamily="18" charset="0"/>
                <a:ea typeface="华文中宋" panose="02010600040101010101" pitchFamily="2" charset="-122"/>
              </a:endParaRPr>
            </a:p>
          </p:txBody>
        </p:sp>
        <p:sp>
          <p:nvSpPr>
            <p:cNvPr id="24605" name="Text Box 18"/>
            <p:cNvSpPr txBox="1"/>
            <p:nvPr/>
          </p:nvSpPr>
          <p:spPr>
            <a:xfrm>
              <a:off x="4067" y="3168"/>
              <a:ext cx="72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a:t>
              </a:r>
              <a:r>
                <a:rPr lang="en-US" altLang="zh-CN" sz="2400" b="1" dirty="0">
                  <a:solidFill>
                    <a:schemeClr val="accent2"/>
                  </a:solidFill>
                  <a:latin typeface="Times New Roman" panose="02020603050405020304" pitchFamily="18" charset="0"/>
                  <a:ea typeface="华文中宋" panose="02010600040101010101" pitchFamily="2" charset="-122"/>
                </a:rPr>
                <a:t>30</a:t>
              </a:r>
              <a:r>
                <a:rPr lang="en-US" altLang="zh-CN" sz="2400" b="1" baseline="30000" dirty="0">
                  <a:solidFill>
                    <a:schemeClr val="accent2"/>
                  </a:solidFill>
                  <a:latin typeface="Times New Roman" panose="02020603050405020304" pitchFamily="18" charset="0"/>
                  <a:ea typeface="华文中宋" panose="02010600040101010101" pitchFamily="2" charset="-122"/>
                </a:rPr>
                <a:t>0</a:t>
              </a:r>
              <a:endParaRPr lang="en-US" altLang="zh-CN" sz="2400" b="1" baseline="30000" dirty="0">
                <a:solidFill>
                  <a:schemeClr val="accent2"/>
                </a:solidFill>
                <a:latin typeface="Times New Roman" panose="02020603050405020304" pitchFamily="18" charset="0"/>
                <a:ea typeface="华文中宋" panose="02010600040101010101" pitchFamily="2" charset="-122"/>
              </a:endParaRPr>
            </a:p>
          </p:txBody>
        </p:sp>
        <p:sp>
          <p:nvSpPr>
            <p:cNvPr id="24606" name="Arc 19"/>
            <p:cNvSpPr/>
            <p:nvPr/>
          </p:nvSpPr>
          <p:spPr>
            <a:xfrm rot="3648796">
              <a:off x="3971" y="3168"/>
              <a:ext cx="144" cy="144"/>
            </a:xfrm>
            <a:custGeom>
              <a:avLst/>
              <a:gdLst>
                <a:gd name="txL" fmla="*/ 0 w 21600"/>
                <a:gd name="txT" fmla="*/ 0 h 21551"/>
                <a:gd name="txR" fmla="*/ 21600 w 21600"/>
                <a:gd name="txB" fmla="*/ 21551 h 21551"/>
              </a:gdLst>
              <a:ahLst/>
              <a:cxnLst>
                <a:cxn ang="0">
                  <a:pos x="0" y="0"/>
                </a:cxn>
                <a:cxn ang="0">
                  <a:pos x="0" y="0"/>
                </a:cxn>
                <a:cxn ang="0">
                  <a:pos x="0" y="0"/>
                </a:cxn>
              </a:cxnLst>
              <a:rect l="txL" t="txT" r="txR" b="txB"/>
              <a:pathLst>
                <a:path w="21600" h="21551" fill="none">
                  <a:moveTo>
                    <a:pt x="1453" y="-1"/>
                  </a:moveTo>
                  <a:cubicBezTo>
                    <a:pt x="12792" y="764"/>
                    <a:pt x="21600" y="10185"/>
                    <a:pt x="21600" y="21551"/>
                  </a:cubicBezTo>
                </a:path>
                <a:path w="21600" h="21551" stroke="0">
                  <a:moveTo>
                    <a:pt x="1453" y="-1"/>
                  </a:moveTo>
                  <a:cubicBezTo>
                    <a:pt x="12792" y="764"/>
                    <a:pt x="21600" y="10185"/>
                    <a:pt x="21600" y="21551"/>
                  </a:cubicBezTo>
                  <a:lnTo>
                    <a:pt x="0" y="21551"/>
                  </a:lnTo>
                  <a:lnTo>
                    <a:pt x="1453" y="-1"/>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grpSp>
        <p:nvGrpSpPr>
          <p:cNvPr id="3" name="Group 29"/>
          <p:cNvGrpSpPr/>
          <p:nvPr/>
        </p:nvGrpSpPr>
        <p:grpSpPr>
          <a:xfrm>
            <a:off x="17463" y="530225"/>
            <a:ext cx="5478462" cy="912813"/>
            <a:chOff x="215" y="300"/>
            <a:chExt cx="3451" cy="575"/>
          </a:xfrm>
        </p:grpSpPr>
        <p:sp>
          <p:nvSpPr>
            <p:cNvPr id="24591" name="Rectangle 2"/>
            <p:cNvSpPr/>
            <p:nvPr/>
          </p:nvSpPr>
          <p:spPr>
            <a:xfrm>
              <a:off x="215" y="300"/>
              <a:ext cx="624" cy="325"/>
            </a:xfrm>
            <a:prstGeom prst="rect">
              <a:avLst/>
            </a:prstGeom>
            <a:noFill/>
            <a:ln w="127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800" b="1" dirty="0">
                  <a:solidFill>
                    <a:srgbClr val="006600"/>
                  </a:solidFill>
                  <a:latin typeface="Times New Roman" panose="02020603050405020304" pitchFamily="18" charset="0"/>
                  <a:ea typeface="华文中宋" panose="02010600040101010101" pitchFamily="2" charset="-122"/>
                </a:rPr>
                <a:t>[</a:t>
              </a:r>
              <a:r>
                <a:rPr lang="zh-CN" altLang="en-US" sz="2800" b="1" dirty="0">
                  <a:solidFill>
                    <a:srgbClr val="006600"/>
                  </a:solidFill>
                  <a:latin typeface="Times New Roman" panose="02020603050405020304" pitchFamily="18" charset="0"/>
                  <a:ea typeface="华文中宋" panose="02010600040101010101" pitchFamily="2" charset="-122"/>
                </a:rPr>
                <a:t>例</a:t>
              </a:r>
              <a:r>
                <a:rPr lang="en-US" altLang="zh-CN" sz="2800" b="1" dirty="0">
                  <a:solidFill>
                    <a:srgbClr val="006600"/>
                  </a:solidFill>
                  <a:latin typeface="Times New Roman" panose="02020603050405020304" pitchFamily="18" charset="0"/>
                  <a:ea typeface="华文中宋" panose="02010600040101010101" pitchFamily="2" charset="-122"/>
                </a:rPr>
                <a:t>]</a:t>
              </a:r>
              <a:endParaRPr lang="en-US" altLang="zh-CN" sz="2800" b="1" dirty="0">
                <a:solidFill>
                  <a:srgbClr val="006600"/>
                </a:solidFill>
                <a:latin typeface="Times New Roman" panose="02020603050405020304" pitchFamily="18" charset="0"/>
                <a:ea typeface="华文中宋" panose="02010600040101010101" pitchFamily="2" charset="-122"/>
              </a:endParaRPr>
            </a:p>
          </p:txBody>
        </p:sp>
        <p:graphicFrame>
          <p:nvGraphicFramePr>
            <p:cNvPr id="24592" name="Object 3">
              <a:hlinkClick r:id="" action="ppaction://ole?verb="/>
            </p:cNvPr>
            <p:cNvGraphicFramePr/>
            <p:nvPr/>
          </p:nvGraphicFramePr>
          <p:xfrm>
            <a:off x="1746" y="572"/>
            <a:ext cx="1920" cy="303"/>
          </p:xfrm>
          <a:graphic>
            <a:graphicData uri="http://schemas.openxmlformats.org/presentationml/2006/ole">
              <mc:AlternateContent xmlns:mc="http://schemas.openxmlformats.org/markup-compatibility/2006">
                <mc:Choice xmlns:v="urn:schemas-microsoft-com:vml" Requires="v">
                  <p:oleObj spid="_x0000_s3114" name="" r:id="rId5" imgW="1778000" imgH="76200" progId="Equation.3">
                    <p:embed/>
                  </p:oleObj>
                </mc:Choice>
                <mc:Fallback>
                  <p:oleObj name="" r:id="rId5" imgW="1778000" imgH="76200" progId="Equation.3">
                    <p:embed/>
                    <p:pic>
                      <p:nvPicPr>
                        <p:cNvPr id="0" name="图片 3113"/>
                        <p:cNvPicPr/>
                        <p:nvPr/>
                      </p:nvPicPr>
                      <p:blipFill>
                        <a:blip r:embed="rId6">
                          <a:clrChange>
                            <a:clrFrom>
                              <a:srgbClr val="000000"/>
                            </a:clrFrom>
                            <a:clrTo>
                              <a:srgbClr val="0033CC"/>
                            </a:clrTo>
                          </a:clrChange>
                        </a:blip>
                        <a:stretch>
                          <a:fillRect/>
                        </a:stretch>
                      </p:blipFill>
                      <p:spPr>
                        <a:xfrm>
                          <a:off x="1746" y="572"/>
                          <a:ext cx="1920" cy="303"/>
                        </a:xfrm>
                        <a:prstGeom prst="rect">
                          <a:avLst/>
                        </a:prstGeom>
                        <a:noFill/>
                        <a:ln w="38100">
                          <a:noFill/>
                          <a:miter/>
                        </a:ln>
                      </p:spPr>
                    </p:pic>
                  </p:oleObj>
                </mc:Fallback>
              </mc:AlternateContent>
            </a:graphicData>
          </a:graphic>
        </p:graphicFrame>
        <p:sp>
          <p:nvSpPr>
            <p:cNvPr id="24593" name="Text Box 4"/>
            <p:cNvSpPr txBox="1"/>
            <p:nvPr/>
          </p:nvSpPr>
          <p:spPr>
            <a:xfrm>
              <a:off x="720" y="336"/>
              <a:ext cx="1979"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电流瞬时值为：</a:t>
              </a:r>
              <a:endParaRPr lang="zh-CN" altLang="en-US" sz="2400" b="1" dirty="0">
                <a:latin typeface="Times New Roman" panose="02020603050405020304" pitchFamily="18" charset="0"/>
                <a:ea typeface="华文中宋" panose="02010600040101010101" pitchFamily="2" charset="-122"/>
              </a:endParaRPr>
            </a:p>
          </p:txBody>
        </p:sp>
      </p:grpSp>
      <p:grpSp>
        <p:nvGrpSpPr>
          <p:cNvPr id="4" name="Group 37"/>
          <p:cNvGrpSpPr/>
          <p:nvPr/>
        </p:nvGrpSpPr>
        <p:grpSpPr>
          <a:xfrm>
            <a:off x="863600" y="1260475"/>
            <a:ext cx="3889375" cy="854075"/>
            <a:chOff x="748" y="760"/>
            <a:chExt cx="2450" cy="538"/>
          </a:xfrm>
        </p:grpSpPr>
        <p:graphicFrame>
          <p:nvGraphicFramePr>
            <p:cNvPr id="24589" name="Object 21">
              <a:hlinkClick r:id="" action="ppaction://ole?verb="/>
            </p:cNvPr>
            <p:cNvGraphicFramePr/>
            <p:nvPr/>
          </p:nvGraphicFramePr>
          <p:xfrm>
            <a:off x="1612" y="1034"/>
            <a:ext cx="1586" cy="264"/>
          </p:xfrm>
          <a:graphic>
            <a:graphicData uri="http://schemas.openxmlformats.org/presentationml/2006/ole">
              <mc:AlternateContent xmlns:mc="http://schemas.openxmlformats.org/markup-compatibility/2006">
                <mc:Choice xmlns:v="urn:schemas-microsoft-com:vml" Requires="v">
                  <p:oleObj spid="_x0000_s3115" name="" r:id="rId7" imgW="1498600" imgH="101600" progId="Equation.3">
                    <p:embed/>
                  </p:oleObj>
                </mc:Choice>
                <mc:Fallback>
                  <p:oleObj name="" r:id="rId7" imgW="1498600" imgH="101600" progId="Equation.3">
                    <p:embed/>
                    <p:pic>
                      <p:nvPicPr>
                        <p:cNvPr id="0" name="图片 3114"/>
                        <p:cNvPicPr/>
                        <p:nvPr/>
                      </p:nvPicPr>
                      <p:blipFill>
                        <a:blip r:embed="rId8">
                          <a:clrChange>
                            <a:clrFrom>
                              <a:srgbClr val="000000"/>
                            </a:clrFrom>
                            <a:clrTo>
                              <a:srgbClr val="0033CC"/>
                            </a:clrTo>
                          </a:clrChange>
                        </a:blip>
                        <a:stretch>
                          <a:fillRect/>
                        </a:stretch>
                      </p:blipFill>
                      <p:spPr>
                        <a:xfrm>
                          <a:off x="1612" y="1034"/>
                          <a:ext cx="1586" cy="264"/>
                        </a:xfrm>
                        <a:prstGeom prst="rect">
                          <a:avLst/>
                        </a:prstGeom>
                        <a:noFill/>
                        <a:ln w="38100">
                          <a:noFill/>
                          <a:miter/>
                        </a:ln>
                      </p:spPr>
                    </p:pic>
                  </p:oleObj>
                </mc:Fallback>
              </mc:AlternateContent>
            </a:graphicData>
          </a:graphic>
        </p:graphicFrame>
        <p:sp>
          <p:nvSpPr>
            <p:cNvPr id="24590" name="Rectangle 22"/>
            <p:cNvSpPr/>
            <p:nvPr/>
          </p:nvSpPr>
          <p:spPr>
            <a:xfrm>
              <a:off x="748" y="760"/>
              <a:ext cx="129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400" b="1" dirty="0">
                  <a:solidFill>
                    <a:srgbClr val="0000FF"/>
                  </a:solidFill>
                  <a:latin typeface="Times New Roman" panose="02020603050405020304" pitchFamily="18" charset="0"/>
                  <a:ea typeface="华文中宋" panose="02010600040101010101" pitchFamily="2" charset="-122"/>
                </a:rPr>
                <a:t>电流相量：</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grpSp>
      <p:grpSp>
        <p:nvGrpSpPr>
          <p:cNvPr id="5" name="Group 38"/>
          <p:cNvGrpSpPr/>
          <p:nvPr/>
        </p:nvGrpSpPr>
        <p:grpSpPr>
          <a:xfrm>
            <a:off x="174625" y="2897188"/>
            <a:ext cx="5491163" cy="828675"/>
            <a:chOff x="703" y="1380"/>
            <a:chExt cx="3459" cy="522"/>
          </a:xfrm>
        </p:grpSpPr>
        <p:graphicFrame>
          <p:nvGraphicFramePr>
            <p:cNvPr id="24587" name="Object 32">
              <a:hlinkClick r:id="" action="ppaction://ole?verb="/>
            </p:cNvPr>
            <p:cNvGraphicFramePr/>
            <p:nvPr/>
          </p:nvGraphicFramePr>
          <p:xfrm>
            <a:off x="1795" y="1542"/>
            <a:ext cx="2367" cy="360"/>
          </p:xfrm>
          <a:graphic>
            <a:graphicData uri="http://schemas.openxmlformats.org/presentationml/2006/ole">
              <mc:AlternateContent xmlns:mc="http://schemas.openxmlformats.org/markup-compatibility/2006">
                <mc:Choice xmlns:v="urn:schemas-microsoft-com:vml" Requires="v">
                  <p:oleObj spid="_x0000_s3116" name="" r:id="rId9" imgW="2235200" imgH="127000" progId="Equation.3">
                    <p:embed/>
                  </p:oleObj>
                </mc:Choice>
                <mc:Fallback>
                  <p:oleObj name="" r:id="rId9" imgW="2235200" imgH="127000" progId="Equation.3">
                    <p:embed/>
                    <p:pic>
                      <p:nvPicPr>
                        <p:cNvPr id="0" name="图片 3115"/>
                        <p:cNvPicPr/>
                        <p:nvPr/>
                      </p:nvPicPr>
                      <p:blipFill>
                        <a:blip r:embed="rId10">
                          <a:clrChange>
                            <a:clrFrom>
                              <a:srgbClr val="000000"/>
                            </a:clrFrom>
                            <a:clrTo>
                              <a:srgbClr val="0033CC"/>
                            </a:clrTo>
                          </a:clrChange>
                        </a:blip>
                        <a:stretch>
                          <a:fillRect/>
                        </a:stretch>
                      </p:blipFill>
                      <p:spPr>
                        <a:xfrm>
                          <a:off x="1795" y="1542"/>
                          <a:ext cx="2367" cy="360"/>
                        </a:xfrm>
                        <a:prstGeom prst="rect">
                          <a:avLst/>
                        </a:prstGeom>
                        <a:noFill/>
                        <a:ln w="38100">
                          <a:noFill/>
                          <a:miter/>
                        </a:ln>
                      </p:spPr>
                    </p:pic>
                  </p:oleObj>
                </mc:Fallback>
              </mc:AlternateContent>
            </a:graphicData>
          </a:graphic>
        </p:graphicFrame>
        <p:sp>
          <p:nvSpPr>
            <p:cNvPr id="24588" name="Text Box 33"/>
            <p:cNvSpPr txBox="1"/>
            <p:nvPr/>
          </p:nvSpPr>
          <p:spPr>
            <a:xfrm>
              <a:off x="703" y="1380"/>
              <a:ext cx="1979"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电压瞬时值为：</a:t>
              </a:r>
              <a:endParaRPr lang="zh-CN" altLang="en-US" sz="2400" b="1" dirty="0">
                <a:latin typeface="Times New Roman" panose="02020603050405020304" pitchFamily="18" charset="0"/>
                <a:ea typeface="华文中宋" panose="02010600040101010101" pitchFamily="2" charset="-122"/>
              </a:endParaRPr>
            </a:p>
          </p:txBody>
        </p:sp>
      </p:grpSp>
      <p:grpSp>
        <p:nvGrpSpPr>
          <p:cNvPr id="6" name="Group 39"/>
          <p:cNvGrpSpPr/>
          <p:nvPr/>
        </p:nvGrpSpPr>
        <p:grpSpPr>
          <a:xfrm>
            <a:off x="193675" y="3703638"/>
            <a:ext cx="3724275" cy="863600"/>
            <a:chOff x="715" y="1888"/>
            <a:chExt cx="2346" cy="544"/>
          </a:xfrm>
        </p:grpSpPr>
        <p:graphicFrame>
          <p:nvGraphicFramePr>
            <p:cNvPr id="24585" name="Object 35">
              <a:hlinkClick r:id="" action="ppaction://ole?verb="/>
            </p:cNvPr>
            <p:cNvGraphicFramePr/>
            <p:nvPr/>
          </p:nvGraphicFramePr>
          <p:xfrm>
            <a:off x="1565" y="2171"/>
            <a:ext cx="1496" cy="261"/>
          </p:xfrm>
          <a:graphic>
            <a:graphicData uri="http://schemas.openxmlformats.org/presentationml/2006/ole">
              <mc:AlternateContent xmlns:mc="http://schemas.openxmlformats.org/markup-compatibility/2006">
                <mc:Choice xmlns:v="urn:schemas-microsoft-com:vml" Requires="v">
                  <p:oleObj spid="_x0000_s3117" name="" r:id="rId11" imgW="1181100" imgH="76200" progId="Equation.3">
                    <p:embed/>
                  </p:oleObj>
                </mc:Choice>
                <mc:Fallback>
                  <p:oleObj name="" r:id="rId11" imgW="1181100" imgH="76200" progId="Equation.3">
                    <p:embed/>
                    <p:pic>
                      <p:nvPicPr>
                        <p:cNvPr id="0" name="图片 3116"/>
                        <p:cNvPicPr/>
                        <p:nvPr/>
                      </p:nvPicPr>
                      <p:blipFill>
                        <a:blip r:embed="rId12">
                          <a:clrChange>
                            <a:clrFrom>
                              <a:srgbClr val="000000"/>
                            </a:clrFrom>
                            <a:clrTo>
                              <a:srgbClr val="0033CC"/>
                            </a:clrTo>
                          </a:clrChange>
                        </a:blip>
                        <a:stretch>
                          <a:fillRect/>
                        </a:stretch>
                      </p:blipFill>
                      <p:spPr>
                        <a:xfrm>
                          <a:off x="1565" y="2171"/>
                          <a:ext cx="1496" cy="261"/>
                        </a:xfrm>
                        <a:prstGeom prst="rect">
                          <a:avLst/>
                        </a:prstGeom>
                        <a:noFill/>
                        <a:ln w="38100">
                          <a:noFill/>
                          <a:miter/>
                        </a:ln>
                      </p:spPr>
                    </p:pic>
                  </p:oleObj>
                </mc:Fallback>
              </mc:AlternateContent>
            </a:graphicData>
          </a:graphic>
        </p:graphicFrame>
        <p:sp>
          <p:nvSpPr>
            <p:cNvPr id="24586" name="Rectangle 36"/>
            <p:cNvSpPr/>
            <p:nvPr/>
          </p:nvSpPr>
          <p:spPr>
            <a:xfrm>
              <a:off x="715" y="1888"/>
              <a:ext cx="129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400" b="1" dirty="0">
                  <a:solidFill>
                    <a:srgbClr val="0000FF"/>
                  </a:solidFill>
                  <a:latin typeface="Times New Roman" panose="02020603050405020304" pitchFamily="18" charset="0"/>
                  <a:ea typeface="华文中宋" panose="02010600040101010101" pitchFamily="2" charset="-122"/>
                </a:rPr>
                <a:t>电压相量：</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upRight)">
                                      <p:cBhvr>
                                        <p:cTn id="27" dur="500"/>
                                        <p:tgtEl>
                                          <p:spTgt spid="2"/>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953359"/>
                                        </p:tgtEl>
                                        <p:attrNameLst>
                                          <p:attrName>style.visibility</p:attrName>
                                        </p:attrNameLst>
                                      </p:cBhvr>
                                      <p:to>
                                        <p:strVal val="visible"/>
                                      </p:to>
                                    </p:set>
                                    <p:animEffect transition="in" filter="wipe(up)">
                                      <p:cBhvr>
                                        <p:cTn id="31" dur="500"/>
                                        <p:tgtEl>
                                          <p:spTgt spid="95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335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6934" name="Rectangle 22"/>
          <p:cNvSpPr/>
          <p:nvPr/>
        </p:nvSpPr>
        <p:spPr>
          <a:xfrm>
            <a:off x="611188" y="620713"/>
            <a:ext cx="30480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solidFill>
                  <a:srgbClr val="7030A0"/>
                </a:solidFill>
                <a:latin typeface="Times New Roman" panose="02020603050405020304" pitchFamily="18" charset="0"/>
                <a:ea typeface="华文中宋" panose="02010600040101010101" pitchFamily="2" charset="-122"/>
              </a:rPr>
              <a:t>3.2.3  </a:t>
            </a:r>
            <a:r>
              <a:rPr lang="zh-CN" altLang="en-US" sz="2800" b="1" dirty="0">
                <a:solidFill>
                  <a:srgbClr val="7030A0"/>
                </a:solidFill>
                <a:latin typeface="Times New Roman" panose="02020603050405020304" pitchFamily="18" charset="0"/>
                <a:ea typeface="华文中宋" panose="02010600040101010101" pitchFamily="2" charset="-122"/>
              </a:rPr>
              <a:t>复数</a:t>
            </a:r>
            <a:endParaRPr lang="zh-CN" altLang="en-US" sz="2800" b="1" dirty="0">
              <a:solidFill>
                <a:srgbClr val="7030A0"/>
              </a:solidFill>
              <a:latin typeface="Times New Roman" panose="02020603050405020304" pitchFamily="18" charset="0"/>
              <a:ea typeface="华文中宋" panose="02010600040101010101" pitchFamily="2" charset="-122"/>
            </a:endParaRPr>
          </a:p>
        </p:txBody>
      </p:sp>
      <p:sp>
        <p:nvSpPr>
          <p:cNvPr id="806935" name="Text Box 23"/>
          <p:cNvSpPr txBox="1"/>
          <p:nvPr/>
        </p:nvSpPr>
        <p:spPr>
          <a:xfrm>
            <a:off x="788988" y="1412875"/>
            <a:ext cx="3886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  </a:t>
            </a:r>
            <a:r>
              <a:rPr lang="zh-CN" altLang="en-US" sz="2400" b="1" dirty="0">
                <a:latin typeface="Times New Roman" panose="02020603050405020304" pitchFamily="18" charset="0"/>
                <a:ea typeface="华文中宋" panose="02010600040101010101" pitchFamily="2" charset="-122"/>
              </a:rPr>
              <a:t>复数的基本形式</a:t>
            </a:r>
            <a:endParaRPr lang="zh-CN" altLang="en-US" sz="2400" b="1" dirty="0">
              <a:latin typeface="Times New Roman" panose="02020603050405020304" pitchFamily="18" charset="0"/>
              <a:ea typeface="华文中宋" panose="02010600040101010101" pitchFamily="2" charset="-122"/>
            </a:endParaRPr>
          </a:p>
        </p:txBody>
      </p:sp>
      <p:grpSp>
        <p:nvGrpSpPr>
          <p:cNvPr id="2" name="Group 24"/>
          <p:cNvGrpSpPr/>
          <p:nvPr/>
        </p:nvGrpSpPr>
        <p:grpSpPr>
          <a:xfrm>
            <a:off x="938213" y="2052638"/>
            <a:ext cx="3516312" cy="533400"/>
            <a:chOff x="480" y="2544"/>
            <a:chExt cx="2215" cy="336"/>
          </a:xfrm>
        </p:grpSpPr>
        <p:sp>
          <p:nvSpPr>
            <p:cNvPr id="806937" name="Text Box 25"/>
            <p:cNvSpPr txBox="1">
              <a:spLocks noChangeArrowheads="1"/>
            </p:cNvSpPr>
            <p:nvPr/>
          </p:nvSpPr>
          <p:spPr bwMode="auto">
            <a:xfrm>
              <a:off x="480" y="2576"/>
              <a:ext cx="1060" cy="291"/>
            </a:xfrm>
            <a:prstGeom prst="rect">
              <a:avLst/>
            </a:prstGeom>
            <a:noFill/>
            <a:ln w="9525">
              <a:noFill/>
              <a:miter lim="800000"/>
            </a:ln>
            <a:effectLst/>
          </p:spPr>
          <p:txBody>
            <a:bodyPr wrap="none">
              <a:spAutoFit/>
            </a:bodyPr>
            <a:lstStyle/>
            <a:p>
              <a:pPr marL="495300" marR="0" indent="-495300" defTabSz="914400" eaLnBrk="1" hangingPunct="1">
                <a:buClrTx/>
                <a:buSzTx/>
                <a:buFontTx/>
                <a:defRPr/>
              </a:pPr>
              <a:r>
                <a:rPr kumimoji="1" lang="en-US" altLang="zh-CN"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  </a:t>
              </a:r>
              <a:r>
                <a:rPr kumimoji="1" lang="zh-CN" altLang="en-US"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代数式</a:t>
              </a:r>
              <a:endParaRPr kumimoji="1" lang="zh-CN" altLang="en-US"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5616" name="Group 26"/>
            <p:cNvGrpSpPr/>
            <p:nvPr/>
          </p:nvGrpSpPr>
          <p:grpSpPr>
            <a:xfrm>
              <a:off x="1675" y="2544"/>
              <a:ext cx="1020" cy="336"/>
              <a:chOff x="720" y="1914"/>
              <a:chExt cx="1020" cy="336"/>
            </a:xfrm>
          </p:grpSpPr>
          <p:sp>
            <p:nvSpPr>
              <p:cNvPr id="25617" name="Text Box 27"/>
              <p:cNvSpPr txBox="1"/>
              <p:nvPr/>
            </p:nvSpPr>
            <p:spPr>
              <a:xfrm>
                <a:off x="720" y="1920"/>
                <a:ext cx="271"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A</a:t>
                </a:r>
                <a:endParaRPr lang="en-US" altLang="zh-CN" sz="2800" i="1" dirty="0">
                  <a:latin typeface="Times New Roman" panose="02020603050405020304" pitchFamily="18" charset="0"/>
                  <a:ea typeface="华文中宋" panose="02010600040101010101" pitchFamily="2" charset="-122"/>
                </a:endParaRPr>
              </a:p>
            </p:txBody>
          </p:sp>
          <p:sp>
            <p:nvSpPr>
              <p:cNvPr id="25618" name="Text Box 28"/>
              <p:cNvSpPr txBox="1"/>
              <p:nvPr/>
            </p:nvSpPr>
            <p:spPr>
              <a:xfrm>
                <a:off x="950" y="1914"/>
                <a:ext cx="790"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a + </a:t>
                </a:r>
                <a:r>
                  <a:rPr lang="en-US" altLang="zh-CN" sz="2800" b="1" dirty="0">
                    <a:latin typeface="Times New Roman" panose="02020603050405020304" pitchFamily="18" charset="0"/>
                    <a:ea typeface="华文中宋" panose="02010600040101010101" pitchFamily="2" charset="-122"/>
                  </a:rPr>
                  <a:t>j</a:t>
                </a:r>
                <a:r>
                  <a:rPr lang="en-US" altLang="zh-CN" sz="2800" b="1" i="1" dirty="0">
                    <a:latin typeface="Times New Roman" panose="02020603050405020304" pitchFamily="18" charset="0"/>
                    <a:ea typeface="华文中宋" panose="02010600040101010101" pitchFamily="2" charset="-122"/>
                  </a:rPr>
                  <a:t>b</a:t>
                </a:r>
                <a:endParaRPr lang="en-US" altLang="zh-CN" sz="2800" b="1" i="1" dirty="0">
                  <a:latin typeface="Times New Roman" panose="02020603050405020304" pitchFamily="18" charset="0"/>
                  <a:ea typeface="华文中宋" panose="02010600040101010101" pitchFamily="2" charset="-122"/>
                </a:endParaRPr>
              </a:p>
            </p:txBody>
          </p:sp>
        </p:grpSp>
      </p:grpSp>
      <p:grpSp>
        <p:nvGrpSpPr>
          <p:cNvPr id="4" name="Group 37"/>
          <p:cNvGrpSpPr/>
          <p:nvPr/>
        </p:nvGrpSpPr>
        <p:grpSpPr>
          <a:xfrm>
            <a:off x="949325" y="2719388"/>
            <a:ext cx="5783263" cy="619125"/>
            <a:chOff x="487" y="3013"/>
            <a:chExt cx="3643" cy="390"/>
          </a:xfrm>
        </p:grpSpPr>
        <p:sp>
          <p:nvSpPr>
            <p:cNvPr id="806941" name="Text Box 29"/>
            <p:cNvSpPr txBox="1">
              <a:spLocks noChangeArrowheads="1"/>
            </p:cNvSpPr>
            <p:nvPr/>
          </p:nvSpPr>
          <p:spPr bwMode="auto">
            <a:xfrm>
              <a:off x="487" y="3049"/>
              <a:ext cx="1060" cy="291"/>
            </a:xfrm>
            <a:prstGeom prst="rect">
              <a:avLst/>
            </a:prstGeom>
            <a:noFill/>
            <a:ln w="9525">
              <a:noFill/>
              <a:miter lim="800000"/>
            </a:ln>
            <a:effectLst/>
          </p:spPr>
          <p:txBody>
            <a:bodyPr wrap="none">
              <a:spAutoFit/>
            </a:bodyPr>
            <a:lstStyle/>
            <a:p>
              <a:pPr marR="0" defTabSz="914400" eaLnBrk="1" hangingPunct="1">
                <a:buClrTx/>
                <a:buSzTx/>
                <a:buFontTx/>
                <a:defRPr/>
              </a:pPr>
              <a:r>
                <a:rPr kumimoji="1" lang="en-US" altLang="zh-CN"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三角式</a:t>
              </a:r>
              <a:endParaRPr kumimoji="1" lang="zh-CN" altLang="en-US"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5614" name="Object 30"/>
            <p:cNvGraphicFramePr>
              <a:graphicFrameLocks noChangeAspect="1"/>
            </p:cNvGraphicFramePr>
            <p:nvPr/>
          </p:nvGraphicFramePr>
          <p:xfrm>
            <a:off x="1632" y="3013"/>
            <a:ext cx="2498" cy="390"/>
          </p:xfrm>
          <a:graphic>
            <a:graphicData uri="http://schemas.openxmlformats.org/presentationml/2006/ole">
              <mc:AlternateContent xmlns:mc="http://schemas.openxmlformats.org/markup-compatibility/2006">
                <mc:Choice xmlns:v="urn:schemas-microsoft-com:vml" Requires="v">
                  <p:oleObj spid="_x0000_s3129" name="" r:id="rId1" imgW="1981200" imgH="152400" progId="Equation.3">
                    <p:embed/>
                  </p:oleObj>
                </mc:Choice>
                <mc:Fallback>
                  <p:oleObj name="" r:id="rId1" imgW="1981200" imgH="152400" progId="Equation.3">
                    <p:embed/>
                    <p:pic>
                      <p:nvPicPr>
                        <p:cNvPr id="0" name="图片 3128"/>
                        <p:cNvPicPr/>
                        <p:nvPr/>
                      </p:nvPicPr>
                      <p:blipFill>
                        <a:blip r:embed="rId2">
                          <a:clrChange>
                            <a:clrFrom>
                              <a:srgbClr val="000000"/>
                            </a:clrFrom>
                            <a:clrTo>
                              <a:srgbClr val="0033CC"/>
                            </a:clrTo>
                          </a:clrChange>
                        </a:blip>
                        <a:stretch>
                          <a:fillRect/>
                        </a:stretch>
                      </p:blipFill>
                      <p:spPr>
                        <a:xfrm>
                          <a:off x="1632" y="3013"/>
                          <a:ext cx="2498" cy="390"/>
                        </a:xfrm>
                        <a:prstGeom prst="rect">
                          <a:avLst/>
                        </a:prstGeom>
                        <a:noFill/>
                        <a:ln w="38100">
                          <a:noFill/>
                          <a:miter/>
                        </a:ln>
                      </p:spPr>
                    </p:pic>
                  </p:oleObj>
                </mc:Fallback>
              </mc:AlternateContent>
            </a:graphicData>
          </a:graphic>
        </p:graphicFrame>
      </p:grpSp>
      <p:grpSp>
        <p:nvGrpSpPr>
          <p:cNvPr id="5" name="Group 31"/>
          <p:cNvGrpSpPr/>
          <p:nvPr/>
        </p:nvGrpSpPr>
        <p:grpSpPr>
          <a:xfrm>
            <a:off x="938213" y="3448050"/>
            <a:ext cx="3810000" cy="609600"/>
            <a:chOff x="480" y="3264"/>
            <a:chExt cx="2400" cy="384"/>
          </a:xfrm>
        </p:grpSpPr>
        <p:sp>
          <p:nvSpPr>
            <p:cNvPr id="806944" name="Text Box 32"/>
            <p:cNvSpPr txBox="1">
              <a:spLocks noChangeArrowheads="1"/>
            </p:cNvSpPr>
            <p:nvPr/>
          </p:nvSpPr>
          <p:spPr bwMode="auto">
            <a:xfrm>
              <a:off x="480" y="3286"/>
              <a:ext cx="1078" cy="330"/>
            </a:xfrm>
            <a:prstGeom prst="rect">
              <a:avLst/>
            </a:prstGeom>
            <a:noFill/>
            <a:ln w="9525">
              <a:noFill/>
              <a:miter lim="800000"/>
            </a:ln>
            <a:effectLst/>
          </p:spPr>
          <p:txBody>
            <a:bodyPr wrap="none">
              <a:spAutoFit/>
            </a:bodyPr>
            <a:lstStyle/>
            <a:p>
              <a:pPr marR="0" defTabSz="914400" eaLnBrk="1" hangingPunct="1">
                <a:buClrTx/>
                <a:buSzTx/>
                <a:buFontTx/>
                <a:defRPr/>
              </a:pPr>
              <a:r>
                <a:rPr kumimoji="1" lang="en-US" altLang="zh-CN"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sz="2400"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指数式</a:t>
              </a:r>
              <a:r>
                <a:rPr kumimoji="1" lang="zh-CN" altLang="en-US" kern="1200" cap="none" spc="0" normalizeH="0" baseline="0" noProof="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endParaRPr kumimoji="1" lang="zh-CN" altLang="en-US" kern="1200" cap="none" spc="0" normalizeH="0" baseline="0" noProof="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5612" name="Object 33"/>
            <p:cNvGraphicFramePr>
              <a:graphicFrameLocks noChangeAspect="1"/>
            </p:cNvGraphicFramePr>
            <p:nvPr/>
          </p:nvGraphicFramePr>
          <p:xfrm>
            <a:off x="1660" y="3264"/>
            <a:ext cx="1220" cy="384"/>
          </p:xfrm>
          <a:graphic>
            <a:graphicData uri="http://schemas.openxmlformats.org/presentationml/2006/ole">
              <mc:AlternateContent xmlns:mc="http://schemas.openxmlformats.org/markup-compatibility/2006">
                <mc:Choice xmlns:v="urn:schemas-microsoft-com:vml" Requires="v">
                  <p:oleObj spid="_x0000_s3122" name="" r:id="rId3" imgW="711200" imgH="152400" progId="Equation.3">
                    <p:embed/>
                  </p:oleObj>
                </mc:Choice>
                <mc:Fallback>
                  <p:oleObj name="" r:id="rId3" imgW="711200" imgH="152400" progId="Equation.3">
                    <p:embed/>
                    <p:pic>
                      <p:nvPicPr>
                        <p:cNvPr id="0" name="图片 3121"/>
                        <p:cNvPicPr/>
                        <p:nvPr/>
                      </p:nvPicPr>
                      <p:blipFill>
                        <a:blip r:embed="rId4">
                          <a:clrChange>
                            <a:clrFrom>
                              <a:srgbClr val="000000"/>
                            </a:clrFrom>
                            <a:clrTo>
                              <a:srgbClr val="0033CC"/>
                            </a:clrTo>
                          </a:clrChange>
                        </a:blip>
                        <a:stretch>
                          <a:fillRect/>
                        </a:stretch>
                      </p:blipFill>
                      <p:spPr>
                        <a:xfrm>
                          <a:off x="1660" y="3264"/>
                          <a:ext cx="1220" cy="384"/>
                        </a:xfrm>
                        <a:prstGeom prst="rect">
                          <a:avLst/>
                        </a:prstGeom>
                        <a:noFill/>
                        <a:ln w="38100">
                          <a:noFill/>
                          <a:miter/>
                        </a:ln>
                      </p:spPr>
                    </p:pic>
                  </p:oleObj>
                </mc:Fallback>
              </mc:AlternateContent>
            </a:graphicData>
          </a:graphic>
        </p:graphicFrame>
      </p:grpSp>
      <p:grpSp>
        <p:nvGrpSpPr>
          <p:cNvPr id="6" name="Group 34"/>
          <p:cNvGrpSpPr/>
          <p:nvPr/>
        </p:nvGrpSpPr>
        <p:grpSpPr>
          <a:xfrm>
            <a:off x="900113" y="4130675"/>
            <a:ext cx="3852862" cy="666750"/>
            <a:chOff x="480" y="3660"/>
            <a:chExt cx="2427" cy="420"/>
          </a:xfrm>
        </p:grpSpPr>
        <p:sp>
          <p:nvSpPr>
            <p:cNvPr id="806947" name="Rectangle 35"/>
            <p:cNvSpPr>
              <a:spLocks noChangeArrowheads="1"/>
            </p:cNvSpPr>
            <p:nvPr/>
          </p:nvSpPr>
          <p:spPr bwMode="auto">
            <a:xfrm>
              <a:off x="480" y="3744"/>
              <a:ext cx="1254" cy="29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(4) </a:t>
              </a:r>
              <a:r>
                <a:rPr kumimoji="1" lang="zh-CN" altLang="zh-CN" sz="24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极坐标</a:t>
              </a:r>
              <a:r>
                <a:rPr kumimoji="1" lang="zh-CN" altLang="en-US" sz="24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式</a:t>
              </a:r>
              <a:endParaRPr kumimoji="1" lang="zh-CN" altLang="en-US" sz="24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5610" name="Object 36"/>
            <p:cNvGraphicFramePr>
              <a:graphicFrameLocks noChangeAspect="1"/>
            </p:cNvGraphicFramePr>
            <p:nvPr/>
          </p:nvGraphicFramePr>
          <p:xfrm>
            <a:off x="1728" y="3660"/>
            <a:ext cx="1179" cy="420"/>
          </p:xfrm>
          <a:graphic>
            <a:graphicData uri="http://schemas.openxmlformats.org/presentationml/2006/ole">
              <mc:AlternateContent xmlns:mc="http://schemas.openxmlformats.org/markup-compatibility/2006">
                <mc:Choice xmlns:v="urn:schemas-microsoft-com:vml" Requires="v">
                  <p:oleObj spid="_x0000_s3128" name="" r:id="rId5" imgW="736600" imgH="152400" progId="Equation.3">
                    <p:embed/>
                  </p:oleObj>
                </mc:Choice>
                <mc:Fallback>
                  <p:oleObj name="" r:id="rId5" imgW="736600" imgH="152400" progId="Equation.3">
                    <p:embed/>
                    <p:pic>
                      <p:nvPicPr>
                        <p:cNvPr id="0" name="图片 3127"/>
                        <p:cNvPicPr/>
                        <p:nvPr/>
                      </p:nvPicPr>
                      <p:blipFill>
                        <a:blip r:embed="rId6">
                          <a:clrChange>
                            <a:clrFrom>
                              <a:srgbClr val="000000"/>
                            </a:clrFrom>
                            <a:clrTo>
                              <a:srgbClr val="0033CC"/>
                            </a:clrTo>
                          </a:clrChange>
                        </a:blip>
                        <a:stretch>
                          <a:fillRect/>
                        </a:stretch>
                      </p:blipFill>
                      <p:spPr>
                        <a:xfrm>
                          <a:off x="1728" y="3660"/>
                          <a:ext cx="1179" cy="42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6934"/>
                                        </p:tgtEl>
                                        <p:attrNameLst>
                                          <p:attrName>style.visibility</p:attrName>
                                        </p:attrNameLst>
                                      </p:cBhvr>
                                      <p:to>
                                        <p:strVal val="visible"/>
                                      </p:to>
                                    </p:set>
                                    <p:animEffect transition="in" filter="wipe(left)">
                                      <p:cBhvr>
                                        <p:cTn id="7" dur="500"/>
                                        <p:tgtEl>
                                          <p:spTgt spid="8069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6935"/>
                                        </p:tgtEl>
                                        <p:attrNameLst>
                                          <p:attrName>style.visibility</p:attrName>
                                        </p:attrNameLst>
                                      </p:cBhvr>
                                      <p:to>
                                        <p:strVal val="visible"/>
                                      </p:to>
                                    </p:set>
                                    <p:animEffect transition="in" filter="wipe(left)">
                                      <p:cBhvr>
                                        <p:cTn id="12" dur="500"/>
                                        <p:tgtEl>
                                          <p:spTgt spid="8069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34" grpId="0"/>
      <p:bldP spid="8069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5891" name="Text Box 3"/>
          <p:cNvSpPr txBox="1"/>
          <p:nvPr/>
        </p:nvSpPr>
        <p:spPr>
          <a:xfrm>
            <a:off x="457200" y="26988"/>
            <a:ext cx="3886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2.  </a:t>
            </a:r>
            <a:r>
              <a:rPr lang="zh-CN" altLang="en-US" sz="2400" b="1" dirty="0">
                <a:latin typeface="Times New Roman" panose="02020603050405020304" pitchFamily="18" charset="0"/>
                <a:ea typeface="华文中宋" panose="02010600040101010101" pitchFamily="2" charset="-122"/>
              </a:rPr>
              <a:t>复数的四则运算</a:t>
            </a:r>
            <a:endParaRPr lang="zh-CN" altLang="en-US" sz="2400" b="1" dirty="0">
              <a:latin typeface="Times New Roman" panose="02020603050405020304" pitchFamily="18" charset="0"/>
              <a:ea typeface="华文中宋" panose="02010600040101010101" pitchFamily="2" charset="-122"/>
            </a:endParaRPr>
          </a:p>
        </p:txBody>
      </p:sp>
      <p:grpSp>
        <p:nvGrpSpPr>
          <p:cNvPr id="2" name="Group 4"/>
          <p:cNvGrpSpPr/>
          <p:nvPr/>
        </p:nvGrpSpPr>
        <p:grpSpPr>
          <a:xfrm>
            <a:off x="2084388" y="633413"/>
            <a:ext cx="4911725" cy="568325"/>
            <a:chOff x="1514" y="711"/>
            <a:chExt cx="3094" cy="441"/>
          </a:xfrm>
        </p:grpSpPr>
        <p:grpSp>
          <p:nvGrpSpPr>
            <p:cNvPr id="26642" name="Group 5"/>
            <p:cNvGrpSpPr/>
            <p:nvPr/>
          </p:nvGrpSpPr>
          <p:grpSpPr>
            <a:xfrm>
              <a:off x="1514" y="721"/>
              <a:ext cx="1181" cy="335"/>
              <a:chOff x="720" y="1914"/>
              <a:chExt cx="1134" cy="291"/>
            </a:xfrm>
          </p:grpSpPr>
          <p:sp>
            <p:nvSpPr>
              <p:cNvPr id="26645" name="Text Box 6"/>
              <p:cNvSpPr txBox="1"/>
              <p:nvPr/>
            </p:nvSpPr>
            <p:spPr>
              <a:xfrm>
                <a:off x="720" y="1919"/>
                <a:ext cx="260"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A</a:t>
                </a:r>
                <a:endParaRPr lang="en-US" altLang="zh-CN" sz="2800" i="1" dirty="0">
                  <a:latin typeface="Times New Roman" panose="02020603050405020304" pitchFamily="18" charset="0"/>
                  <a:ea typeface="华文中宋" panose="02010600040101010101" pitchFamily="2" charset="-122"/>
                </a:endParaRPr>
              </a:p>
            </p:txBody>
          </p:sp>
          <p:sp>
            <p:nvSpPr>
              <p:cNvPr id="26646" name="Text Box 7"/>
              <p:cNvSpPr txBox="1"/>
              <p:nvPr/>
            </p:nvSpPr>
            <p:spPr>
              <a:xfrm>
                <a:off x="950" y="1914"/>
                <a:ext cx="904"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a</a:t>
                </a:r>
                <a:r>
                  <a:rPr lang="en-US" altLang="zh-CN" sz="2800" b="1" baseline="-25000" dirty="0">
                    <a:latin typeface="Times New Roman" panose="02020603050405020304" pitchFamily="18" charset="0"/>
                    <a:ea typeface="华文中宋" panose="02010600040101010101" pitchFamily="2" charset="-122"/>
                  </a:rPr>
                  <a:t>1</a:t>
                </a:r>
                <a:r>
                  <a:rPr lang="en-US" altLang="zh-CN" sz="2800" b="1" dirty="0">
                    <a:latin typeface="Times New Roman" panose="02020603050405020304" pitchFamily="18" charset="0"/>
                    <a:ea typeface="华文中宋" panose="02010600040101010101" pitchFamily="2" charset="-122"/>
                  </a:rPr>
                  <a:t> + j</a:t>
                </a:r>
                <a:r>
                  <a:rPr lang="en-US" altLang="zh-CN" sz="2800" b="1" i="1" dirty="0">
                    <a:latin typeface="Times New Roman" panose="02020603050405020304" pitchFamily="18" charset="0"/>
                    <a:ea typeface="华文中宋" panose="02010600040101010101" pitchFamily="2" charset="-122"/>
                  </a:rPr>
                  <a:t>a</a:t>
                </a:r>
                <a:r>
                  <a:rPr lang="en-US" altLang="zh-CN" sz="2800" b="1" baseline="-25000" dirty="0">
                    <a:latin typeface="Times New Roman" panose="02020603050405020304" pitchFamily="18" charset="0"/>
                    <a:ea typeface="华文中宋" panose="02010600040101010101" pitchFamily="2" charset="-122"/>
                  </a:rPr>
                  <a:t>2</a:t>
                </a:r>
                <a:endParaRPr lang="en-US" altLang="zh-CN" sz="2800" b="1" baseline="-25000" dirty="0">
                  <a:latin typeface="Times New Roman" panose="02020603050405020304" pitchFamily="18" charset="0"/>
                  <a:ea typeface="华文中宋" panose="02010600040101010101" pitchFamily="2" charset="-122"/>
                </a:endParaRPr>
              </a:p>
            </p:txBody>
          </p:sp>
        </p:grpSp>
        <p:graphicFrame>
          <p:nvGraphicFramePr>
            <p:cNvPr id="26643" name="Object 8"/>
            <p:cNvGraphicFramePr>
              <a:graphicFrameLocks noChangeAspect="1"/>
            </p:cNvGraphicFramePr>
            <p:nvPr/>
          </p:nvGraphicFramePr>
          <p:xfrm>
            <a:off x="3685" y="767"/>
            <a:ext cx="923" cy="385"/>
          </p:xfrm>
          <a:graphic>
            <a:graphicData uri="http://schemas.openxmlformats.org/presentationml/2006/ole">
              <mc:AlternateContent xmlns:mc="http://schemas.openxmlformats.org/markup-compatibility/2006">
                <mc:Choice xmlns:v="urn:schemas-microsoft-com:vml" Requires="v">
                  <p:oleObj spid="_x0000_s3121" name="" r:id="rId1" imgW="609600" imgH="152400" progId="Equation.3">
                    <p:embed/>
                  </p:oleObj>
                </mc:Choice>
                <mc:Fallback>
                  <p:oleObj name="" r:id="rId1" imgW="609600" imgH="152400" progId="Equation.3">
                    <p:embed/>
                    <p:pic>
                      <p:nvPicPr>
                        <p:cNvPr id="0" name="图片 3120"/>
                        <p:cNvPicPr/>
                        <p:nvPr/>
                      </p:nvPicPr>
                      <p:blipFill>
                        <a:blip r:embed="rId2">
                          <a:clrChange>
                            <a:clrFrom>
                              <a:srgbClr val="000000"/>
                            </a:clrFrom>
                            <a:clrTo>
                              <a:srgbClr val="0033CC"/>
                            </a:clrTo>
                          </a:clrChange>
                        </a:blip>
                        <a:stretch>
                          <a:fillRect/>
                        </a:stretch>
                      </p:blipFill>
                      <p:spPr>
                        <a:xfrm>
                          <a:off x="3685" y="767"/>
                          <a:ext cx="923" cy="385"/>
                        </a:xfrm>
                        <a:prstGeom prst="rect">
                          <a:avLst/>
                        </a:prstGeom>
                        <a:noFill/>
                        <a:ln w="38100">
                          <a:noFill/>
                          <a:miter/>
                        </a:ln>
                      </p:spPr>
                    </p:pic>
                  </p:oleObj>
                </mc:Fallback>
              </mc:AlternateContent>
            </a:graphicData>
          </a:graphic>
        </p:graphicFrame>
        <p:graphicFrame>
          <p:nvGraphicFramePr>
            <p:cNvPr id="26644" name="Object 9"/>
            <p:cNvGraphicFramePr>
              <a:graphicFrameLocks noChangeAspect="1"/>
            </p:cNvGraphicFramePr>
            <p:nvPr/>
          </p:nvGraphicFramePr>
          <p:xfrm>
            <a:off x="2695" y="711"/>
            <a:ext cx="1036" cy="403"/>
          </p:xfrm>
          <a:graphic>
            <a:graphicData uri="http://schemas.openxmlformats.org/presentationml/2006/ole">
              <mc:AlternateContent xmlns:mc="http://schemas.openxmlformats.org/markup-compatibility/2006">
                <mc:Choice xmlns:v="urn:schemas-microsoft-com:vml" Requires="v">
                  <p:oleObj spid="_x0000_s3120" name="" r:id="rId3" imgW="571500" imgH="165100" progId="Equation.3">
                    <p:embed/>
                  </p:oleObj>
                </mc:Choice>
                <mc:Fallback>
                  <p:oleObj name="" r:id="rId3" imgW="571500" imgH="165100" progId="Equation.3">
                    <p:embed/>
                    <p:pic>
                      <p:nvPicPr>
                        <p:cNvPr id="0" name="图片 3119"/>
                        <p:cNvPicPr/>
                        <p:nvPr/>
                      </p:nvPicPr>
                      <p:blipFill>
                        <a:blip r:embed="rId4">
                          <a:clrChange>
                            <a:clrFrom>
                              <a:srgbClr val="000000"/>
                            </a:clrFrom>
                            <a:clrTo>
                              <a:srgbClr val="0033CC"/>
                            </a:clrTo>
                          </a:clrChange>
                        </a:blip>
                        <a:stretch>
                          <a:fillRect/>
                        </a:stretch>
                      </p:blipFill>
                      <p:spPr>
                        <a:xfrm>
                          <a:off x="2695" y="711"/>
                          <a:ext cx="1036" cy="403"/>
                        </a:xfrm>
                        <a:prstGeom prst="rect">
                          <a:avLst/>
                        </a:prstGeom>
                        <a:noFill/>
                        <a:ln w="38100">
                          <a:noFill/>
                          <a:miter/>
                        </a:ln>
                      </p:spPr>
                    </p:pic>
                  </p:oleObj>
                </mc:Fallback>
              </mc:AlternateContent>
            </a:graphicData>
          </a:graphic>
        </p:graphicFrame>
      </p:grpSp>
      <p:grpSp>
        <p:nvGrpSpPr>
          <p:cNvPr id="4" name="Group 18"/>
          <p:cNvGrpSpPr/>
          <p:nvPr/>
        </p:nvGrpSpPr>
        <p:grpSpPr>
          <a:xfrm>
            <a:off x="2036763" y="1223963"/>
            <a:ext cx="4806950" cy="587375"/>
            <a:chOff x="1484" y="1094"/>
            <a:chExt cx="3028" cy="442"/>
          </a:xfrm>
        </p:grpSpPr>
        <p:grpSp>
          <p:nvGrpSpPr>
            <p:cNvPr id="26637" name="Group 10"/>
            <p:cNvGrpSpPr/>
            <p:nvPr/>
          </p:nvGrpSpPr>
          <p:grpSpPr>
            <a:xfrm>
              <a:off x="1484" y="1101"/>
              <a:ext cx="1181" cy="339"/>
              <a:chOff x="720" y="1914"/>
              <a:chExt cx="1135" cy="295"/>
            </a:xfrm>
          </p:grpSpPr>
          <p:sp>
            <p:nvSpPr>
              <p:cNvPr id="26640" name="Text Box 11"/>
              <p:cNvSpPr txBox="1"/>
              <p:nvPr/>
            </p:nvSpPr>
            <p:spPr>
              <a:xfrm>
                <a:off x="720" y="1923"/>
                <a:ext cx="256"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B</a:t>
                </a:r>
                <a:endParaRPr lang="en-US" altLang="zh-CN" sz="2800" i="1" dirty="0">
                  <a:latin typeface="Times New Roman" panose="02020603050405020304" pitchFamily="18" charset="0"/>
                  <a:ea typeface="华文中宋" panose="02010600040101010101" pitchFamily="2" charset="-122"/>
                </a:endParaRPr>
              </a:p>
            </p:txBody>
          </p:sp>
          <p:sp>
            <p:nvSpPr>
              <p:cNvPr id="26641" name="Text Box 12"/>
              <p:cNvSpPr txBox="1"/>
              <p:nvPr/>
            </p:nvSpPr>
            <p:spPr>
              <a:xfrm>
                <a:off x="950" y="1914"/>
                <a:ext cx="905"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b</a:t>
                </a:r>
                <a:r>
                  <a:rPr lang="en-US" altLang="zh-CN" sz="2800" b="1" baseline="-25000" dirty="0">
                    <a:latin typeface="Times New Roman" panose="02020603050405020304" pitchFamily="18" charset="0"/>
                    <a:ea typeface="华文中宋" panose="02010600040101010101" pitchFamily="2" charset="-122"/>
                  </a:rPr>
                  <a:t>1</a:t>
                </a:r>
                <a:r>
                  <a:rPr lang="en-US" altLang="zh-CN" sz="2800" b="1" dirty="0">
                    <a:latin typeface="Times New Roman" panose="02020603050405020304" pitchFamily="18" charset="0"/>
                    <a:ea typeface="华文中宋" panose="02010600040101010101" pitchFamily="2" charset="-122"/>
                  </a:rPr>
                  <a:t> + j</a:t>
                </a:r>
                <a:r>
                  <a:rPr lang="en-US" altLang="zh-CN" sz="2800" b="1" i="1" dirty="0">
                    <a:latin typeface="Times New Roman" panose="02020603050405020304" pitchFamily="18" charset="0"/>
                    <a:ea typeface="华文中宋" panose="02010600040101010101" pitchFamily="2" charset="-122"/>
                  </a:rPr>
                  <a:t>b</a:t>
                </a:r>
                <a:r>
                  <a:rPr lang="en-US" altLang="zh-CN" sz="2800" b="1" baseline="-25000" dirty="0">
                    <a:latin typeface="Times New Roman" panose="02020603050405020304" pitchFamily="18" charset="0"/>
                    <a:ea typeface="华文中宋" panose="02010600040101010101" pitchFamily="2" charset="-122"/>
                  </a:rPr>
                  <a:t>2</a:t>
                </a:r>
                <a:endParaRPr lang="en-US" altLang="zh-CN" sz="2800" b="1" baseline="-25000" dirty="0">
                  <a:latin typeface="Times New Roman" panose="02020603050405020304" pitchFamily="18" charset="0"/>
                  <a:ea typeface="华文中宋" panose="02010600040101010101" pitchFamily="2" charset="-122"/>
                </a:endParaRPr>
              </a:p>
            </p:txBody>
          </p:sp>
        </p:grpSp>
        <p:graphicFrame>
          <p:nvGraphicFramePr>
            <p:cNvPr id="26638" name="Object 13"/>
            <p:cNvGraphicFramePr>
              <a:graphicFrameLocks noChangeAspect="1"/>
            </p:cNvGraphicFramePr>
            <p:nvPr/>
          </p:nvGraphicFramePr>
          <p:xfrm>
            <a:off x="3589" y="1151"/>
            <a:ext cx="923" cy="385"/>
          </p:xfrm>
          <a:graphic>
            <a:graphicData uri="http://schemas.openxmlformats.org/presentationml/2006/ole">
              <mc:AlternateContent xmlns:mc="http://schemas.openxmlformats.org/markup-compatibility/2006">
                <mc:Choice xmlns:v="urn:schemas-microsoft-com:vml" Requires="v">
                  <p:oleObj spid="_x0000_s3123" name="" r:id="rId5" imgW="609600" imgH="152400" progId="Equation.3">
                    <p:embed/>
                  </p:oleObj>
                </mc:Choice>
                <mc:Fallback>
                  <p:oleObj name="" r:id="rId5" imgW="609600" imgH="152400" progId="Equation.3">
                    <p:embed/>
                    <p:pic>
                      <p:nvPicPr>
                        <p:cNvPr id="0" name="图片 3122"/>
                        <p:cNvPicPr/>
                        <p:nvPr/>
                      </p:nvPicPr>
                      <p:blipFill>
                        <a:blip r:embed="rId6">
                          <a:clrChange>
                            <a:clrFrom>
                              <a:srgbClr val="000000"/>
                            </a:clrFrom>
                            <a:clrTo>
                              <a:srgbClr val="0033CC"/>
                            </a:clrTo>
                          </a:clrChange>
                        </a:blip>
                        <a:stretch>
                          <a:fillRect/>
                        </a:stretch>
                      </p:blipFill>
                      <p:spPr>
                        <a:xfrm>
                          <a:off x="3589" y="1151"/>
                          <a:ext cx="923" cy="385"/>
                        </a:xfrm>
                        <a:prstGeom prst="rect">
                          <a:avLst/>
                        </a:prstGeom>
                        <a:noFill/>
                        <a:ln w="38100">
                          <a:noFill/>
                          <a:miter/>
                        </a:ln>
                      </p:spPr>
                    </p:pic>
                  </p:oleObj>
                </mc:Fallback>
              </mc:AlternateContent>
            </a:graphicData>
          </a:graphic>
        </p:graphicFrame>
        <p:graphicFrame>
          <p:nvGraphicFramePr>
            <p:cNvPr id="26639" name="Object 14"/>
            <p:cNvGraphicFramePr>
              <a:graphicFrameLocks noChangeAspect="1"/>
            </p:cNvGraphicFramePr>
            <p:nvPr/>
          </p:nvGraphicFramePr>
          <p:xfrm>
            <a:off x="2665" y="1094"/>
            <a:ext cx="1036" cy="404"/>
          </p:xfrm>
          <a:graphic>
            <a:graphicData uri="http://schemas.openxmlformats.org/presentationml/2006/ole">
              <mc:AlternateContent xmlns:mc="http://schemas.openxmlformats.org/markup-compatibility/2006">
                <mc:Choice xmlns:v="urn:schemas-microsoft-com:vml" Requires="v">
                  <p:oleObj spid="_x0000_s3124" name="" r:id="rId7" imgW="571500" imgH="165100" progId="Equation.3">
                    <p:embed/>
                  </p:oleObj>
                </mc:Choice>
                <mc:Fallback>
                  <p:oleObj name="" r:id="rId7" imgW="571500" imgH="165100" progId="Equation.3">
                    <p:embed/>
                    <p:pic>
                      <p:nvPicPr>
                        <p:cNvPr id="0" name="图片 3123"/>
                        <p:cNvPicPr/>
                        <p:nvPr/>
                      </p:nvPicPr>
                      <p:blipFill>
                        <a:blip r:embed="rId8">
                          <a:clrChange>
                            <a:clrFrom>
                              <a:srgbClr val="000000"/>
                            </a:clrFrom>
                            <a:clrTo>
                              <a:srgbClr val="0033CC"/>
                            </a:clrTo>
                          </a:clrChange>
                        </a:blip>
                        <a:stretch>
                          <a:fillRect/>
                        </a:stretch>
                      </p:blipFill>
                      <p:spPr>
                        <a:xfrm>
                          <a:off x="2665" y="1094"/>
                          <a:ext cx="1036" cy="404"/>
                        </a:xfrm>
                        <a:prstGeom prst="rect">
                          <a:avLst/>
                        </a:prstGeom>
                        <a:noFill/>
                        <a:ln w="38100">
                          <a:noFill/>
                          <a:miter/>
                        </a:ln>
                      </p:spPr>
                    </p:pic>
                  </p:oleObj>
                </mc:Fallback>
              </mc:AlternateContent>
            </a:graphicData>
          </a:graphic>
        </p:graphicFrame>
      </p:grpSp>
      <p:graphicFrame>
        <p:nvGraphicFramePr>
          <p:cNvPr id="805903" name="Object 15"/>
          <p:cNvGraphicFramePr>
            <a:graphicFrameLocks noChangeAspect="1"/>
          </p:cNvGraphicFramePr>
          <p:nvPr/>
        </p:nvGraphicFramePr>
        <p:xfrm>
          <a:off x="2217738" y="1916113"/>
          <a:ext cx="4457700" cy="741362"/>
        </p:xfrm>
        <a:graphic>
          <a:graphicData uri="http://schemas.openxmlformats.org/presentationml/2006/ole">
            <mc:AlternateContent xmlns:mc="http://schemas.openxmlformats.org/markup-compatibility/2006">
              <mc:Choice xmlns:v="urn:schemas-microsoft-com:vml" Requires="v">
                <p:oleObj spid="_x0000_s3125" name="" r:id="rId9" imgW="1828800" imgH="457200" progId="Equation.3">
                  <p:embed/>
                </p:oleObj>
              </mc:Choice>
              <mc:Fallback>
                <p:oleObj name="" r:id="rId9" imgW="1828800" imgH="457200" progId="Equation.3">
                  <p:embed/>
                  <p:pic>
                    <p:nvPicPr>
                      <p:cNvPr id="0" name="图片 3124"/>
                      <p:cNvPicPr/>
                      <p:nvPr/>
                    </p:nvPicPr>
                    <p:blipFill>
                      <a:blip r:embed="rId10"/>
                      <a:stretch>
                        <a:fillRect/>
                      </a:stretch>
                    </p:blipFill>
                    <p:spPr>
                      <a:xfrm>
                        <a:off x="2217738" y="1916113"/>
                        <a:ext cx="4457700" cy="741362"/>
                      </a:xfrm>
                      <a:prstGeom prst="rect">
                        <a:avLst/>
                      </a:prstGeom>
                      <a:noFill/>
                      <a:ln w="38100">
                        <a:noFill/>
                        <a:miter/>
                      </a:ln>
                    </p:spPr>
                  </p:pic>
                </p:oleObj>
              </mc:Fallback>
            </mc:AlternateContent>
          </a:graphicData>
        </a:graphic>
      </p:graphicFrame>
      <p:graphicFrame>
        <p:nvGraphicFramePr>
          <p:cNvPr id="805904" name="Object 16"/>
          <p:cNvGraphicFramePr>
            <a:graphicFrameLocks noChangeAspect="1"/>
          </p:cNvGraphicFramePr>
          <p:nvPr/>
        </p:nvGraphicFramePr>
        <p:xfrm>
          <a:off x="2413000" y="2716213"/>
          <a:ext cx="4241800" cy="792162"/>
        </p:xfrm>
        <a:graphic>
          <a:graphicData uri="http://schemas.openxmlformats.org/presentationml/2006/ole">
            <mc:AlternateContent xmlns:mc="http://schemas.openxmlformats.org/markup-compatibility/2006">
              <mc:Choice xmlns:v="urn:schemas-microsoft-com:vml" Requires="v">
                <p:oleObj spid="_x0000_s3126" name="" r:id="rId11" imgW="1739900" imgH="457200" progId="Equation.DSMT4">
                  <p:embed/>
                </p:oleObj>
              </mc:Choice>
              <mc:Fallback>
                <p:oleObj name="" r:id="rId11" imgW="1739900" imgH="457200" progId="Equation.DSMT4">
                  <p:embed/>
                  <p:pic>
                    <p:nvPicPr>
                      <p:cNvPr id="0" name="图片 3125"/>
                      <p:cNvPicPr/>
                      <p:nvPr/>
                    </p:nvPicPr>
                    <p:blipFill>
                      <a:blip r:embed="rId12"/>
                      <a:stretch>
                        <a:fillRect/>
                      </a:stretch>
                    </p:blipFill>
                    <p:spPr>
                      <a:xfrm>
                        <a:off x="2413000" y="2716213"/>
                        <a:ext cx="4241800" cy="792162"/>
                      </a:xfrm>
                      <a:prstGeom prst="rect">
                        <a:avLst/>
                      </a:prstGeom>
                      <a:noFill/>
                      <a:ln w="38100">
                        <a:noFill/>
                        <a:miter/>
                      </a:ln>
                    </p:spPr>
                  </p:pic>
                </p:oleObj>
              </mc:Fallback>
            </mc:AlternateContent>
          </a:graphicData>
        </a:graphic>
      </p:graphicFrame>
      <p:graphicFrame>
        <p:nvGraphicFramePr>
          <p:cNvPr id="805905" name="Object 17"/>
          <p:cNvGraphicFramePr>
            <a:graphicFrameLocks noChangeAspect="1"/>
          </p:cNvGraphicFramePr>
          <p:nvPr/>
        </p:nvGraphicFramePr>
        <p:xfrm>
          <a:off x="2036763" y="3529013"/>
          <a:ext cx="6223000" cy="768350"/>
        </p:xfrm>
        <a:graphic>
          <a:graphicData uri="http://schemas.openxmlformats.org/presentationml/2006/ole">
            <mc:AlternateContent xmlns:mc="http://schemas.openxmlformats.org/markup-compatibility/2006">
              <mc:Choice xmlns:v="urn:schemas-microsoft-com:vml" Requires="v">
                <p:oleObj spid="_x0000_s3127" name="" r:id="rId13" imgW="2552700" imgH="457200" progId="Equation.3">
                  <p:embed/>
                </p:oleObj>
              </mc:Choice>
              <mc:Fallback>
                <p:oleObj name="" r:id="rId13" imgW="2552700" imgH="457200" progId="Equation.3">
                  <p:embed/>
                  <p:pic>
                    <p:nvPicPr>
                      <p:cNvPr id="0" name="图片 3126"/>
                      <p:cNvPicPr/>
                      <p:nvPr/>
                    </p:nvPicPr>
                    <p:blipFill>
                      <a:blip r:embed="rId14"/>
                      <a:stretch>
                        <a:fillRect/>
                      </a:stretch>
                    </p:blipFill>
                    <p:spPr>
                      <a:xfrm>
                        <a:off x="2036763" y="3529013"/>
                        <a:ext cx="6223000" cy="768350"/>
                      </a:xfrm>
                      <a:prstGeom prst="rect">
                        <a:avLst/>
                      </a:prstGeom>
                      <a:noFill/>
                      <a:ln w="38100">
                        <a:noFill/>
                        <a:miter/>
                      </a:ln>
                    </p:spPr>
                  </p:pic>
                </p:oleObj>
              </mc:Fallback>
            </mc:AlternateContent>
          </a:graphicData>
        </a:graphic>
      </p:graphicFrame>
      <p:sp>
        <p:nvSpPr>
          <p:cNvPr id="805907" name="Text Box 19"/>
          <p:cNvSpPr txBox="1"/>
          <p:nvPr/>
        </p:nvSpPr>
        <p:spPr>
          <a:xfrm>
            <a:off x="1012825" y="498475"/>
            <a:ext cx="936625" cy="460375"/>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设：</a:t>
            </a:r>
            <a:endParaRPr lang="zh-CN" altLang="en-US" sz="2400" b="1" dirty="0">
              <a:latin typeface="Times New Roman" panose="02020603050405020304" pitchFamily="18" charset="0"/>
              <a:ea typeface="华文中宋" panose="02010600040101010101" pitchFamily="2" charset="-122"/>
            </a:endParaRPr>
          </a:p>
        </p:txBody>
      </p:sp>
      <p:sp>
        <p:nvSpPr>
          <p:cNvPr id="805908" name="Text Box 20"/>
          <p:cNvSpPr txBox="1"/>
          <p:nvPr/>
        </p:nvSpPr>
        <p:spPr>
          <a:xfrm>
            <a:off x="1146175" y="1874838"/>
            <a:ext cx="936625" cy="46196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则有</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23" name="Object 20"/>
          <p:cNvGraphicFramePr>
            <a:graphicFrameLocks noChangeAspect="1"/>
          </p:cNvGraphicFramePr>
          <p:nvPr>
            <p:ph type="title"/>
          </p:nvPr>
        </p:nvGraphicFramePr>
        <p:xfrm>
          <a:off x="2160588" y="4362450"/>
          <a:ext cx="5975350" cy="1439863"/>
        </p:xfrm>
        <a:graphic>
          <a:graphicData uri="http://schemas.openxmlformats.org/presentationml/2006/ole">
            <mc:AlternateContent xmlns:mc="http://schemas.openxmlformats.org/markup-compatibility/2006">
              <mc:Choice xmlns:v="urn:schemas-microsoft-com:vml" Requires="v">
                <p:oleObj spid="_x0000_s3132" name="" r:id="rId15" imgW="2730500" imgH="889000" progId="Equation.3">
                  <p:embed/>
                </p:oleObj>
              </mc:Choice>
              <mc:Fallback>
                <p:oleObj name="" r:id="rId15" imgW="2730500" imgH="889000" progId="Equation.3">
                  <p:embed/>
                  <p:pic>
                    <p:nvPicPr>
                      <p:cNvPr id="0" name="图片 3131"/>
                      <p:cNvPicPr/>
                      <p:nvPr/>
                    </p:nvPicPr>
                    <p:blipFill>
                      <a:blip r:embed="rId16"/>
                      <a:srcRect/>
                      <a:stretch>
                        <a:fillRect/>
                      </a:stretch>
                    </p:blipFill>
                    <p:spPr>
                      <a:xfrm>
                        <a:off x="2160588" y="4362450"/>
                        <a:ext cx="5975350" cy="1439863"/>
                      </a:xfrm>
                      <a:prstGeom prst="rect">
                        <a:avLst/>
                      </a:prstGeom>
                      <a:noFill/>
                      <a:ln w="38100">
                        <a:miter/>
                      </a:ln>
                    </p:spPr>
                  </p:pic>
                </p:oleObj>
              </mc:Fallback>
            </mc:AlternateContent>
          </a:graphicData>
        </a:graphic>
      </p:graphicFrame>
      <p:sp>
        <p:nvSpPr>
          <p:cNvPr id="24" name="Text Box 22"/>
          <p:cNvSpPr txBox="1"/>
          <p:nvPr/>
        </p:nvSpPr>
        <p:spPr>
          <a:xfrm>
            <a:off x="773113" y="5702300"/>
            <a:ext cx="7920037"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复数的加减要用复数的代数形式。</a:t>
            </a:r>
            <a:r>
              <a:rPr lang="zh-CN" altLang="en-US" sz="2400" b="1" dirty="0">
                <a:solidFill>
                  <a:srgbClr val="FF0000"/>
                </a:solidFill>
                <a:latin typeface="Times New Roman" panose="02020603050405020304" pitchFamily="18" charset="0"/>
                <a:ea typeface="华文中宋" panose="02010600040101010101" pitchFamily="2" charset="-122"/>
              </a:rPr>
              <a:t>复数的乘除用代数形式比较麻烦，用指数形式或极坐标形式就比较简单。</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05891"/>
                                        </p:tgtEl>
                                        <p:attrNameLst>
                                          <p:attrName>style.visibility</p:attrName>
                                        </p:attrNameLst>
                                      </p:cBhvr>
                                      <p:to>
                                        <p:strVal val="visible"/>
                                      </p:to>
                                    </p:set>
                                    <p:animEffect transition="in" filter="wipe(left)">
                                      <p:cBhvr>
                                        <p:cTn id="7" dur="500"/>
                                        <p:tgtEl>
                                          <p:spTgt spid="8058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5907"/>
                                        </p:tgtEl>
                                        <p:attrNameLst>
                                          <p:attrName>style.visibility</p:attrName>
                                        </p:attrNameLst>
                                      </p:cBhvr>
                                      <p:to>
                                        <p:strVal val="visible"/>
                                      </p:to>
                                    </p:set>
                                    <p:animEffect transition="in" filter="wipe(left)">
                                      <p:cBhvr>
                                        <p:cTn id="12" dur="500"/>
                                        <p:tgtEl>
                                          <p:spTgt spid="80590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05908"/>
                                        </p:tgtEl>
                                        <p:attrNameLst>
                                          <p:attrName>style.visibility</p:attrName>
                                        </p:attrNameLst>
                                      </p:cBhvr>
                                      <p:to>
                                        <p:strVal val="visible"/>
                                      </p:to>
                                    </p:set>
                                    <p:animEffect transition="in" filter="wipe(left)">
                                      <p:cBhvr>
                                        <p:cTn id="25" dur="500"/>
                                        <p:tgtEl>
                                          <p:spTgt spid="805908"/>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805903"/>
                                        </p:tgtEl>
                                        <p:attrNameLst>
                                          <p:attrName>style.visibility</p:attrName>
                                        </p:attrNameLst>
                                      </p:cBhvr>
                                      <p:to>
                                        <p:strVal val="visible"/>
                                      </p:to>
                                    </p:set>
                                    <p:animEffect transition="in" filter="strips(downRight)">
                                      <p:cBhvr>
                                        <p:cTn id="30" dur="500"/>
                                        <p:tgtEl>
                                          <p:spTgt spid="805903"/>
                                        </p:tgtEl>
                                      </p:cBhvr>
                                    </p:animEffect>
                                  </p:childTnLst>
                                </p:cTn>
                              </p:par>
                            </p:childTnLst>
                          </p:cTn>
                        </p:par>
                        <p:par>
                          <p:cTn id="31" fill="hold">
                            <p:stCondLst>
                              <p:cond delay="500"/>
                            </p:stCondLst>
                            <p:childTnLst>
                              <p:par>
                                <p:cTn id="32" presetID="18" presetClass="entr" presetSubtype="6" fill="hold" nodeType="afterEffect">
                                  <p:stCondLst>
                                    <p:cond delay="0"/>
                                  </p:stCondLst>
                                  <p:childTnLst>
                                    <p:set>
                                      <p:cBhvr>
                                        <p:cTn id="33" dur="1" fill="hold">
                                          <p:stCondLst>
                                            <p:cond delay="0"/>
                                          </p:stCondLst>
                                        </p:cTn>
                                        <p:tgtEl>
                                          <p:spTgt spid="805904"/>
                                        </p:tgtEl>
                                        <p:attrNameLst>
                                          <p:attrName>style.visibility</p:attrName>
                                        </p:attrNameLst>
                                      </p:cBhvr>
                                      <p:to>
                                        <p:strVal val="visible"/>
                                      </p:to>
                                    </p:set>
                                    <p:animEffect transition="in" filter="strips(downRight)">
                                      <p:cBhvr>
                                        <p:cTn id="34" dur="500"/>
                                        <p:tgtEl>
                                          <p:spTgt spid="805904"/>
                                        </p:tgtEl>
                                      </p:cBhvr>
                                    </p:animEffect>
                                  </p:childTnLst>
                                </p:cTn>
                              </p:par>
                            </p:childTnLst>
                          </p:cTn>
                        </p:par>
                        <p:par>
                          <p:cTn id="35" fill="hold">
                            <p:stCondLst>
                              <p:cond delay="1000"/>
                            </p:stCondLst>
                            <p:childTnLst>
                              <p:par>
                                <p:cTn id="36" presetID="18" presetClass="entr" presetSubtype="6" fill="hold" nodeType="afterEffect">
                                  <p:stCondLst>
                                    <p:cond delay="0"/>
                                  </p:stCondLst>
                                  <p:childTnLst>
                                    <p:set>
                                      <p:cBhvr>
                                        <p:cTn id="37" dur="1" fill="hold">
                                          <p:stCondLst>
                                            <p:cond delay="0"/>
                                          </p:stCondLst>
                                        </p:cTn>
                                        <p:tgtEl>
                                          <p:spTgt spid="805905"/>
                                        </p:tgtEl>
                                        <p:attrNameLst>
                                          <p:attrName>style.visibility</p:attrName>
                                        </p:attrNameLst>
                                      </p:cBhvr>
                                      <p:to>
                                        <p:strVal val="visible"/>
                                      </p:to>
                                    </p:set>
                                    <p:animEffect transition="in" filter="strips(downRight)">
                                      <p:cBhvr>
                                        <p:cTn id="38" dur="500"/>
                                        <p:tgtEl>
                                          <p:spTgt spid="805905"/>
                                        </p:tgtEl>
                                      </p:cBhvr>
                                    </p:animEffect>
                                  </p:childTnLst>
                                </p:cTn>
                              </p:par>
                            </p:childTnLst>
                          </p:cTn>
                        </p:par>
                        <p:par>
                          <p:cTn id="39" fill="hold">
                            <p:stCondLst>
                              <p:cond delay="1500"/>
                            </p:stCondLst>
                            <p:childTnLst>
                              <p:par>
                                <p:cTn id="40" presetID="18" presetClass="entr" presetSubtype="6"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strips(downRigh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linds(horizontal)">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1" grpId="0"/>
      <p:bldP spid="805907" grpId="0"/>
      <p:bldP spid="805908"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4"/>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27651" name="Text Box 2"/>
          <p:cNvSpPr txBox="1"/>
          <p:nvPr/>
        </p:nvSpPr>
        <p:spPr>
          <a:xfrm>
            <a:off x="685800" y="549275"/>
            <a:ext cx="3886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2.  </a:t>
            </a:r>
            <a:r>
              <a:rPr lang="zh-CN" altLang="en-US" sz="2400" b="1" dirty="0">
                <a:latin typeface="Times New Roman" panose="02020603050405020304" pitchFamily="18" charset="0"/>
                <a:ea typeface="华文中宋" panose="02010600040101010101" pitchFamily="2" charset="-122"/>
              </a:rPr>
              <a:t>复数的四则运算</a:t>
            </a:r>
            <a:endParaRPr lang="zh-CN" altLang="en-US" sz="2400" b="1" dirty="0">
              <a:latin typeface="Times New Roman" panose="02020603050405020304" pitchFamily="18" charset="0"/>
              <a:ea typeface="华文中宋" panose="02010600040101010101" pitchFamily="2" charset="-122"/>
            </a:endParaRPr>
          </a:p>
        </p:txBody>
      </p:sp>
      <p:grpSp>
        <p:nvGrpSpPr>
          <p:cNvPr id="27652" name="Group 3"/>
          <p:cNvGrpSpPr/>
          <p:nvPr/>
        </p:nvGrpSpPr>
        <p:grpSpPr>
          <a:xfrm>
            <a:off x="2403475" y="1128713"/>
            <a:ext cx="4911725" cy="700087"/>
            <a:chOff x="1514" y="711"/>
            <a:chExt cx="3094" cy="441"/>
          </a:xfrm>
        </p:grpSpPr>
        <p:grpSp>
          <p:nvGrpSpPr>
            <p:cNvPr id="27664" name="Group 4"/>
            <p:cNvGrpSpPr/>
            <p:nvPr/>
          </p:nvGrpSpPr>
          <p:grpSpPr>
            <a:xfrm>
              <a:off x="1514" y="720"/>
              <a:ext cx="1181" cy="336"/>
              <a:chOff x="720" y="1914"/>
              <a:chExt cx="1134" cy="292"/>
            </a:xfrm>
          </p:grpSpPr>
          <p:sp>
            <p:nvSpPr>
              <p:cNvPr id="27667" name="Text Box 5"/>
              <p:cNvSpPr txBox="1"/>
              <p:nvPr/>
            </p:nvSpPr>
            <p:spPr>
              <a:xfrm>
                <a:off x="720" y="1920"/>
                <a:ext cx="260"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A</a:t>
                </a:r>
                <a:endParaRPr lang="en-US" altLang="zh-CN" sz="2800" i="1" dirty="0">
                  <a:latin typeface="Times New Roman" panose="02020603050405020304" pitchFamily="18" charset="0"/>
                  <a:ea typeface="华文中宋" panose="02010600040101010101" pitchFamily="2" charset="-122"/>
                </a:endParaRPr>
              </a:p>
            </p:txBody>
          </p:sp>
          <p:sp>
            <p:nvSpPr>
              <p:cNvPr id="27668" name="Text Box 6"/>
              <p:cNvSpPr txBox="1"/>
              <p:nvPr/>
            </p:nvSpPr>
            <p:spPr>
              <a:xfrm>
                <a:off x="950" y="1914"/>
                <a:ext cx="904"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a</a:t>
                </a:r>
                <a:r>
                  <a:rPr lang="en-US" altLang="zh-CN" sz="2800" b="1" baseline="-25000" dirty="0">
                    <a:latin typeface="Times New Roman" panose="02020603050405020304" pitchFamily="18" charset="0"/>
                    <a:ea typeface="华文中宋" panose="02010600040101010101" pitchFamily="2" charset="-122"/>
                  </a:rPr>
                  <a:t>1</a:t>
                </a:r>
                <a:r>
                  <a:rPr lang="en-US" altLang="zh-CN" sz="2800" b="1" dirty="0">
                    <a:latin typeface="Times New Roman" panose="02020603050405020304" pitchFamily="18" charset="0"/>
                    <a:ea typeface="华文中宋" panose="02010600040101010101" pitchFamily="2" charset="-122"/>
                  </a:rPr>
                  <a:t> + j</a:t>
                </a:r>
                <a:r>
                  <a:rPr lang="en-US" altLang="zh-CN" sz="2800" b="1" i="1" dirty="0">
                    <a:latin typeface="Times New Roman" panose="02020603050405020304" pitchFamily="18" charset="0"/>
                    <a:ea typeface="华文中宋" panose="02010600040101010101" pitchFamily="2" charset="-122"/>
                  </a:rPr>
                  <a:t>a</a:t>
                </a:r>
                <a:r>
                  <a:rPr lang="en-US" altLang="zh-CN" sz="2800" b="1" baseline="-25000" dirty="0">
                    <a:latin typeface="Times New Roman" panose="02020603050405020304" pitchFamily="18" charset="0"/>
                    <a:ea typeface="华文中宋" panose="02010600040101010101" pitchFamily="2" charset="-122"/>
                  </a:rPr>
                  <a:t>2</a:t>
                </a:r>
                <a:endParaRPr lang="en-US" altLang="zh-CN" sz="2800" b="1" baseline="-25000" dirty="0">
                  <a:latin typeface="Times New Roman" panose="02020603050405020304" pitchFamily="18" charset="0"/>
                  <a:ea typeface="华文中宋" panose="02010600040101010101" pitchFamily="2" charset="-122"/>
                </a:endParaRPr>
              </a:p>
            </p:txBody>
          </p:sp>
        </p:grpSp>
        <p:graphicFrame>
          <p:nvGraphicFramePr>
            <p:cNvPr id="27665" name="Object 7"/>
            <p:cNvGraphicFramePr>
              <a:graphicFrameLocks noChangeAspect="1"/>
            </p:cNvGraphicFramePr>
            <p:nvPr/>
          </p:nvGraphicFramePr>
          <p:xfrm>
            <a:off x="3685" y="767"/>
            <a:ext cx="923" cy="385"/>
          </p:xfrm>
          <a:graphic>
            <a:graphicData uri="http://schemas.openxmlformats.org/presentationml/2006/ole">
              <mc:AlternateContent xmlns:mc="http://schemas.openxmlformats.org/markup-compatibility/2006">
                <mc:Choice xmlns:v="urn:schemas-microsoft-com:vml" Requires="v">
                  <p:oleObj spid="_x0000_s3135" name="" r:id="rId1" imgW="609600" imgH="152400" progId="Equation.3">
                    <p:embed/>
                  </p:oleObj>
                </mc:Choice>
                <mc:Fallback>
                  <p:oleObj name="" r:id="rId1" imgW="609600" imgH="152400" progId="Equation.3">
                    <p:embed/>
                    <p:pic>
                      <p:nvPicPr>
                        <p:cNvPr id="0" name="图片 3134"/>
                        <p:cNvPicPr/>
                        <p:nvPr/>
                      </p:nvPicPr>
                      <p:blipFill>
                        <a:blip r:embed="rId2">
                          <a:clrChange>
                            <a:clrFrom>
                              <a:srgbClr val="000000"/>
                            </a:clrFrom>
                            <a:clrTo>
                              <a:srgbClr val="0033CC"/>
                            </a:clrTo>
                          </a:clrChange>
                        </a:blip>
                        <a:stretch>
                          <a:fillRect/>
                        </a:stretch>
                      </p:blipFill>
                      <p:spPr>
                        <a:xfrm>
                          <a:off x="3685" y="767"/>
                          <a:ext cx="923" cy="385"/>
                        </a:xfrm>
                        <a:prstGeom prst="rect">
                          <a:avLst/>
                        </a:prstGeom>
                        <a:noFill/>
                        <a:ln w="38100">
                          <a:noFill/>
                          <a:miter/>
                        </a:ln>
                      </p:spPr>
                    </p:pic>
                  </p:oleObj>
                </mc:Fallback>
              </mc:AlternateContent>
            </a:graphicData>
          </a:graphic>
        </p:graphicFrame>
        <p:graphicFrame>
          <p:nvGraphicFramePr>
            <p:cNvPr id="27666" name="Object 8"/>
            <p:cNvGraphicFramePr>
              <a:graphicFrameLocks noChangeAspect="1"/>
            </p:cNvGraphicFramePr>
            <p:nvPr/>
          </p:nvGraphicFramePr>
          <p:xfrm>
            <a:off x="2695" y="711"/>
            <a:ext cx="1036" cy="403"/>
          </p:xfrm>
          <a:graphic>
            <a:graphicData uri="http://schemas.openxmlformats.org/presentationml/2006/ole">
              <mc:AlternateContent xmlns:mc="http://schemas.openxmlformats.org/markup-compatibility/2006">
                <mc:Choice xmlns:v="urn:schemas-microsoft-com:vml" Requires="v">
                  <p:oleObj spid="_x0000_s3133" name="" r:id="rId3" imgW="571500" imgH="165100" progId="Equation.3">
                    <p:embed/>
                  </p:oleObj>
                </mc:Choice>
                <mc:Fallback>
                  <p:oleObj name="" r:id="rId3" imgW="571500" imgH="165100" progId="Equation.3">
                    <p:embed/>
                    <p:pic>
                      <p:nvPicPr>
                        <p:cNvPr id="0" name="图片 3132"/>
                        <p:cNvPicPr/>
                        <p:nvPr/>
                      </p:nvPicPr>
                      <p:blipFill>
                        <a:blip r:embed="rId4">
                          <a:clrChange>
                            <a:clrFrom>
                              <a:srgbClr val="000000"/>
                            </a:clrFrom>
                            <a:clrTo>
                              <a:srgbClr val="0033CC"/>
                            </a:clrTo>
                          </a:clrChange>
                        </a:blip>
                        <a:stretch>
                          <a:fillRect/>
                        </a:stretch>
                      </p:blipFill>
                      <p:spPr>
                        <a:xfrm>
                          <a:off x="2695" y="711"/>
                          <a:ext cx="1036" cy="403"/>
                        </a:xfrm>
                        <a:prstGeom prst="rect">
                          <a:avLst/>
                        </a:prstGeom>
                        <a:noFill/>
                        <a:ln w="38100">
                          <a:noFill/>
                          <a:miter/>
                        </a:ln>
                      </p:spPr>
                    </p:pic>
                  </p:oleObj>
                </mc:Fallback>
              </mc:AlternateContent>
            </a:graphicData>
          </a:graphic>
        </p:graphicFrame>
      </p:grpSp>
      <p:grpSp>
        <p:nvGrpSpPr>
          <p:cNvPr id="27653" name="Group 9"/>
          <p:cNvGrpSpPr/>
          <p:nvPr/>
        </p:nvGrpSpPr>
        <p:grpSpPr>
          <a:xfrm>
            <a:off x="2355850" y="1736725"/>
            <a:ext cx="4806950" cy="701675"/>
            <a:chOff x="1484" y="1094"/>
            <a:chExt cx="3028" cy="442"/>
          </a:xfrm>
        </p:grpSpPr>
        <p:grpSp>
          <p:nvGrpSpPr>
            <p:cNvPr id="27659" name="Group 10"/>
            <p:cNvGrpSpPr/>
            <p:nvPr/>
          </p:nvGrpSpPr>
          <p:grpSpPr>
            <a:xfrm>
              <a:off x="1484" y="1104"/>
              <a:ext cx="1181" cy="336"/>
              <a:chOff x="720" y="1914"/>
              <a:chExt cx="1135" cy="292"/>
            </a:xfrm>
          </p:grpSpPr>
          <p:sp>
            <p:nvSpPr>
              <p:cNvPr id="27662" name="Text Box 11"/>
              <p:cNvSpPr txBox="1"/>
              <p:nvPr/>
            </p:nvSpPr>
            <p:spPr>
              <a:xfrm>
                <a:off x="720" y="1920"/>
                <a:ext cx="256"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B</a:t>
                </a:r>
                <a:endParaRPr lang="en-US" altLang="zh-CN" sz="2800" i="1" dirty="0">
                  <a:latin typeface="Times New Roman" panose="02020603050405020304" pitchFamily="18" charset="0"/>
                  <a:ea typeface="华文中宋" panose="02010600040101010101" pitchFamily="2" charset="-122"/>
                </a:endParaRPr>
              </a:p>
            </p:txBody>
          </p:sp>
          <p:sp>
            <p:nvSpPr>
              <p:cNvPr id="27663" name="Text Box 12"/>
              <p:cNvSpPr txBox="1"/>
              <p:nvPr/>
            </p:nvSpPr>
            <p:spPr>
              <a:xfrm>
                <a:off x="950" y="1914"/>
                <a:ext cx="905" cy="2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b</a:t>
                </a:r>
                <a:r>
                  <a:rPr lang="en-US" altLang="zh-CN" sz="2800" b="1" baseline="-25000" dirty="0">
                    <a:latin typeface="Times New Roman" panose="02020603050405020304" pitchFamily="18" charset="0"/>
                    <a:ea typeface="华文中宋" panose="02010600040101010101" pitchFamily="2" charset="-122"/>
                  </a:rPr>
                  <a:t>1</a:t>
                </a:r>
                <a:r>
                  <a:rPr lang="en-US" altLang="zh-CN" sz="2800" b="1" dirty="0">
                    <a:latin typeface="Times New Roman" panose="02020603050405020304" pitchFamily="18" charset="0"/>
                    <a:ea typeface="华文中宋" panose="02010600040101010101" pitchFamily="2" charset="-122"/>
                  </a:rPr>
                  <a:t> + j</a:t>
                </a:r>
                <a:r>
                  <a:rPr lang="en-US" altLang="zh-CN" sz="2800" b="1" i="1" dirty="0">
                    <a:latin typeface="Times New Roman" panose="02020603050405020304" pitchFamily="18" charset="0"/>
                    <a:ea typeface="华文中宋" panose="02010600040101010101" pitchFamily="2" charset="-122"/>
                  </a:rPr>
                  <a:t>b</a:t>
                </a:r>
                <a:r>
                  <a:rPr lang="en-US" altLang="zh-CN" sz="2800" b="1" baseline="-25000" dirty="0">
                    <a:latin typeface="Times New Roman" panose="02020603050405020304" pitchFamily="18" charset="0"/>
                    <a:ea typeface="华文中宋" panose="02010600040101010101" pitchFamily="2" charset="-122"/>
                  </a:rPr>
                  <a:t>2</a:t>
                </a:r>
                <a:endParaRPr lang="en-US" altLang="zh-CN" sz="2800" b="1" baseline="-25000" dirty="0">
                  <a:latin typeface="Times New Roman" panose="02020603050405020304" pitchFamily="18" charset="0"/>
                  <a:ea typeface="华文中宋" panose="02010600040101010101" pitchFamily="2" charset="-122"/>
                </a:endParaRPr>
              </a:p>
            </p:txBody>
          </p:sp>
        </p:grpSp>
        <p:graphicFrame>
          <p:nvGraphicFramePr>
            <p:cNvPr id="27660" name="Object 13"/>
            <p:cNvGraphicFramePr>
              <a:graphicFrameLocks noChangeAspect="1"/>
            </p:cNvGraphicFramePr>
            <p:nvPr/>
          </p:nvGraphicFramePr>
          <p:xfrm>
            <a:off x="3589" y="1151"/>
            <a:ext cx="923" cy="385"/>
          </p:xfrm>
          <a:graphic>
            <a:graphicData uri="http://schemas.openxmlformats.org/presentationml/2006/ole">
              <mc:AlternateContent xmlns:mc="http://schemas.openxmlformats.org/markup-compatibility/2006">
                <mc:Choice xmlns:v="urn:schemas-microsoft-com:vml" Requires="v">
                  <p:oleObj spid="_x0000_s3137" name="" r:id="rId5" imgW="609600" imgH="152400" progId="Equation.3">
                    <p:embed/>
                  </p:oleObj>
                </mc:Choice>
                <mc:Fallback>
                  <p:oleObj name="" r:id="rId5" imgW="609600" imgH="152400" progId="Equation.3">
                    <p:embed/>
                    <p:pic>
                      <p:nvPicPr>
                        <p:cNvPr id="0" name="图片 3136"/>
                        <p:cNvPicPr/>
                        <p:nvPr/>
                      </p:nvPicPr>
                      <p:blipFill>
                        <a:blip r:embed="rId6">
                          <a:clrChange>
                            <a:clrFrom>
                              <a:srgbClr val="000000"/>
                            </a:clrFrom>
                            <a:clrTo>
                              <a:srgbClr val="0033CC"/>
                            </a:clrTo>
                          </a:clrChange>
                        </a:blip>
                        <a:stretch>
                          <a:fillRect/>
                        </a:stretch>
                      </p:blipFill>
                      <p:spPr>
                        <a:xfrm>
                          <a:off x="3589" y="1151"/>
                          <a:ext cx="923" cy="385"/>
                        </a:xfrm>
                        <a:prstGeom prst="rect">
                          <a:avLst/>
                        </a:prstGeom>
                        <a:noFill/>
                        <a:ln w="38100">
                          <a:noFill/>
                          <a:miter/>
                        </a:ln>
                      </p:spPr>
                    </p:pic>
                  </p:oleObj>
                </mc:Fallback>
              </mc:AlternateContent>
            </a:graphicData>
          </a:graphic>
        </p:graphicFrame>
        <p:graphicFrame>
          <p:nvGraphicFramePr>
            <p:cNvPr id="27661" name="Object 14"/>
            <p:cNvGraphicFramePr>
              <a:graphicFrameLocks noChangeAspect="1"/>
            </p:cNvGraphicFramePr>
            <p:nvPr/>
          </p:nvGraphicFramePr>
          <p:xfrm>
            <a:off x="2665" y="1094"/>
            <a:ext cx="1036" cy="404"/>
          </p:xfrm>
          <a:graphic>
            <a:graphicData uri="http://schemas.openxmlformats.org/presentationml/2006/ole">
              <mc:AlternateContent xmlns:mc="http://schemas.openxmlformats.org/markup-compatibility/2006">
                <mc:Choice xmlns:v="urn:schemas-microsoft-com:vml" Requires="v">
                  <p:oleObj spid="_x0000_s3138" name="" r:id="rId7" imgW="571500" imgH="165100" progId="Equation.3">
                    <p:embed/>
                  </p:oleObj>
                </mc:Choice>
                <mc:Fallback>
                  <p:oleObj name="" r:id="rId7" imgW="571500" imgH="165100" progId="Equation.3">
                    <p:embed/>
                    <p:pic>
                      <p:nvPicPr>
                        <p:cNvPr id="0" name="图片 3137"/>
                        <p:cNvPicPr/>
                        <p:nvPr/>
                      </p:nvPicPr>
                      <p:blipFill>
                        <a:blip r:embed="rId8">
                          <a:clrChange>
                            <a:clrFrom>
                              <a:srgbClr val="000000"/>
                            </a:clrFrom>
                            <a:clrTo>
                              <a:srgbClr val="0033CC"/>
                            </a:clrTo>
                          </a:clrChange>
                        </a:blip>
                        <a:stretch>
                          <a:fillRect/>
                        </a:stretch>
                      </p:blipFill>
                      <p:spPr>
                        <a:xfrm>
                          <a:off x="2665" y="1094"/>
                          <a:ext cx="1036" cy="404"/>
                        </a:xfrm>
                        <a:prstGeom prst="rect">
                          <a:avLst/>
                        </a:prstGeom>
                        <a:noFill/>
                        <a:ln w="38100">
                          <a:noFill/>
                          <a:miter/>
                        </a:ln>
                      </p:spPr>
                    </p:pic>
                  </p:oleObj>
                </mc:Fallback>
              </mc:AlternateContent>
            </a:graphicData>
          </a:graphic>
        </p:graphicFrame>
      </p:grpSp>
      <p:sp>
        <p:nvSpPr>
          <p:cNvPr id="27654" name="Text Box 15"/>
          <p:cNvSpPr txBox="1"/>
          <p:nvPr/>
        </p:nvSpPr>
        <p:spPr>
          <a:xfrm>
            <a:off x="1331913" y="1125538"/>
            <a:ext cx="936625" cy="46196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设：</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956435" name="Object 19"/>
          <p:cNvGraphicFramePr>
            <a:graphicFrameLocks noChangeAspect="1"/>
          </p:cNvGraphicFramePr>
          <p:nvPr/>
        </p:nvGraphicFramePr>
        <p:xfrm>
          <a:off x="1585913" y="2560638"/>
          <a:ext cx="5789612" cy="652462"/>
        </p:xfrm>
        <a:graphic>
          <a:graphicData uri="http://schemas.openxmlformats.org/presentationml/2006/ole">
            <mc:AlternateContent xmlns:mc="http://schemas.openxmlformats.org/markup-compatibility/2006">
              <mc:Choice xmlns:v="urn:schemas-microsoft-com:vml" Requires="v">
                <p:oleObj spid="_x0000_s3142" name="" r:id="rId9" imgW="2373630" imgH="266700" progId="Equation.3">
                  <p:embed/>
                </p:oleObj>
              </mc:Choice>
              <mc:Fallback>
                <p:oleObj name="" r:id="rId9" imgW="2373630" imgH="266700" progId="Equation.3">
                  <p:embed/>
                  <p:pic>
                    <p:nvPicPr>
                      <p:cNvPr id="0" name="图片 3141"/>
                      <p:cNvPicPr/>
                      <p:nvPr/>
                    </p:nvPicPr>
                    <p:blipFill>
                      <a:blip r:embed="rId10"/>
                      <a:stretch>
                        <a:fillRect/>
                      </a:stretch>
                    </p:blipFill>
                    <p:spPr>
                      <a:xfrm>
                        <a:off x="1585913" y="2560638"/>
                        <a:ext cx="5789612" cy="652462"/>
                      </a:xfrm>
                      <a:prstGeom prst="rect">
                        <a:avLst/>
                      </a:prstGeom>
                      <a:noFill/>
                      <a:ln w="38100">
                        <a:noFill/>
                        <a:miter/>
                      </a:ln>
                    </p:spPr>
                  </p:pic>
                </p:oleObj>
              </mc:Fallback>
            </mc:AlternateContent>
          </a:graphicData>
        </a:graphic>
      </p:graphicFrame>
      <p:graphicFrame>
        <p:nvGraphicFramePr>
          <p:cNvPr id="956436" name="Object 20"/>
          <p:cNvGraphicFramePr>
            <a:graphicFrameLocks noChangeAspect="1"/>
          </p:cNvGraphicFramePr>
          <p:nvPr/>
        </p:nvGraphicFramePr>
        <p:xfrm>
          <a:off x="1476375" y="3357563"/>
          <a:ext cx="6624638" cy="620712"/>
        </p:xfrm>
        <a:graphic>
          <a:graphicData uri="http://schemas.openxmlformats.org/presentationml/2006/ole">
            <mc:AlternateContent xmlns:mc="http://schemas.openxmlformats.org/markup-compatibility/2006">
              <mc:Choice xmlns:v="urn:schemas-microsoft-com:vml" Requires="v">
                <p:oleObj spid="_x0000_s3134" name="" r:id="rId11" imgW="2717800" imgH="254000" progId="Equation.3">
                  <p:embed/>
                </p:oleObj>
              </mc:Choice>
              <mc:Fallback>
                <p:oleObj name="" r:id="rId11" imgW="2717800" imgH="254000" progId="Equation.3">
                  <p:embed/>
                  <p:pic>
                    <p:nvPicPr>
                      <p:cNvPr id="0" name="图片 3133"/>
                      <p:cNvPicPr/>
                      <p:nvPr/>
                    </p:nvPicPr>
                    <p:blipFill>
                      <a:blip r:embed="rId12"/>
                      <a:stretch>
                        <a:fillRect/>
                      </a:stretch>
                    </p:blipFill>
                    <p:spPr>
                      <a:xfrm>
                        <a:off x="1476375" y="3357563"/>
                        <a:ext cx="6624638" cy="620712"/>
                      </a:xfrm>
                      <a:prstGeom prst="rect">
                        <a:avLst/>
                      </a:prstGeom>
                      <a:noFill/>
                      <a:ln w="38100">
                        <a:noFill/>
                        <a:miter/>
                      </a:ln>
                    </p:spPr>
                  </p:pic>
                </p:oleObj>
              </mc:Fallback>
            </mc:AlternateContent>
          </a:graphicData>
        </a:graphic>
      </p:graphicFrame>
      <p:graphicFrame>
        <p:nvGraphicFramePr>
          <p:cNvPr id="956438" name="Object 22"/>
          <p:cNvGraphicFramePr>
            <a:graphicFrameLocks noChangeAspect="1"/>
          </p:cNvGraphicFramePr>
          <p:nvPr/>
        </p:nvGraphicFramePr>
        <p:xfrm>
          <a:off x="1873250" y="4092575"/>
          <a:ext cx="3868738" cy="1181100"/>
        </p:xfrm>
        <a:graphic>
          <a:graphicData uri="http://schemas.openxmlformats.org/presentationml/2006/ole">
            <mc:AlternateContent xmlns:mc="http://schemas.openxmlformats.org/markup-compatibility/2006">
              <mc:Choice xmlns:v="urn:schemas-microsoft-com:vml" Requires="v">
                <p:oleObj spid="_x0000_s3143" name="" r:id="rId13" imgW="1586865" imgH="482600" progId="Equation.3">
                  <p:embed/>
                </p:oleObj>
              </mc:Choice>
              <mc:Fallback>
                <p:oleObj name="" r:id="rId13" imgW="1586865" imgH="482600" progId="Equation.3">
                  <p:embed/>
                  <p:pic>
                    <p:nvPicPr>
                      <p:cNvPr id="0" name="图片 3142"/>
                      <p:cNvPicPr/>
                      <p:nvPr/>
                    </p:nvPicPr>
                    <p:blipFill>
                      <a:blip r:embed="rId14"/>
                      <a:stretch>
                        <a:fillRect/>
                      </a:stretch>
                    </p:blipFill>
                    <p:spPr>
                      <a:xfrm>
                        <a:off x="1873250" y="4092575"/>
                        <a:ext cx="3868738" cy="1181100"/>
                      </a:xfrm>
                      <a:prstGeom prst="rect">
                        <a:avLst/>
                      </a:prstGeom>
                      <a:noFill/>
                      <a:ln w="38100">
                        <a:noFill/>
                        <a:miter/>
                      </a:ln>
                    </p:spPr>
                  </p:pic>
                </p:oleObj>
              </mc:Fallback>
            </mc:AlternateContent>
          </a:graphicData>
        </a:graphic>
      </p:graphicFrame>
      <p:graphicFrame>
        <p:nvGraphicFramePr>
          <p:cNvPr id="956439" name="Object 23"/>
          <p:cNvGraphicFramePr>
            <a:graphicFrameLocks noChangeAspect="1"/>
          </p:cNvGraphicFramePr>
          <p:nvPr/>
        </p:nvGraphicFramePr>
        <p:xfrm>
          <a:off x="1873250" y="5273675"/>
          <a:ext cx="4643438" cy="1179513"/>
        </p:xfrm>
        <a:graphic>
          <a:graphicData uri="http://schemas.openxmlformats.org/presentationml/2006/ole">
            <mc:AlternateContent xmlns:mc="http://schemas.openxmlformats.org/markup-compatibility/2006">
              <mc:Choice xmlns:v="urn:schemas-microsoft-com:vml" Requires="v">
                <p:oleObj spid="_x0000_s3140" name="" r:id="rId15" imgW="1905000" imgH="482600" progId="Equation.3">
                  <p:embed/>
                </p:oleObj>
              </mc:Choice>
              <mc:Fallback>
                <p:oleObj name="" r:id="rId15" imgW="1905000" imgH="482600" progId="Equation.3">
                  <p:embed/>
                  <p:pic>
                    <p:nvPicPr>
                      <p:cNvPr id="0" name="图片 3139"/>
                      <p:cNvPicPr/>
                      <p:nvPr/>
                    </p:nvPicPr>
                    <p:blipFill>
                      <a:blip r:embed="rId16"/>
                      <a:stretch>
                        <a:fillRect/>
                      </a:stretch>
                    </p:blipFill>
                    <p:spPr>
                      <a:xfrm>
                        <a:off x="1873250" y="5273675"/>
                        <a:ext cx="4643438" cy="11795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6435"/>
                                        </p:tgtEl>
                                        <p:attrNameLst>
                                          <p:attrName>style.visibility</p:attrName>
                                        </p:attrNameLst>
                                      </p:cBhvr>
                                      <p:to>
                                        <p:strVal val="visible"/>
                                      </p:to>
                                    </p:set>
                                    <p:animEffect transition="in" filter="wipe(left)">
                                      <p:cBhvr>
                                        <p:cTn id="7" dur="500"/>
                                        <p:tgtEl>
                                          <p:spTgt spid="95643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56436"/>
                                        </p:tgtEl>
                                        <p:attrNameLst>
                                          <p:attrName>style.visibility</p:attrName>
                                        </p:attrNameLst>
                                      </p:cBhvr>
                                      <p:to>
                                        <p:strVal val="visible"/>
                                      </p:to>
                                    </p:set>
                                    <p:animEffect transition="in" filter="wipe(left)">
                                      <p:cBhvr>
                                        <p:cTn id="11" dur="500"/>
                                        <p:tgtEl>
                                          <p:spTgt spid="95643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56438"/>
                                        </p:tgtEl>
                                        <p:attrNameLst>
                                          <p:attrName>style.visibility</p:attrName>
                                        </p:attrNameLst>
                                      </p:cBhvr>
                                      <p:to>
                                        <p:strVal val="visible"/>
                                      </p:to>
                                    </p:set>
                                    <p:animEffect transition="in" filter="wipe(left)">
                                      <p:cBhvr>
                                        <p:cTn id="15" dur="500"/>
                                        <p:tgtEl>
                                          <p:spTgt spid="95643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56439"/>
                                        </p:tgtEl>
                                        <p:attrNameLst>
                                          <p:attrName>style.visibility</p:attrName>
                                        </p:attrNameLst>
                                      </p:cBhvr>
                                      <p:to>
                                        <p:strVal val="visible"/>
                                      </p:to>
                                    </p:set>
                                    <p:animEffect transition="in" filter="wipe(left)">
                                      <p:cBhvr>
                                        <p:cTn id="19" dur="500"/>
                                        <p:tgtEl>
                                          <p:spTgt spid="956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28675" name="Text Box 6"/>
          <p:cNvSpPr txBox="1"/>
          <p:nvPr/>
        </p:nvSpPr>
        <p:spPr>
          <a:xfrm>
            <a:off x="820738" y="719138"/>
            <a:ext cx="82296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a:t>
            </a:r>
            <a:r>
              <a:rPr lang="zh-CN" altLang="en-US" sz="2400" b="1" dirty="0">
                <a:solidFill>
                  <a:schemeClr val="tx2"/>
                </a:solidFill>
                <a:latin typeface="Times New Roman" panose="02020603050405020304" pitchFamily="18" charset="0"/>
                <a:ea typeface="华文中宋" panose="02010600040101010101" pitchFamily="2" charset="-122"/>
              </a:rPr>
              <a:t>例</a:t>
            </a:r>
            <a:r>
              <a:rPr lang="en-US" altLang="zh-CN" sz="2400" b="1" dirty="0">
                <a:solidFill>
                  <a:schemeClr val="tx2"/>
                </a:solidFill>
                <a:latin typeface="Times New Roman" panose="02020603050405020304" pitchFamily="18" charset="0"/>
                <a:ea typeface="华文中宋" panose="02010600040101010101" pitchFamily="2" charset="-122"/>
              </a:rPr>
              <a:t>3- 3]</a:t>
            </a:r>
            <a:r>
              <a:rPr lang="en-US" altLang="zh-CN" sz="2400" b="1" dirty="0">
                <a:solidFill>
                  <a:schemeClr val="accent2"/>
                </a:solidFill>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已知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=10+j5 ,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a:t>
            </a:r>
            <a:r>
              <a:rPr lang="en-US" altLang="zh-CN" sz="2400" b="1" dirty="0">
                <a:latin typeface="Times New Roman" panose="02020603050405020304" pitchFamily="18" charset="0"/>
                <a:ea typeface="华文中宋" panose="02010600040101010101" pitchFamily="2" charset="-122"/>
              </a:rPr>
              <a:t>=3+j4 . </a:t>
            </a:r>
            <a:r>
              <a:rPr lang="zh-CN" altLang="en-US" sz="2400" b="1" dirty="0">
                <a:latin typeface="Times New Roman" panose="02020603050405020304" pitchFamily="18" charset="0"/>
                <a:ea typeface="华文中宋" panose="02010600040101010101" pitchFamily="2" charset="-122"/>
              </a:rPr>
              <a:t>求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 </a:t>
            </a:r>
            <a:r>
              <a:rPr lang="zh-CN" altLang="en-US" sz="2400" b="1" dirty="0">
                <a:latin typeface="Times New Roman" panose="02020603050405020304" pitchFamily="18" charset="0"/>
                <a:ea typeface="华文中宋" panose="02010600040101010101" pitchFamily="2" charset="-122"/>
              </a:rPr>
              <a:t>和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28676" name="Object 7"/>
          <p:cNvGraphicFramePr>
            <a:graphicFrameLocks noChangeAspect="1"/>
          </p:cNvGraphicFramePr>
          <p:nvPr/>
        </p:nvGraphicFramePr>
        <p:xfrm>
          <a:off x="6875463" y="504825"/>
          <a:ext cx="593725" cy="838200"/>
        </p:xfrm>
        <a:graphic>
          <a:graphicData uri="http://schemas.openxmlformats.org/presentationml/2006/ole">
            <mc:AlternateContent xmlns:mc="http://schemas.openxmlformats.org/markup-compatibility/2006">
              <mc:Choice xmlns:v="urn:schemas-microsoft-com:vml" Requires="v">
                <p:oleObj spid="_x0000_s3141" name="" r:id="rId1" imgW="241300" imgH="431800" progId="Equation.3">
                  <p:embed/>
                </p:oleObj>
              </mc:Choice>
              <mc:Fallback>
                <p:oleObj name="" r:id="rId1" imgW="241300" imgH="431800" progId="Equation.3">
                  <p:embed/>
                  <p:pic>
                    <p:nvPicPr>
                      <p:cNvPr id="0" name="图片 3140"/>
                      <p:cNvPicPr/>
                      <p:nvPr/>
                    </p:nvPicPr>
                    <p:blipFill>
                      <a:blip r:embed="rId2"/>
                      <a:stretch>
                        <a:fillRect/>
                      </a:stretch>
                    </p:blipFill>
                    <p:spPr>
                      <a:xfrm>
                        <a:off x="6875463" y="504825"/>
                        <a:ext cx="593725" cy="838200"/>
                      </a:xfrm>
                      <a:prstGeom prst="rect">
                        <a:avLst/>
                      </a:prstGeom>
                      <a:noFill/>
                      <a:ln w="38100">
                        <a:noFill/>
                        <a:miter/>
                      </a:ln>
                    </p:spPr>
                  </p:pic>
                </p:oleObj>
              </mc:Fallback>
            </mc:AlternateContent>
          </a:graphicData>
        </a:graphic>
      </p:graphicFrame>
      <p:sp>
        <p:nvSpPr>
          <p:cNvPr id="803848" name="Text Box 8"/>
          <p:cNvSpPr txBox="1"/>
          <p:nvPr/>
        </p:nvSpPr>
        <p:spPr>
          <a:xfrm>
            <a:off x="820738" y="1498600"/>
            <a:ext cx="37338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解：方法一</a:t>
            </a:r>
            <a:endParaRPr lang="zh-CN" altLang="en-US" sz="2400" b="1" dirty="0">
              <a:solidFill>
                <a:schemeClr val="accent2"/>
              </a:solidFill>
              <a:latin typeface="Times New Roman" panose="02020603050405020304" pitchFamily="18" charset="0"/>
              <a:ea typeface="华文中宋" panose="02010600040101010101" pitchFamily="2" charset="-122"/>
            </a:endParaRPr>
          </a:p>
        </p:txBody>
      </p:sp>
      <p:graphicFrame>
        <p:nvGraphicFramePr>
          <p:cNvPr id="803849" name="Object 9"/>
          <p:cNvGraphicFramePr>
            <a:graphicFrameLocks noChangeAspect="1"/>
          </p:cNvGraphicFramePr>
          <p:nvPr/>
        </p:nvGraphicFramePr>
        <p:xfrm>
          <a:off x="2339975" y="2276475"/>
          <a:ext cx="5545138" cy="1373188"/>
        </p:xfrm>
        <a:graphic>
          <a:graphicData uri="http://schemas.openxmlformats.org/presentationml/2006/ole">
            <mc:AlternateContent xmlns:mc="http://schemas.openxmlformats.org/markup-compatibility/2006">
              <mc:Choice xmlns:v="urn:schemas-microsoft-com:vml" Requires="v">
                <p:oleObj spid="_x0000_s3136" name="" r:id="rId3" imgW="2374900" imgH="673100" progId="Equation.3">
                  <p:embed/>
                </p:oleObj>
              </mc:Choice>
              <mc:Fallback>
                <p:oleObj name="" r:id="rId3" imgW="2374900" imgH="673100" progId="Equation.3">
                  <p:embed/>
                  <p:pic>
                    <p:nvPicPr>
                      <p:cNvPr id="0" name="图片 3135"/>
                      <p:cNvPicPr/>
                      <p:nvPr/>
                    </p:nvPicPr>
                    <p:blipFill>
                      <a:blip r:embed="rId4"/>
                      <a:stretch>
                        <a:fillRect/>
                      </a:stretch>
                    </p:blipFill>
                    <p:spPr>
                      <a:xfrm>
                        <a:off x="2339975" y="2276475"/>
                        <a:ext cx="5545138" cy="1373188"/>
                      </a:xfrm>
                      <a:prstGeom prst="rect">
                        <a:avLst/>
                      </a:prstGeom>
                      <a:noFill/>
                      <a:ln w="38100">
                        <a:noFill/>
                        <a:miter/>
                      </a:ln>
                    </p:spPr>
                  </p:pic>
                </p:oleObj>
              </mc:Fallback>
            </mc:AlternateContent>
          </a:graphicData>
        </a:graphic>
      </p:graphicFrame>
      <p:graphicFrame>
        <p:nvGraphicFramePr>
          <p:cNvPr id="803850" name="Object 10"/>
          <p:cNvGraphicFramePr>
            <a:graphicFrameLocks noChangeAspect="1"/>
          </p:cNvGraphicFramePr>
          <p:nvPr/>
        </p:nvGraphicFramePr>
        <p:xfrm>
          <a:off x="2041525" y="4051300"/>
          <a:ext cx="5786438" cy="1773238"/>
        </p:xfrm>
        <a:graphic>
          <a:graphicData uri="http://schemas.openxmlformats.org/presentationml/2006/ole">
            <mc:AlternateContent xmlns:mc="http://schemas.openxmlformats.org/markup-compatibility/2006">
              <mc:Choice xmlns:v="urn:schemas-microsoft-com:vml" Requires="v">
                <p:oleObj spid="_x0000_s3139" name="" r:id="rId5" imgW="2463800" imgH="863600" progId="Equation.3">
                  <p:embed/>
                </p:oleObj>
              </mc:Choice>
              <mc:Fallback>
                <p:oleObj name="" r:id="rId5" imgW="2463800" imgH="863600" progId="Equation.3">
                  <p:embed/>
                  <p:pic>
                    <p:nvPicPr>
                      <p:cNvPr id="0" name="图片 3138"/>
                      <p:cNvPicPr/>
                      <p:nvPr/>
                    </p:nvPicPr>
                    <p:blipFill>
                      <a:blip r:embed="rId6"/>
                      <a:stretch>
                        <a:fillRect/>
                      </a:stretch>
                    </p:blipFill>
                    <p:spPr>
                      <a:xfrm>
                        <a:off x="2041525" y="4051300"/>
                        <a:ext cx="5786438" cy="17732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3848"/>
                                        </p:tgtEl>
                                        <p:attrNameLst>
                                          <p:attrName>style.visibility</p:attrName>
                                        </p:attrNameLst>
                                      </p:cBhvr>
                                      <p:to>
                                        <p:strVal val="visible"/>
                                      </p:to>
                                    </p:set>
                                    <p:animEffect transition="in" filter="wipe(left)">
                                      <p:cBhvr>
                                        <p:cTn id="7" dur="500"/>
                                        <p:tgtEl>
                                          <p:spTgt spid="80384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803849"/>
                                        </p:tgtEl>
                                        <p:attrNameLst>
                                          <p:attrName>style.visibility</p:attrName>
                                        </p:attrNameLst>
                                      </p:cBhvr>
                                      <p:to>
                                        <p:strVal val="visible"/>
                                      </p:to>
                                    </p:set>
                                    <p:animEffect transition="in" filter="strips(downRight)">
                                      <p:cBhvr>
                                        <p:cTn id="12" dur="500"/>
                                        <p:tgtEl>
                                          <p:spTgt spid="80384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803850"/>
                                        </p:tgtEl>
                                        <p:attrNameLst>
                                          <p:attrName>style.visibility</p:attrName>
                                        </p:attrNameLst>
                                      </p:cBhvr>
                                      <p:to>
                                        <p:strVal val="visible"/>
                                      </p:to>
                                    </p:set>
                                    <p:animEffect transition="in" filter="strips(downRight)">
                                      <p:cBhvr>
                                        <p:cTn id="17" dur="500"/>
                                        <p:tgtEl>
                                          <p:spTgt spid="803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9699" name="Group 2"/>
          <p:cNvGrpSpPr/>
          <p:nvPr/>
        </p:nvGrpSpPr>
        <p:grpSpPr>
          <a:xfrm>
            <a:off x="685800" y="512763"/>
            <a:ext cx="8229600" cy="838200"/>
            <a:chOff x="432" y="1657"/>
            <a:chExt cx="5184" cy="528"/>
          </a:xfrm>
        </p:grpSpPr>
        <p:sp>
          <p:nvSpPr>
            <p:cNvPr id="29705" name="Text Box 3"/>
            <p:cNvSpPr txBox="1"/>
            <p:nvPr/>
          </p:nvSpPr>
          <p:spPr>
            <a:xfrm>
              <a:off x="432" y="1776"/>
              <a:ext cx="5184"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tx2"/>
                  </a:solidFill>
                  <a:latin typeface="Times New Roman" panose="02020603050405020304" pitchFamily="18" charset="0"/>
                  <a:ea typeface="华文中宋" panose="02010600040101010101" pitchFamily="2" charset="-122"/>
                </a:rPr>
                <a:t>[</a:t>
              </a:r>
              <a:r>
                <a:rPr lang="zh-CN" altLang="en-US" sz="2400" b="1" dirty="0">
                  <a:solidFill>
                    <a:schemeClr val="tx2"/>
                  </a:solidFill>
                  <a:latin typeface="Times New Roman" panose="02020603050405020304" pitchFamily="18" charset="0"/>
                  <a:ea typeface="华文中宋" panose="02010600040101010101" pitchFamily="2" charset="-122"/>
                </a:rPr>
                <a:t>例</a:t>
              </a:r>
              <a:r>
                <a:rPr lang="en-US" altLang="zh-CN" sz="2400" b="1" dirty="0">
                  <a:solidFill>
                    <a:schemeClr val="tx2"/>
                  </a:solidFill>
                  <a:latin typeface="Times New Roman" panose="02020603050405020304" pitchFamily="18" charset="0"/>
                  <a:ea typeface="华文中宋" panose="02010600040101010101" pitchFamily="2" charset="-122"/>
                </a:rPr>
                <a:t>3- 3]</a:t>
              </a:r>
              <a:r>
                <a:rPr lang="en-US" altLang="zh-CN" sz="2400" b="1" dirty="0">
                  <a:solidFill>
                    <a:schemeClr val="accent2"/>
                  </a:solidFill>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已知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=10+j5 ,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a:t>
              </a:r>
              <a:r>
                <a:rPr lang="en-US" altLang="zh-CN" sz="2400" b="1" dirty="0">
                  <a:latin typeface="Times New Roman" panose="02020603050405020304" pitchFamily="18" charset="0"/>
                  <a:ea typeface="华文中宋" panose="02010600040101010101" pitchFamily="2" charset="-122"/>
                </a:rPr>
                <a:t>=3+j4 . </a:t>
              </a:r>
              <a:r>
                <a:rPr lang="zh-CN" altLang="en-US" sz="2400" b="1" dirty="0">
                  <a:latin typeface="Times New Roman" panose="02020603050405020304" pitchFamily="18" charset="0"/>
                  <a:ea typeface="华文中宋" panose="02010600040101010101" pitchFamily="2" charset="-122"/>
                </a:rPr>
                <a:t>求 </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 </a:t>
              </a:r>
              <a:r>
                <a:rPr lang="zh-CN" altLang="en-US" sz="2400" b="1" dirty="0">
                  <a:latin typeface="Times New Roman" panose="02020603050405020304" pitchFamily="18" charset="0"/>
                  <a:ea typeface="华文中宋" panose="02010600040101010101" pitchFamily="2" charset="-122"/>
                </a:rPr>
                <a:t>和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29706" name="Object 4"/>
            <p:cNvGraphicFramePr>
              <a:graphicFrameLocks noChangeAspect="1"/>
            </p:cNvGraphicFramePr>
            <p:nvPr/>
          </p:nvGraphicFramePr>
          <p:xfrm>
            <a:off x="4286" y="1657"/>
            <a:ext cx="374" cy="528"/>
          </p:xfrm>
          <a:graphic>
            <a:graphicData uri="http://schemas.openxmlformats.org/presentationml/2006/ole">
              <mc:AlternateContent xmlns:mc="http://schemas.openxmlformats.org/markup-compatibility/2006">
                <mc:Choice xmlns:v="urn:schemas-microsoft-com:vml" Requires="v">
                  <p:oleObj spid="_x0000_s3148" name="" r:id="rId1" imgW="241300" imgH="431800" progId="Equation.3">
                    <p:embed/>
                  </p:oleObj>
                </mc:Choice>
                <mc:Fallback>
                  <p:oleObj name="" r:id="rId1" imgW="241300" imgH="431800" progId="Equation.3">
                    <p:embed/>
                    <p:pic>
                      <p:nvPicPr>
                        <p:cNvPr id="0" name="图片 3147"/>
                        <p:cNvPicPr/>
                        <p:nvPr/>
                      </p:nvPicPr>
                      <p:blipFill>
                        <a:blip r:embed="rId2"/>
                        <a:stretch>
                          <a:fillRect/>
                        </a:stretch>
                      </p:blipFill>
                      <p:spPr>
                        <a:xfrm>
                          <a:off x="4286" y="1657"/>
                          <a:ext cx="374" cy="528"/>
                        </a:xfrm>
                        <a:prstGeom prst="rect">
                          <a:avLst/>
                        </a:prstGeom>
                        <a:noFill/>
                        <a:ln w="38100">
                          <a:noFill/>
                          <a:miter/>
                        </a:ln>
                      </p:spPr>
                    </p:pic>
                  </p:oleObj>
                </mc:Fallback>
              </mc:AlternateContent>
            </a:graphicData>
          </a:graphic>
        </p:graphicFrame>
      </p:grpSp>
      <p:sp>
        <p:nvSpPr>
          <p:cNvPr id="957445" name="Text Box 5"/>
          <p:cNvSpPr txBox="1"/>
          <p:nvPr/>
        </p:nvSpPr>
        <p:spPr>
          <a:xfrm>
            <a:off x="685800" y="1541463"/>
            <a:ext cx="37338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解：方法二</a:t>
            </a:r>
            <a:endParaRPr lang="zh-CN" altLang="en-US" sz="2400" b="1" dirty="0">
              <a:solidFill>
                <a:schemeClr val="accent2"/>
              </a:solidFill>
              <a:latin typeface="Times New Roman" panose="02020603050405020304" pitchFamily="18" charset="0"/>
              <a:ea typeface="华文中宋" panose="02010600040101010101" pitchFamily="2" charset="-122"/>
            </a:endParaRPr>
          </a:p>
        </p:txBody>
      </p:sp>
      <p:graphicFrame>
        <p:nvGraphicFramePr>
          <p:cNvPr id="957448" name="Object 8"/>
          <p:cNvGraphicFramePr>
            <a:graphicFrameLocks noChangeAspect="1"/>
          </p:cNvGraphicFramePr>
          <p:nvPr/>
        </p:nvGraphicFramePr>
        <p:xfrm>
          <a:off x="2963863" y="1403350"/>
          <a:ext cx="5280025" cy="512763"/>
        </p:xfrm>
        <a:graphic>
          <a:graphicData uri="http://schemas.openxmlformats.org/presentationml/2006/ole">
            <mc:AlternateContent xmlns:mc="http://schemas.openxmlformats.org/markup-compatibility/2006">
              <mc:Choice xmlns:v="urn:schemas-microsoft-com:vml" Requires="v">
                <p:oleObj spid="_x0000_s3147" name="" r:id="rId3" imgW="2057400" imgH="228600" progId="Equation.3">
                  <p:embed/>
                </p:oleObj>
              </mc:Choice>
              <mc:Fallback>
                <p:oleObj name="" r:id="rId3" imgW="2057400" imgH="228600" progId="Equation.3">
                  <p:embed/>
                  <p:pic>
                    <p:nvPicPr>
                      <p:cNvPr id="0" name="图片 3146"/>
                      <p:cNvPicPr/>
                      <p:nvPr/>
                    </p:nvPicPr>
                    <p:blipFill>
                      <a:blip r:embed="rId4"/>
                      <a:stretch>
                        <a:fillRect/>
                      </a:stretch>
                    </p:blipFill>
                    <p:spPr>
                      <a:xfrm>
                        <a:off x="2963863" y="1403350"/>
                        <a:ext cx="5280025" cy="512763"/>
                      </a:xfrm>
                      <a:prstGeom prst="rect">
                        <a:avLst/>
                      </a:prstGeom>
                      <a:noFill/>
                      <a:ln w="38100">
                        <a:noFill/>
                        <a:miter/>
                      </a:ln>
                    </p:spPr>
                  </p:pic>
                </p:oleObj>
              </mc:Fallback>
            </mc:AlternateContent>
          </a:graphicData>
        </a:graphic>
      </p:graphicFrame>
      <p:graphicFrame>
        <p:nvGraphicFramePr>
          <p:cNvPr id="957449" name="Object 9"/>
          <p:cNvGraphicFramePr>
            <a:graphicFrameLocks noChangeAspect="1"/>
          </p:cNvGraphicFramePr>
          <p:nvPr/>
        </p:nvGraphicFramePr>
        <p:xfrm>
          <a:off x="2984500" y="1989138"/>
          <a:ext cx="4467225" cy="512762"/>
        </p:xfrm>
        <a:graphic>
          <a:graphicData uri="http://schemas.openxmlformats.org/presentationml/2006/ole">
            <mc:AlternateContent xmlns:mc="http://schemas.openxmlformats.org/markup-compatibility/2006">
              <mc:Choice xmlns:v="urn:schemas-microsoft-com:vml" Requires="v">
                <p:oleObj spid="_x0000_s3144" name="" r:id="rId5" imgW="1739900" imgH="228600" progId="Equation.3">
                  <p:embed/>
                </p:oleObj>
              </mc:Choice>
              <mc:Fallback>
                <p:oleObj name="" r:id="rId5" imgW="1739900" imgH="228600" progId="Equation.3">
                  <p:embed/>
                  <p:pic>
                    <p:nvPicPr>
                      <p:cNvPr id="0" name="图片 3143"/>
                      <p:cNvPicPr/>
                      <p:nvPr/>
                    </p:nvPicPr>
                    <p:blipFill>
                      <a:blip r:embed="rId6"/>
                      <a:stretch>
                        <a:fillRect/>
                      </a:stretch>
                    </p:blipFill>
                    <p:spPr>
                      <a:xfrm>
                        <a:off x="2984500" y="1989138"/>
                        <a:ext cx="4467225" cy="512762"/>
                      </a:xfrm>
                      <a:prstGeom prst="rect">
                        <a:avLst/>
                      </a:prstGeom>
                      <a:noFill/>
                      <a:ln w="38100">
                        <a:noFill/>
                        <a:miter/>
                      </a:ln>
                    </p:spPr>
                  </p:pic>
                </p:oleObj>
              </mc:Fallback>
            </mc:AlternateContent>
          </a:graphicData>
        </a:graphic>
      </p:graphicFrame>
      <p:graphicFrame>
        <p:nvGraphicFramePr>
          <p:cNvPr id="957450" name="Object 10"/>
          <p:cNvGraphicFramePr>
            <a:graphicFrameLocks noChangeAspect="1"/>
          </p:cNvGraphicFramePr>
          <p:nvPr/>
        </p:nvGraphicFramePr>
        <p:xfrm>
          <a:off x="2457450" y="2565400"/>
          <a:ext cx="5715000" cy="1566863"/>
        </p:xfrm>
        <a:graphic>
          <a:graphicData uri="http://schemas.openxmlformats.org/presentationml/2006/ole">
            <mc:AlternateContent xmlns:mc="http://schemas.openxmlformats.org/markup-compatibility/2006">
              <mc:Choice xmlns:v="urn:schemas-microsoft-com:vml" Requires="v">
                <p:oleObj spid="_x0000_s3146" name="" r:id="rId7" imgW="2362200" imgH="698500" progId="Equation.3">
                  <p:embed/>
                </p:oleObj>
              </mc:Choice>
              <mc:Fallback>
                <p:oleObj name="" r:id="rId7" imgW="2362200" imgH="698500" progId="Equation.3">
                  <p:embed/>
                  <p:pic>
                    <p:nvPicPr>
                      <p:cNvPr id="0" name="图片 3145"/>
                      <p:cNvPicPr/>
                      <p:nvPr/>
                    </p:nvPicPr>
                    <p:blipFill>
                      <a:blip r:embed="rId8"/>
                      <a:stretch>
                        <a:fillRect/>
                      </a:stretch>
                    </p:blipFill>
                    <p:spPr>
                      <a:xfrm>
                        <a:off x="2457450" y="2565400"/>
                        <a:ext cx="5715000" cy="1566863"/>
                      </a:xfrm>
                      <a:prstGeom prst="rect">
                        <a:avLst/>
                      </a:prstGeom>
                      <a:noFill/>
                      <a:ln w="38100">
                        <a:noFill/>
                        <a:miter/>
                      </a:ln>
                    </p:spPr>
                  </p:pic>
                </p:oleObj>
              </mc:Fallback>
            </mc:AlternateContent>
          </a:graphicData>
        </a:graphic>
      </p:graphicFrame>
      <p:graphicFrame>
        <p:nvGraphicFramePr>
          <p:cNvPr id="957451" name="Object 11"/>
          <p:cNvGraphicFramePr>
            <a:graphicFrameLocks noChangeAspect="1"/>
          </p:cNvGraphicFramePr>
          <p:nvPr/>
        </p:nvGraphicFramePr>
        <p:xfrm>
          <a:off x="2843213" y="4149725"/>
          <a:ext cx="4670425" cy="2422525"/>
        </p:xfrm>
        <a:graphic>
          <a:graphicData uri="http://schemas.openxmlformats.org/presentationml/2006/ole">
            <mc:AlternateContent xmlns:mc="http://schemas.openxmlformats.org/markup-compatibility/2006">
              <mc:Choice xmlns:v="urn:schemas-microsoft-com:vml" Requires="v">
                <p:oleObj spid="_x0000_s3145" name="" r:id="rId9" imgW="1968500" imgH="1079500" progId="Equation.3">
                  <p:embed/>
                </p:oleObj>
              </mc:Choice>
              <mc:Fallback>
                <p:oleObj name="" r:id="rId9" imgW="1968500" imgH="1079500" progId="Equation.3">
                  <p:embed/>
                  <p:pic>
                    <p:nvPicPr>
                      <p:cNvPr id="0" name="图片 3144"/>
                      <p:cNvPicPr/>
                      <p:nvPr/>
                    </p:nvPicPr>
                    <p:blipFill>
                      <a:blip r:embed="rId10"/>
                      <a:stretch>
                        <a:fillRect/>
                      </a:stretch>
                    </p:blipFill>
                    <p:spPr>
                      <a:xfrm>
                        <a:off x="2843213" y="4149725"/>
                        <a:ext cx="4670425" cy="24225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7445"/>
                                        </p:tgtEl>
                                        <p:attrNameLst>
                                          <p:attrName>style.visibility</p:attrName>
                                        </p:attrNameLst>
                                      </p:cBhvr>
                                      <p:to>
                                        <p:strVal val="visible"/>
                                      </p:to>
                                    </p:set>
                                    <p:animEffect transition="in" filter="wipe(left)">
                                      <p:cBhvr>
                                        <p:cTn id="7" dur="500"/>
                                        <p:tgtEl>
                                          <p:spTgt spid="9574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57448"/>
                                        </p:tgtEl>
                                        <p:attrNameLst>
                                          <p:attrName>style.visibility</p:attrName>
                                        </p:attrNameLst>
                                      </p:cBhvr>
                                      <p:to>
                                        <p:strVal val="visible"/>
                                      </p:to>
                                    </p:set>
                                    <p:animEffect transition="in" filter="wipe(left)">
                                      <p:cBhvr>
                                        <p:cTn id="12" dur="500"/>
                                        <p:tgtEl>
                                          <p:spTgt spid="95744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57449"/>
                                        </p:tgtEl>
                                        <p:attrNameLst>
                                          <p:attrName>style.visibility</p:attrName>
                                        </p:attrNameLst>
                                      </p:cBhvr>
                                      <p:to>
                                        <p:strVal val="visible"/>
                                      </p:to>
                                    </p:set>
                                    <p:animEffect transition="in" filter="wipe(left)">
                                      <p:cBhvr>
                                        <p:cTn id="16" dur="500"/>
                                        <p:tgtEl>
                                          <p:spTgt spid="95744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57450"/>
                                        </p:tgtEl>
                                        <p:attrNameLst>
                                          <p:attrName>style.visibility</p:attrName>
                                        </p:attrNameLst>
                                      </p:cBhvr>
                                      <p:to>
                                        <p:strVal val="visible"/>
                                      </p:to>
                                    </p:set>
                                    <p:animEffect transition="in" filter="wipe(up)">
                                      <p:cBhvr>
                                        <p:cTn id="21" dur="500"/>
                                        <p:tgtEl>
                                          <p:spTgt spid="95745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957451"/>
                                        </p:tgtEl>
                                        <p:attrNameLst>
                                          <p:attrName>style.visibility</p:attrName>
                                        </p:attrNameLst>
                                      </p:cBhvr>
                                      <p:to>
                                        <p:strVal val="visible"/>
                                      </p:to>
                                    </p:set>
                                    <p:animEffect transition="in" filter="wipe(up)">
                                      <p:cBhvr>
                                        <p:cTn id="26" dur="500"/>
                                        <p:tgtEl>
                                          <p:spTgt spid="957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1795" name="Text Box 3"/>
          <p:cNvSpPr txBox="1"/>
          <p:nvPr/>
        </p:nvSpPr>
        <p:spPr>
          <a:xfrm>
            <a:off x="522288" y="596900"/>
            <a:ext cx="7848600" cy="1463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en-US" altLang="zh-CN" sz="2400" b="1" dirty="0">
                <a:solidFill>
                  <a:srgbClr val="FF3300"/>
                </a:solidFill>
                <a:latin typeface="Times New Roman" panose="02020603050405020304" pitchFamily="18" charset="0"/>
                <a:ea typeface="华文中宋" panose="02010600040101010101" pitchFamily="2" charset="-122"/>
              </a:rPr>
              <a:t>       </a:t>
            </a:r>
            <a:r>
              <a:rPr lang="zh-CN" altLang="en-US" sz="2400" b="1" dirty="0">
                <a:solidFill>
                  <a:srgbClr val="FF3300"/>
                </a:solidFill>
                <a:latin typeface="Times New Roman" panose="02020603050405020304" pitchFamily="18" charset="0"/>
                <a:ea typeface="华文中宋" panose="02010600040101010101" pitchFamily="2" charset="-122"/>
              </a:rPr>
              <a:t>复数的加减可以在复平面上用平行四边形来进行。前面例题的相量图见下面左图，右图是另一种画法。右图的画法更为简捷，当有多个相量相加减时会显得很方便。</a:t>
            </a:r>
            <a:endParaRPr lang="zh-CN" altLang="en-US" sz="2400" b="1" dirty="0">
              <a:solidFill>
                <a:srgbClr val="FF3300"/>
              </a:solidFill>
              <a:latin typeface="Times New Roman" panose="02020603050405020304" pitchFamily="18" charset="0"/>
              <a:ea typeface="华文中宋" panose="02010600040101010101" pitchFamily="2" charset="-122"/>
            </a:endParaRPr>
          </a:p>
        </p:txBody>
      </p:sp>
      <p:grpSp>
        <p:nvGrpSpPr>
          <p:cNvPr id="2" name="Group 4"/>
          <p:cNvGrpSpPr/>
          <p:nvPr/>
        </p:nvGrpSpPr>
        <p:grpSpPr>
          <a:xfrm>
            <a:off x="4865688" y="2420938"/>
            <a:ext cx="3810000" cy="3632200"/>
            <a:chOff x="3072" y="1210"/>
            <a:chExt cx="2400" cy="2288"/>
          </a:xfrm>
        </p:grpSpPr>
        <p:grpSp>
          <p:nvGrpSpPr>
            <p:cNvPr id="30742" name="Group 5"/>
            <p:cNvGrpSpPr/>
            <p:nvPr/>
          </p:nvGrpSpPr>
          <p:grpSpPr>
            <a:xfrm>
              <a:off x="3106" y="1261"/>
              <a:ext cx="2222" cy="2156"/>
              <a:chOff x="3106" y="1261"/>
              <a:chExt cx="2222" cy="2156"/>
            </a:xfrm>
          </p:grpSpPr>
          <p:sp>
            <p:nvSpPr>
              <p:cNvPr id="30749" name="Line 6"/>
              <p:cNvSpPr/>
              <p:nvPr/>
            </p:nvSpPr>
            <p:spPr>
              <a:xfrm flipV="1">
                <a:off x="3106" y="3213"/>
                <a:ext cx="2222" cy="0"/>
              </a:xfrm>
              <a:prstGeom prst="line">
                <a:avLst/>
              </a:prstGeom>
              <a:ln w="38100" cap="flat" cmpd="sng">
                <a:solidFill>
                  <a:srgbClr val="000000"/>
                </a:solidFill>
                <a:prstDash val="solid"/>
                <a:headEnd type="none" w="med" len="med"/>
                <a:tailEnd type="stealth" w="med" len="lg"/>
              </a:ln>
            </p:spPr>
          </p:sp>
          <p:sp>
            <p:nvSpPr>
              <p:cNvPr id="30750" name="Line 7"/>
              <p:cNvSpPr/>
              <p:nvPr/>
            </p:nvSpPr>
            <p:spPr>
              <a:xfrm>
                <a:off x="3329" y="1261"/>
                <a:ext cx="0" cy="2156"/>
              </a:xfrm>
              <a:prstGeom prst="line">
                <a:avLst/>
              </a:prstGeom>
              <a:ln w="38100" cap="flat" cmpd="sng">
                <a:solidFill>
                  <a:srgbClr val="000000"/>
                </a:solidFill>
                <a:prstDash val="solid"/>
                <a:headEnd type="stealth" w="med" len="lg"/>
                <a:tailEnd type="none" w="med" len="med"/>
              </a:ln>
            </p:spPr>
          </p:sp>
          <p:sp>
            <p:nvSpPr>
              <p:cNvPr id="30751" name="Line 8"/>
              <p:cNvSpPr/>
              <p:nvPr/>
            </p:nvSpPr>
            <p:spPr>
              <a:xfrm flipV="1">
                <a:off x="4608" y="1728"/>
                <a:ext cx="336" cy="624"/>
              </a:xfrm>
              <a:prstGeom prst="line">
                <a:avLst/>
              </a:prstGeom>
              <a:ln w="38100" cap="flat" cmpd="sng">
                <a:solidFill>
                  <a:schemeClr val="accent2"/>
                </a:solidFill>
                <a:prstDash val="solid"/>
                <a:headEnd type="none" w="med" len="med"/>
                <a:tailEnd type="stealth" w="med" len="lg"/>
              </a:ln>
            </p:spPr>
          </p:sp>
          <p:sp>
            <p:nvSpPr>
              <p:cNvPr id="30752" name="Line 9"/>
              <p:cNvSpPr/>
              <p:nvPr/>
            </p:nvSpPr>
            <p:spPr>
              <a:xfrm flipV="1">
                <a:off x="3312" y="2351"/>
                <a:ext cx="1301" cy="862"/>
              </a:xfrm>
              <a:prstGeom prst="line">
                <a:avLst/>
              </a:prstGeom>
              <a:ln w="38100" cap="flat" cmpd="sng">
                <a:solidFill>
                  <a:schemeClr val="bg2"/>
                </a:solidFill>
                <a:prstDash val="solid"/>
                <a:headEnd type="none" w="med" len="med"/>
                <a:tailEnd type="stealth" w="med" len="lg"/>
              </a:ln>
            </p:spPr>
          </p:sp>
          <p:sp>
            <p:nvSpPr>
              <p:cNvPr id="30753" name="Line 10"/>
              <p:cNvSpPr/>
              <p:nvPr/>
            </p:nvSpPr>
            <p:spPr>
              <a:xfrm flipV="1">
                <a:off x="3325" y="1694"/>
                <a:ext cx="1606" cy="1486"/>
              </a:xfrm>
              <a:prstGeom prst="line">
                <a:avLst/>
              </a:prstGeom>
              <a:ln w="38100" cap="flat" cmpd="sng">
                <a:solidFill>
                  <a:srgbClr val="FF5050"/>
                </a:solidFill>
                <a:prstDash val="solid"/>
                <a:headEnd type="none" w="med" len="med"/>
                <a:tailEnd type="stealth" w="med" len="lg"/>
              </a:ln>
            </p:spPr>
          </p:sp>
          <p:sp>
            <p:nvSpPr>
              <p:cNvPr id="30754" name="Line 11"/>
              <p:cNvSpPr/>
              <p:nvPr/>
            </p:nvSpPr>
            <p:spPr>
              <a:xfrm>
                <a:off x="4944" y="1920"/>
                <a:ext cx="0" cy="1373"/>
              </a:xfrm>
              <a:prstGeom prst="line">
                <a:avLst/>
              </a:prstGeom>
              <a:ln w="38100" cap="flat" cmpd="sng">
                <a:solidFill>
                  <a:srgbClr val="000000"/>
                </a:solidFill>
                <a:prstDash val="dash"/>
                <a:headEnd type="none" w="med" len="med"/>
                <a:tailEnd type="none" w="med" len="med"/>
              </a:ln>
            </p:spPr>
          </p:sp>
          <p:sp>
            <p:nvSpPr>
              <p:cNvPr id="30755" name="Line 12"/>
              <p:cNvSpPr/>
              <p:nvPr/>
            </p:nvSpPr>
            <p:spPr>
              <a:xfrm>
                <a:off x="3325" y="1716"/>
                <a:ext cx="1630" cy="0"/>
              </a:xfrm>
              <a:prstGeom prst="line">
                <a:avLst/>
              </a:prstGeom>
              <a:ln w="38100" cap="flat" cmpd="sng">
                <a:solidFill>
                  <a:srgbClr val="000000"/>
                </a:solidFill>
                <a:prstDash val="dash"/>
                <a:headEnd type="none" w="med" len="med"/>
                <a:tailEnd type="none" w="med" len="med"/>
              </a:ln>
            </p:spPr>
          </p:sp>
        </p:grpSp>
        <p:sp>
          <p:nvSpPr>
            <p:cNvPr id="30743" name="Text Box 13"/>
            <p:cNvSpPr txBox="1"/>
            <p:nvPr/>
          </p:nvSpPr>
          <p:spPr>
            <a:xfrm>
              <a:off x="5232" y="3223"/>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30744" name="Text Box 14"/>
            <p:cNvSpPr txBox="1"/>
            <p:nvPr/>
          </p:nvSpPr>
          <p:spPr>
            <a:xfrm>
              <a:off x="3072" y="321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30745" name="Text Box 15"/>
            <p:cNvSpPr txBox="1"/>
            <p:nvPr/>
          </p:nvSpPr>
          <p:spPr>
            <a:xfrm>
              <a:off x="3456" y="1210"/>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30746" name="Text Box 16"/>
            <p:cNvSpPr txBox="1"/>
            <p:nvPr/>
          </p:nvSpPr>
          <p:spPr>
            <a:xfrm>
              <a:off x="3984" y="1824"/>
              <a:ext cx="57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A</a:t>
              </a:r>
              <a:r>
                <a:rPr lang="en-US" altLang="zh-CN" sz="2400" b="1" baseline="-25000" dirty="0">
                  <a:solidFill>
                    <a:srgbClr val="FF5050"/>
                  </a:solidFill>
                  <a:latin typeface="Times New Roman" panose="02020603050405020304" pitchFamily="18" charset="0"/>
                  <a:ea typeface="华文中宋" panose="02010600040101010101" pitchFamily="2" charset="-122"/>
                </a:rPr>
                <a:t>1</a:t>
              </a:r>
              <a:r>
                <a:rPr lang="en-US" altLang="zh-CN" sz="2400" b="1" dirty="0">
                  <a:solidFill>
                    <a:srgbClr val="FF5050"/>
                  </a:solidFill>
                  <a:latin typeface="Times New Roman" panose="02020603050405020304" pitchFamily="18" charset="0"/>
                  <a:ea typeface="华文中宋" panose="02010600040101010101" pitchFamily="2" charset="-122"/>
                </a:rPr>
                <a:t>+</a:t>
              </a:r>
              <a:r>
                <a:rPr lang="en-US" altLang="zh-CN" sz="2400" b="1" baseline="-25000" dirty="0">
                  <a:solidFill>
                    <a:srgbClr val="FF5050"/>
                  </a:solidFill>
                  <a:latin typeface="Times New Roman" panose="02020603050405020304" pitchFamily="18" charset="0"/>
                  <a:ea typeface="华文中宋" panose="02010600040101010101" pitchFamily="2" charset="-122"/>
                </a:rPr>
                <a:t> </a:t>
              </a:r>
              <a:r>
                <a:rPr lang="en-US" altLang="zh-CN" sz="2400" b="1" i="1" dirty="0">
                  <a:solidFill>
                    <a:srgbClr val="FF5050"/>
                  </a:solidFill>
                  <a:latin typeface="Times New Roman" panose="02020603050405020304" pitchFamily="18" charset="0"/>
                  <a:ea typeface="华文中宋" panose="02010600040101010101" pitchFamily="2" charset="-122"/>
                </a:rPr>
                <a:t>A</a:t>
              </a:r>
              <a:r>
                <a:rPr lang="en-US" altLang="zh-CN" sz="2400" b="1" baseline="-25000" dirty="0">
                  <a:solidFill>
                    <a:srgbClr val="FF5050"/>
                  </a:solidFill>
                  <a:latin typeface="Times New Roman" panose="02020603050405020304" pitchFamily="18" charset="0"/>
                  <a:ea typeface="华文中宋" panose="02010600040101010101" pitchFamily="2" charset="-122"/>
                </a:rPr>
                <a:t>2</a:t>
              </a:r>
              <a:endParaRPr lang="en-US" altLang="zh-CN" sz="2400" b="1" baseline="-25000" dirty="0">
                <a:solidFill>
                  <a:srgbClr val="FF5050"/>
                </a:solidFill>
                <a:latin typeface="Times New Roman" panose="02020603050405020304" pitchFamily="18" charset="0"/>
                <a:ea typeface="华文中宋" panose="02010600040101010101" pitchFamily="2" charset="-122"/>
              </a:endParaRPr>
            </a:p>
          </p:txBody>
        </p:sp>
        <p:sp>
          <p:nvSpPr>
            <p:cNvPr id="30747" name="Text Box 17"/>
            <p:cNvSpPr txBox="1"/>
            <p:nvPr/>
          </p:nvSpPr>
          <p:spPr>
            <a:xfrm>
              <a:off x="4080" y="2704"/>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0748" name="Text Box 18"/>
            <p:cNvSpPr txBox="1"/>
            <p:nvPr/>
          </p:nvSpPr>
          <p:spPr>
            <a:xfrm>
              <a:off x="4704" y="2160"/>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grpSp>
      <p:grpSp>
        <p:nvGrpSpPr>
          <p:cNvPr id="4" name="Group 19"/>
          <p:cNvGrpSpPr/>
          <p:nvPr/>
        </p:nvGrpSpPr>
        <p:grpSpPr>
          <a:xfrm>
            <a:off x="750888" y="2565400"/>
            <a:ext cx="3886200" cy="3414713"/>
            <a:chOff x="480" y="1312"/>
            <a:chExt cx="2448" cy="2151"/>
          </a:xfrm>
        </p:grpSpPr>
        <p:grpSp>
          <p:nvGrpSpPr>
            <p:cNvPr id="30726" name="Group 20"/>
            <p:cNvGrpSpPr/>
            <p:nvPr/>
          </p:nvGrpSpPr>
          <p:grpSpPr>
            <a:xfrm>
              <a:off x="528" y="1312"/>
              <a:ext cx="2245" cy="2095"/>
              <a:chOff x="720" y="1296"/>
              <a:chExt cx="2245" cy="1571"/>
            </a:xfrm>
          </p:grpSpPr>
          <p:sp>
            <p:nvSpPr>
              <p:cNvPr id="30733" name="Line 21"/>
              <p:cNvSpPr/>
              <p:nvPr/>
            </p:nvSpPr>
            <p:spPr>
              <a:xfrm flipV="1">
                <a:off x="720" y="2718"/>
                <a:ext cx="2245" cy="0"/>
              </a:xfrm>
              <a:prstGeom prst="line">
                <a:avLst/>
              </a:prstGeom>
              <a:ln w="38100" cap="flat" cmpd="sng">
                <a:solidFill>
                  <a:srgbClr val="000000"/>
                </a:solidFill>
                <a:prstDash val="solid"/>
                <a:headEnd type="none" w="med" len="med"/>
                <a:tailEnd type="stealth" w="med" len="lg"/>
              </a:ln>
            </p:spPr>
          </p:sp>
          <p:sp>
            <p:nvSpPr>
              <p:cNvPr id="30734" name="Line 22"/>
              <p:cNvSpPr/>
              <p:nvPr/>
            </p:nvSpPr>
            <p:spPr>
              <a:xfrm>
                <a:off x="945" y="1296"/>
                <a:ext cx="0" cy="1571"/>
              </a:xfrm>
              <a:prstGeom prst="line">
                <a:avLst/>
              </a:prstGeom>
              <a:ln w="38100" cap="flat" cmpd="sng">
                <a:solidFill>
                  <a:srgbClr val="000000"/>
                </a:solidFill>
                <a:prstDash val="solid"/>
                <a:headEnd type="stealth" w="med" len="lg"/>
                <a:tailEnd type="none" w="med" len="med"/>
              </a:ln>
            </p:spPr>
          </p:sp>
          <p:sp>
            <p:nvSpPr>
              <p:cNvPr id="30735" name="Line 23"/>
              <p:cNvSpPr/>
              <p:nvPr/>
            </p:nvSpPr>
            <p:spPr>
              <a:xfrm flipV="1">
                <a:off x="934" y="2188"/>
                <a:ext cx="388" cy="526"/>
              </a:xfrm>
              <a:prstGeom prst="line">
                <a:avLst/>
              </a:prstGeom>
              <a:ln w="38100" cap="flat" cmpd="sng">
                <a:solidFill>
                  <a:schemeClr val="accent2"/>
                </a:solidFill>
                <a:prstDash val="solid"/>
                <a:headEnd type="none" w="med" len="med"/>
                <a:tailEnd type="stealth" w="med" len="lg"/>
              </a:ln>
            </p:spPr>
          </p:sp>
          <p:sp>
            <p:nvSpPr>
              <p:cNvPr id="30736" name="Line 24"/>
              <p:cNvSpPr/>
              <p:nvPr/>
            </p:nvSpPr>
            <p:spPr>
              <a:xfrm flipV="1">
                <a:off x="938" y="2090"/>
                <a:ext cx="1314" cy="628"/>
              </a:xfrm>
              <a:prstGeom prst="line">
                <a:avLst/>
              </a:prstGeom>
              <a:ln w="38100" cap="flat" cmpd="sng">
                <a:solidFill>
                  <a:schemeClr val="bg2"/>
                </a:solidFill>
                <a:prstDash val="solid"/>
                <a:headEnd type="none" w="med" len="med"/>
                <a:tailEnd type="stealth" w="med" len="lg"/>
              </a:ln>
            </p:spPr>
          </p:sp>
          <p:sp>
            <p:nvSpPr>
              <p:cNvPr id="30737" name="Line 25"/>
              <p:cNvSpPr/>
              <p:nvPr/>
            </p:nvSpPr>
            <p:spPr>
              <a:xfrm flipV="1">
                <a:off x="2228" y="1598"/>
                <a:ext cx="388" cy="526"/>
              </a:xfrm>
              <a:prstGeom prst="line">
                <a:avLst/>
              </a:prstGeom>
              <a:ln w="38100" cap="flat" cmpd="sng">
                <a:solidFill>
                  <a:srgbClr val="000000"/>
                </a:solidFill>
                <a:prstDash val="dash"/>
                <a:headEnd type="none" w="med" len="med"/>
                <a:tailEnd type="none" w="med" len="lg"/>
              </a:ln>
            </p:spPr>
          </p:sp>
          <p:sp>
            <p:nvSpPr>
              <p:cNvPr id="30738" name="Line 26"/>
              <p:cNvSpPr/>
              <p:nvPr/>
            </p:nvSpPr>
            <p:spPr>
              <a:xfrm flipV="1">
                <a:off x="1294" y="1561"/>
                <a:ext cx="1315" cy="627"/>
              </a:xfrm>
              <a:prstGeom prst="line">
                <a:avLst/>
              </a:prstGeom>
              <a:ln w="38100" cap="flat" cmpd="sng">
                <a:solidFill>
                  <a:srgbClr val="000000"/>
                </a:solidFill>
                <a:prstDash val="dash"/>
                <a:headEnd type="none" w="med" len="med"/>
                <a:tailEnd type="none" w="med" len="lg"/>
              </a:ln>
            </p:spPr>
          </p:sp>
          <p:sp>
            <p:nvSpPr>
              <p:cNvPr id="30739" name="Line 27"/>
              <p:cNvSpPr/>
              <p:nvPr/>
            </p:nvSpPr>
            <p:spPr>
              <a:xfrm flipV="1">
                <a:off x="941" y="1612"/>
                <a:ext cx="1623" cy="1082"/>
              </a:xfrm>
              <a:prstGeom prst="line">
                <a:avLst/>
              </a:prstGeom>
              <a:ln w="38100" cap="flat" cmpd="sng">
                <a:solidFill>
                  <a:srgbClr val="FF5050"/>
                </a:solidFill>
                <a:prstDash val="solid"/>
                <a:headEnd type="none" w="med" len="med"/>
                <a:tailEnd type="stealth" w="med" len="lg"/>
              </a:ln>
            </p:spPr>
          </p:sp>
          <p:sp>
            <p:nvSpPr>
              <p:cNvPr id="30740" name="Line 28"/>
              <p:cNvSpPr/>
              <p:nvPr/>
            </p:nvSpPr>
            <p:spPr>
              <a:xfrm>
                <a:off x="2574" y="1644"/>
                <a:ext cx="0" cy="1140"/>
              </a:xfrm>
              <a:prstGeom prst="line">
                <a:avLst/>
              </a:prstGeom>
              <a:ln w="38100" cap="flat" cmpd="sng">
                <a:solidFill>
                  <a:srgbClr val="000000"/>
                </a:solidFill>
                <a:prstDash val="dash"/>
                <a:headEnd type="none" w="med" len="med"/>
                <a:tailEnd type="none" w="med" len="med"/>
              </a:ln>
            </p:spPr>
          </p:sp>
          <p:sp>
            <p:nvSpPr>
              <p:cNvPr id="30741" name="Line 29"/>
              <p:cNvSpPr/>
              <p:nvPr/>
            </p:nvSpPr>
            <p:spPr>
              <a:xfrm>
                <a:off x="941" y="1584"/>
                <a:ext cx="1647" cy="0"/>
              </a:xfrm>
              <a:prstGeom prst="line">
                <a:avLst/>
              </a:prstGeom>
              <a:ln w="38100" cap="flat" cmpd="sng">
                <a:solidFill>
                  <a:srgbClr val="000000"/>
                </a:solidFill>
                <a:prstDash val="dash"/>
                <a:headEnd type="none" w="med" len="med"/>
                <a:tailEnd type="none" w="med" len="med"/>
              </a:ln>
            </p:spPr>
          </p:sp>
        </p:grpSp>
        <p:sp>
          <p:nvSpPr>
            <p:cNvPr id="30727" name="Text Box 30"/>
            <p:cNvSpPr txBox="1"/>
            <p:nvPr/>
          </p:nvSpPr>
          <p:spPr>
            <a:xfrm>
              <a:off x="480" y="316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30728" name="Text Box 31"/>
            <p:cNvSpPr txBox="1"/>
            <p:nvPr/>
          </p:nvSpPr>
          <p:spPr>
            <a:xfrm>
              <a:off x="816" y="2285"/>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0729" name="Text Box 32"/>
            <p:cNvSpPr txBox="1"/>
            <p:nvPr/>
          </p:nvSpPr>
          <p:spPr>
            <a:xfrm>
              <a:off x="864" y="1312"/>
              <a:ext cx="240" cy="23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30730" name="Text Box 33"/>
            <p:cNvSpPr txBox="1"/>
            <p:nvPr/>
          </p:nvSpPr>
          <p:spPr>
            <a:xfrm>
              <a:off x="2688" y="3232"/>
              <a:ext cx="240" cy="23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30731" name="Text Box 34"/>
            <p:cNvSpPr txBox="1"/>
            <p:nvPr/>
          </p:nvSpPr>
          <p:spPr>
            <a:xfrm>
              <a:off x="1536" y="2670"/>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0732" name="Text Box 35"/>
            <p:cNvSpPr txBox="1"/>
            <p:nvPr/>
          </p:nvSpPr>
          <p:spPr>
            <a:xfrm>
              <a:off x="2016" y="1401"/>
              <a:ext cx="576" cy="23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A</a:t>
              </a:r>
              <a:r>
                <a:rPr lang="en-US" altLang="zh-CN" sz="2400" b="1" baseline="-25000" dirty="0">
                  <a:solidFill>
                    <a:srgbClr val="FF5050"/>
                  </a:solidFill>
                  <a:latin typeface="Times New Roman" panose="02020603050405020304" pitchFamily="18" charset="0"/>
                  <a:ea typeface="华文中宋" panose="02010600040101010101" pitchFamily="2" charset="-122"/>
                </a:rPr>
                <a:t>1</a:t>
              </a:r>
              <a:r>
                <a:rPr lang="en-US" altLang="zh-CN" sz="2400" b="1" dirty="0">
                  <a:solidFill>
                    <a:srgbClr val="FF5050"/>
                  </a:solidFill>
                  <a:latin typeface="Times New Roman" panose="02020603050405020304" pitchFamily="18" charset="0"/>
                  <a:ea typeface="华文中宋" panose="02010600040101010101" pitchFamily="2" charset="-122"/>
                </a:rPr>
                <a:t>+</a:t>
              </a:r>
              <a:r>
                <a:rPr lang="en-US" altLang="zh-CN" sz="2400" b="1" baseline="-25000" dirty="0">
                  <a:solidFill>
                    <a:srgbClr val="FF5050"/>
                  </a:solidFill>
                  <a:latin typeface="Times New Roman" panose="02020603050405020304" pitchFamily="18" charset="0"/>
                  <a:ea typeface="华文中宋" panose="02010600040101010101" pitchFamily="2" charset="-122"/>
                </a:rPr>
                <a:t> </a:t>
              </a:r>
              <a:r>
                <a:rPr lang="en-US" altLang="zh-CN" sz="2400" b="1" i="1" dirty="0">
                  <a:solidFill>
                    <a:srgbClr val="FF5050"/>
                  </a:solidFill>
                  <a:latin typeface="Times New Roman" panose="02020603050405020304" pitchFamily="18" charset="0"/>
                  <a:ea typeface="华文中宋" panose="02010600040101010101" pitchFamily="2" charset="-122"/>
                </a:rPr>
                <a:t>A</a:t>
              </a:r>
              <a:r>
                <a:rPr lang="en-US" altLang="zh-CN" sz="2400" b="1" baseline="-25000" dirty="0">
                  <a:solidFill>
                    <a:srgbClr val="FF5050"/>
                  </a:solidFill>
                  <a:latin typeface="Times New Roman" panose="02020603050405020304" pitchFamily="18" charset="0"/>
                  <a:ea typeface="华文中宋" panose="02010600040101010101" pitchFamily="2" charset="-122"/>
                </a:rPr>
                <a:t>2</a:t>
              </a:r>
              <a:endParaRPr lang="en-US" altLang="zh-CN" sz="2400" b="1" baseline="-25000" dirty="0">
                <a:solidFill>
                  <a:srgbClr val="FF5050"/>
                </a:solidFill>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1795"/>
                                        </p:tgtEl>
                                        <p:attrNameLst>
                                          <p:attrName>style.visibility</p:attrName>
                                        </p:attrNameLst>
                                      </p:cBhvr>
                                      <p:to>
                                        <p:strVal val="visible"/>
                                      </p:to>
                                    </p:set>
                                    <p:animEffect transition="in" filter="blinds(horizontal)">
                                      <p:cBhvr>
                                        <p:cTn id="7" dur="500"/>
                                        <p:tgtEl>
                                          <p:spTgt spid="801795"/>
                                        </p:tgtEl>
                                      </p:cBhvr>
                                    </p:animEffect>
                                  </p:childTnLst>
                                </p:cTn>
                              </p:par>
                            </p:childTnLst>
                          </p:cTn>
                        </p:par>
                        <p:par>
                          <p:cTn id="8" fill="hold">
                            <p:stCondLst>
                              <p:cond delay="500"/>
                            </p:stCondLst>
                            <p:childTnLst>
                              <p:par>
                                <p:cTn id="9" presetID="17" presetClass="entr" presetSubtype="2"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ppt_w/2"/>
                                          </p:val>
                                        </p:tav>
                                        <p:tav tm="100000">
                                          <p:val>
                                            <p:strVal val="#ppt_x"/>
                                          </p:val>
                                        </p:tav>
                                      </p:tavLst>
                                    </p:anim>
                                    <p:anim calcmode="lin" valueType="num">
                                      <p:cBhvr>
                                        <p:cTn id="12" dur="500" fill="hold"/>
                                        <p:tgtEl>
                                          <p:spTgt spid="4"/>
                                        </p:tgtEl>
                                        <p:attrNameLst>
                                          <p:attrName>ppt_y</p:attrName>
                                        </p:attrNameLst>
                                      </p:cBhvr>
                                      <p:tavLst>
                                        <p:tav tm="0">
                                          <p:val>
                                            <p:strVal val="#ppt_y"/>
                                          </p:val>
                                        </p:tav>
                                        <p:tav tm="100000">
                                          <p:val>
                                            <p:strVal val="#ppt_y"/>
                                          </p:val>
                                        </p:tav>
                                      </p:tavLst>
                                    </p:anim>
                                    <p:anim calcmode="lin" valueType="num">
                                      <p:cBhvr>
                                        <p:cTn id="13" dur="500" fill="hold"/>
                                        <p:tgtEl>
                                          <p:spTgt spid="4"/>
                                        </p:tgtEl>
                                        <p:attrNameLst>
                                          <p:attrName>ppt_w</p:attrName>
                                        </p:attrNameLst>
                                      </p:cBhvr>
                                      <p:tavLst>
                                        <p:tav tm="0">
                                          <p:val>
                                            <p:fltVal val="0.000000"/>
                                          </p:val>
                                        </p:tav>
                                        <p:tav tm="100000">
                                          <p:val>
                                            <p:strVal val="#ppt_w"/>
                                          </p:val>
                                        </p:tav>
                                      </p:tavLst>
                                    </p:anim>
                                    <p:anim calcmode="lin" valueType="num">
                                      <p:cBhvr>
                                        <p:cTn id="14" dur="500" fill="hold"/>
                                        <p:tgtEl>
                                          <p:spTgt spid="4"/>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7"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ppt_x</p:attrName>
                                        </p:attrNameLst>
                                      </p:cBhvr>
                                      <p:tavLst>
                                        <p:tav tm="0">
                                          <p:val>
                                            <p:strVal val="#ppt_x-#ppt_w/2"/>
                                          </p:val>
                                        </p:tav>
                                        <p:tav tm="100000">
                                          <p:val>
                                            <p:strVal val="#ppt_x"/>
                                          </p:val>
                                        </p:tav>
                                      </p:tavLst>
                                    </p:anim>
                                    <p:anim calcmode="lin" valueType="num">
                                      <p:cBhvr>
                                        <p:cTn id="19" dur="500" fill="hold"/>
                                        <p:tgtEl>
                                          <p:spTgt spid="2"/>
                                        </p:tgtEl>
                                        <p:attrNameLst>
                                          <p:attrName>ppt_y</p:attrName>
                                        </p:attrNameLst>
                                      </p:cBhvr>
                                      <p:tavLst>
                                        <p:tav tm="0">
                                          <p:val>
                                            <p:strVal val="#ppt_y"/>
                                          </p:val>
                                        </p:tav>
                                        <p:tav tm="100000">
                                          <p:val>
                                            <p:strVal val="#ppt_y"/>
                                          </p:val>
                                        </p:tav>
                                      </p:tavLst>
                                    </p:anim>
                                    <p:anim calcmode="lin" valueType="num">
                                      <p:cBhvr>
                                        <p:cTn id="20" dur="500" fill="hold"/>
                                        <p:tgtEl>
                                          <p:spTgt spid="2"/>
                                        </p:tgtEl>
                                        <p:attrNameLst>
                                          <p:attrName>ppt_w</p:attrName>
                                        </p:attrNameLst>
                                      </p:cBhvr>
                                      <p:tavLst>
                                        <p:tav tm="0">
                                          <p:val>
                                            <p:fltVal val="0.000000"/>
                                          </p:val>
                                        </p:tav>
                                        <p:tav tm="100000">
                                          <p:val>
                                            <p:strVal val="#ppt_w"/>
                                          </p:val>
                                        </p:tav>
                                      </p:tavLst>
                                    </p:anim>
                                    <p:anim calcmode="lin" valueType="num">
                                      <p:cBhvr>
                                        <p:cTn id="21"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00771" name="Text Box 3"/>
          <p:cNvSpPr txBox="1"/>
          <p:nvPr/>
        </p:nvSpPr>
        <p:spPr>
          <a:xfrm>
            <a:off x="533400" y="525463"/>
            <a:ext cx="8359775" cy="13843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下面左图是</a:t>
            </a:r>
            <a:r>
              <a:rPr lang="en-US" altLang="zh-CN" sz="2400" b="1" dirty="0">
                <a:latin typeface="Times New Roman" panose="02020603050405020304" pitchFamily="18" charset="0"/>
                <a:ea typeface="华文中宋" panose="02010600040101010101" pitchFamily="2" charset="-122"/>
              </a:rPr>
              <a:t>4</a:t>
            </a:r>
            <a:r>
              <a:rPr lang="zh-CN" altLang="en-US" sz="2400" b="1" dirty="0">
                <a:latin typeface="Times New Roman" panose="02020603050405020304" pitchFamily="18" charset="0"/>
                <a:ea typeface="华文中宋" panose="02010600040101010101" pitchFamily="2" charset="-122"/>
              </a:rPr>
              <a:t>个相量相加，</a:t>
            </a:r>
            <a:r>
              <a:rPr lang="zh-CN" altLang="en-US" sz="2400" b="1" dirty="0">
                <a:solidFill>
                  <a:srgbClr val="FF0000"/>
                </a:solidFill>
                <a:latin typeface="Times New Roman" panose="02020603050405020304" pitchFamily="18" charset="0"/>
                <a:ea typeface="华文中宋" panose="02010600040101010101" pitchFamily="2" charset="-122"/>
              </a:rPr>
              <a:t>可以看出这种头尾相接的画法比逐个用平行四边形相加要好很多。 右图是相量相减。</a:t>
            </a:r>
            <a:endParaRPr lang="zh-CN" altLang="en-US" sz="2400" b="1" dirty="0">
              <a:solidFill>
                <a:srgbClr val="FF0000"/>
              </a:solidFill>
              <a:latin typeface="Times New Roman" panose="02020603050405020304" pitchFamily="18" charset="0"/>
              <a:ea typeface="华文中宋" panose="02010600040101010101" pitchFamily="2" charset="-122"/>
            </a:endParaRPr>
          </a:p>
          <a:p>
            <a:pPr marL="0" lvl="0" indent="0" eaLnBrk="1" hangingPunct="1">
              <a:lnSpc>
                <a:spcPct val="125000"/>
              </a:lnSpc>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       对电路进行分析计算时一般是用</a:t>
            </a:r>
            <a:r>
              <a:rPr lang="zh-CN" altLang="en-US" sz="2400" b="1" dirty="0">
                <a:solidFill>
                  <a:schemeClr val="tx2"/>
                </a:solidFill>
                <a:latin typeface="Times New Roman" panose="02020603050405020304" pitchFamily="18" charset="0"/>
                <a:ea typeface="华文中宋" panose="02010600040101010101" pitchFamily="2" charset="-122"/>
              </a:rPr>
              <a:t>相量图与解析计算</a:t>
            </a:r>
            <a:r>
              <a:rPr lang="zh-CN" altLang="en-US" sz="2400" b="1" dirty="0">
                <a:latin typeface="Times New Roman" panose="02020603050405020304" pitchFamily="18" charset="0"/>
                <a:ea typeface="华文中宋" panose="02010600040101010101" pitchFamily="2" charset="-122"/>
              </a:rPr>
              <a:t>相结合。</a:t>
            </a:r>
            <a:endParaRPr lang="zh-CN" altLang="en-US" sz="2400" b="1" dirty="0">
              <a:latin typeface="Times New Roman" panose="02020603050405020304" pitchFamily="18" charset="0"/>
              <a:ea typeface="华文中宋" panose="02010600040101010101" pitchFamily="2" charset="-122"/>
            </a:endParaRPr>
          </a:p>
        </p:txBody>
      </p:sp>
      <p:grpSp>
        <p:nvGrpSpPr>
          <p:cNvPr id="2" name="Group 35"/>
          <p:cNvGrpSpPr/>
          <p:nvPr/>
        </p:nvGrpSpPr>
        <p:grpSpPr>
          <a:xfrm>
            <a:off x="773113" y="2376488"/>
            <a:ext cx="3810000" cy="3275012"/>
            <a:chOff x="480" y="2014"/>
            <a:chExt cx="2400" cy="2063"/>
          </a:xfrm>
        </p:grpSpPr>
        <p:sp>
          <p:nvSpPr>
            <p:cNvPr id="31763" name="Text Box 4"/>
            <p:cNvSpPr txBox="1"/>
            <p:nvPr/>
          </p:nvSpPr>
          <p:spPr>
            <a:xfrm>
              <a:off x="480" y="3783"/>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31764" name="Text Box 5"/>
            <p:cNvSpPr txBox="1"/>
            <p:nvPr/>
          </p:nvSpPr>
          <p:spPr>
            <a:xfrm>
              <a:off x="864" y="2014"/>
              <a:ext cx="240" cy="23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31765" name="Text Box 6"/>
            <p:cNvSpPr txBox="1"/>
            <p:nvPr/>
          </p:nvSpPr>
          <p:spPr>
            <a:xfrm>
              <a:off x="2640" y="3838"/>
              <a:ext cx="240" cy="23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31766" name="Text Box 7"/>
            <p:cNvSpPr txBox="1"/>
            <p:nvPr/>
          </p:nvSpPr>
          <p:spPr>
            <a:xfrm>
              <a:off x="1488" y="2398"/>
              <a:ext cx="912"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A+B+C+D</a:t>
              </a:r>
              <a:endParaRPr lang="en-US" altLang="zh-CN" sz="2400" b="1" i="1" baseline="-25000" dirty="0">
                <a:solidFill>
                  <a:srgbClr val="FF5050"/>
                </a:solidFill>
                <a:latin typeface="Times New Roman" panose="02020603050405020304" pitchFamily="18" charset="0"/>
                <a:ea typeface="华文中宋" panose="02010600040101010101" pitchFamily="2" charset="-122"/>
              </a:endParaRPr>
            </a:p>
          </p:txBody>
        </p:sp>
        <p:sp>
          <p:nvSpPr>
            <p:cNvPr id="31767" name="Text Box 8"/>
            <p:cNvSpPr txBox="1"/>
            <p:nvPr/>
          </p:nvSpPr>
          <p:spPr>
            <a:xfrm>
              <a:off x="2016" y="3214"/>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C</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31768" name="Text Box 9"/>
            <p:cNvSpPr txBox="1"/>
            <p:nvPr/>
          </p:nvSpPr>
          <p:spPr>
            <a:xfrm>
              <a:off x="1248" y="2782"/>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B</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31769" name="Text Box 10"/>
            <p:cNvSpPr txBox="1"/>
            <p:nvPr/>
          </p:nvSpPr>
          <p:spPr>
            <a:xfrm>
              <a:off x="816" y="2782"/>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A</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grpSp>
          <p:nvGrpSpPr>
            <p:cNvPr id="31770" name="Group 11"/>
            <p:cNvGrpSpPr/>
            <p:nvPr/>
          </p:nvGrpSpPr>
          <p:grpSpPr>
            <a:xfrm>
              <a:off x="492" y="2110"/>
              <a:ext cx="2244" cy="1967"/>
              <a:chOff x="2624" y="9103"/>
              <a:chExt cx="5612" cy="4917"/>
            </a:xfrm>
          </p:grpSpPr>
          <p:sp>
            <p:nvSpPr>
              <p:cNvPr id="31772" name="Line 12"/>
              <p:cNvSpPr/>
              <p:nvPr/>
            </p:nvSpPr>
            <p:spPr>
              <a:xfrm flipV="1">
                <a:off x="2624" y="13297"/>
                <a:ext cx="5612" cy="0"/>
              </a:xfrm>
              <a:prstGeom prst="line">
                <a:avLst/>
              </a:prstGeom>
              <a:ln w="38100" cap="flat" cmpd="sng">
                <a:solidFill>
                  <a:srgbClr val="000000"/>
                </a:solidFill>
                <a:prstDash val="solid"/>
                <a:headEnd type="none" w="med" len="med"/>
                <a:tailEnd type="stealth" w="med" len="lg"/>
              </a:ln>
            </p:spPr>
          </p:sp>
          <p:sp>
            <p:nvSpPr>
              <p:cNvPr id="31773" name="Line 13"/>
              <p:cNvSpPr/>
              <p:nvPr/>
            </p:nvSpPr>
            <p:spPr>
              <a:xfrm>
                <a:off x="3186" y="9103"/>
                <a:ext cx="0" cy="4634"/>
              </a:xfrm>
              <a:prstGeom prst="line">
                <a:avLst/>
              </a:prstGeom>
              <a:ln w="38100" cap="flat" cmpd="sng">
                <a:solidFill>
                  <a:srgbClr val="000000"/>
                </a:solidFill>
                <a:prstDash val="solid"/>
                <a:headEnd type="stealth" w="med" len="lg"/>
                <a:tailEnd type="none" w="med" len="med"/>
              </a:ln>
            </p:spPr>
          </p:sp>
          <p:sp>
            <p:nvSpPr>
              <p:cNvPr id="31774" name="Line 14"/>
              <p:cNvSpPr/>
              <p:nvPr/>
            </p:nvSpPr>
            <p:spPr>
              <a:xfrm flipV="1">
                <a:off x="3207" y="10361"/>
                <a:ext cx="1045" cy="2907"/>
              </a:xfrm>
              <a:prstGeom prst="line">
                <a:avLst/>
              </a:prstGeom>
              <a:ln w="38100" cap="flat" cmpd="sng">
                <a:solidFill>
                  <a:srgbClr val="000080"/>
                </a:solidFill>
                <a:prstDash val="solid"/>
                <a:headEnd type="none" w="med" len="med"/>
                <a:tailEnd type="stealth" w="med" len="lg"/>
              </a:ln>
            </p:spPr>
          </p:sp>
          <p:sp>
            <p:nvSpPr>
              <p:cNvPr id="31775" name="Line 15"/>
              <p:cNvSpPr/>
              <p:nvPr/>
            </p:nvSpPr>
            <p:spPr>
              <a:xfrm>
                <a:off x="4307" y="10819"/>
                <a:ext cx="704" cy="3201"/>
              </a:xfrm>
              <a:prstGeom prst="line">
                <a:avLst/>
              </a:prstGeom>
              <a:ln w="38100" cap="flat" cmpd="sng">
                <a:solidFill>
                  <a:srgbClr val="000080"/>
                </a:solidFill>
                <a:prstDash val="solid"/>
                <a:headEnd type="none" w="med" len="med"/>
                <a:tailEnd type="stealth" w="med" len="lg"/>
              </a:ln>
            </p:spPr>
          </p:sp>
          <p:sp>
            <p:nvSpPr>
              <p:cNvPr id="31776" name="Line 16"/>
              <p:cNvSpPr/>
              <p:nvPr/>
            </p:nvSpPr>
            <p:spPr>
              <a:xfrm flipV="1">
                <a:off x="5132" y="12150"/>
                <a:ext cx="2200" cy="1819"/>
              </a:xfrm>
              <a:prstGeom prst="line">
                <a:avLst/>
              </a:prstGeom>
              <a:ln w="38100" cap="flat" cmpd="sng">
                <a:solidFill>
                  <a:srgbClr val="000080"/>
                </a:solidFill>
                <a:prstDash val="solid"/>
                <a:headEnd type="none" w="med" len="med"/>
                <a:tailEnd type="stealth" w="med" len="lg"/>
              </a:ln>
            </p:spPr>
          </p:sp>
          <p:sp>
            <p:nvSpPr>
              <p:cNvPr id="31777" name="Line 17"/>
              <p:cNvSpPr/>
              <p:nvPr/>
            </p:nvSpPr>
            <p:spPr>
              <a:xfrm flipV="1">
                <a:off x="3152" y="10412"/>
                <a:ext cx="3168" cy="2833"/>
              </a:xfrm>
              <a:prstGeom prst="line">
                <a:avLst/>
              </a:prstGeom>
              <a:ln w="38100" cap="flat" cmpd="sng">
                <a:solidFill>
                  <a:srgbClr val="FF0000"/>
                </a:solidFill>
                <a:prstDash val="solid"/>
                <a:headEnd type="none" w="med" len="med"/>
                <a:tailEnd type="stealth" w="med" len="lg"/>
              </a:ln>
            </p:spPr>
          </p:sp>
          <p:sp>
            <p:nvSpPr>
              <p:cNvPr id="31778" name="Line 18"/>
              <p:cNvSpPr/>
              <p:nvPr/>
            </p:nvSpPr>
            <p:spPr>
              <a:xfrm flipH="1" flipV="1">
                <a:off x="6386" y="10654"/>
                <a:ext cx="803" cy="1474"/>
              </a:xfrm>
              <a:prstGeom prst="line">
                <a:avLst/>
              </a:prstGeom>
              <a:ln w="38100" cap="flat" cmpd="sng">
                <a:solidFill>
                  <a:srgbClr val="000000"/>
                </a:solidFill>
                <a:prstDash val="solid"/>
                <a:headEnd type="none" w="med" len="med"/>
                <a:tailEnd type="stealth" w="med" len="lg"/>
              </a:ln>
            </p:spPr>
          </p:sp>
        </p:grpSp>
        <p:sp>
          <p:nvSpPr>
            <p:cNvPr id="31771" name="Text Box 19"/>
            <p:cNvSpPr txBox="1"/>
            <p:nvPr/>
          </p:nvSpPr>
          <p:spPr>
            <a:xfrm>
              <a:off x="2256" y="2878"/>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D</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grpSp>
      <p:grpSp>
        <p:nvGrpSpPr>
          <p:cNvPr id="4" name="Group 20"/>
          <p:cNvGrpSpPr/>
          <p:nvPr/>
        </p:nvGrpSpPr>
        <p:grpSpPr>
          <a:xfrm>
            <a:off x="4859338" y="2590800"/>
            <a:ext cx="3810000" cy="3159125"/>
            <a:chOff x="3072" y="1834"/>
            <a:chExt cx="2400" cy="1990"/>
          </a:xfrm>
        </p:grpSpPr>
        <p:sp>
          <p:nvSpPr>
            <p:cNvPr id="31750" name="Text Box 21"/>
            <p:cNvSpPr txBox="1"/>
            <p:nvPr/>
          </p:nvSpPr>
          <p:spPr>
            <a:xfrm>
              <a:off x="5232" y="3549"/>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31751" name="Text Box 22"/>
            <p:cNvSpPr txBox="1"/>
            <p:nvPr/>
          </p:nvSpPr>
          <p:spPr>
            <a:xfrm>
              <a:off x="3072" y="353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dirty="0">
                <a:latin typeface="Times New Roman" panose="02020603050405020304" pitchFamily="18" charset="0"/>
                <a:ea typeface="华文中宋" panose="02010600040101010101" pitchFamily="2" charset="-122"/>
              </a:endParaRPr>
            </a:p>
          </p:txBody>
        </p:sp>
        <p:sp>
          <p:nvSpPr>
            <p:cNvPr id="31752" name="Text Box 23"/>
            <p:cNvSpPr txBox="1"/>
            <p:nvPr/>
          </p:nvSpPr>
          <p:spPr>
            <a:xfrm>
              <a:off x="3456" y="1834"/>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31753" name="Text Box 24"/>
            <p:cNvSpPr txBox="1"/>
            <p:nvPr/>
          </p:nvSpPr>
          <p:spPr>
            <a:xfrm>
              <a:off x="3936" y="2976"/>
              <a:ext cx="57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A</a:t>
              </a:r>
              <a:r>
                <a:rPr lang="zh-CN" altLang="en-US" sz="2400" b="1" i="1" dirty="0">
                  <a:solidFill>
                    <a:srgbClr val="FF5050"/>
                  </a:solidFill>
                  <a:latin typeface="Times New Roman" panose="02020603050405020304" pitchFamily="18" charset="0"/>
                  <a:ea typeface="华文中宋" panose="02010600040101010101" pitchFamily="2" charset="-122"/>
                </a:rPr>
                <a:t>－</a:t>
              </a:r>
              <a:r>
                <a:rPr lang="en-US" altLang="zh-CN" sz="2400" b="1" i="1" dirty="0">
                  <a:solidFill>
                    <a:srgbClr val="FF5050"/>
                  </a:solidFill>
                  <a:latin typeface="Times New Roman" panose="02020603050405020304" pitchFamily="18" charset="0"/>
                  <a:ea typeface="华文中宋" panose="02010600040101010101" pitchFamily="2" charset="-122"/>
                </a:rPr>
                <a:t>B</a:t>
              </a:r>
              <a:endParaRPr lang="en-US" altLang="zh-CN" sz="2400" b="1" baseline="-25000" dirty="0">
                <a:solidFill>
                  <a:srgbClr val="FF5050"/>
                </a:solidFill>
                <a:latin typeface="Times New Roman" panose="02020603050405020304" pitchFamily="18" charset="0"/>
                <a:ea typeface="华文中宋" panose="02010600040101010101" pitchFamily="2" charset="-122"/>
              </a:endParaRPr>
            </a:p>
          </p:txBody>
        </p:sp>
        <p:sp>
          <p:nvSpPr>
            <p:cNvPr id="31754" name="Text Box 25"/>
            <p:cNvSpPr txBox="1"/>
            <p:nvPr/>
          </p:nvSpPr>
          <p:spPr>
            <a:xfrm>
              <a:off x="3648" y="2688"/>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A</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31755" name="Text Box 26"/>
            <p:cNvSpPr txBox="1"/>
            <p:nvPr/>
          </p:nvSpPr>
          <p:spPr>
            <a:xfrm>
              <a:off x="4080" y="2640"/>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B</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31756" name="Line 27"/>
            <p:cNvSpPr/>
            <p:nvPr/>
          </p:nvSpPr>
          <p:spPr>
            <a:xfrm flipV="1">
              <a:off x="3093" y="3528"/>
              <a:ext cx="2245" cy="0"/>
            </a:xfrm>
            <a:prstGeom prst="line">
              <a:avLst/>
            </a:prstGeom>
            <a:ln w="38100" cap="flat" cmpd="sng">
              <a:solidFill>
                <a:srgbClr val="000000"/>
              </a:solidFill>
              <a:prstDash val="solid"/>
              <a:headEnd type="none" w="med" len="med"/>
              <a:tailEnd type="stealth" w="med" len="lg"/>
            </a:ln>
          </p:spPr>
        </p:sp>
        <p:sp>
          <p:nvSpPr>
            <p:cNvPr id="31757" name="Line 28"/>
            <p:cNvSpPr/>
            <p:nvPr/>
          </p:nvSpPr>
          <p:spPr>
            <a:xfrm>
              <a:off x="3318" y="1850"/>
              <a:ext cx="0" cy="1854"/>
            </a:xfrm>
            <a:prstGeom prst="line">
              <a:avLst/>
            </a:prstGeom>
            <a:ln w="38100" cap="flat" cmpd="sng">
              <a:solidFill>
                <a:srgbClr val="000000"/>
              </a:solidFill>
              <a:prstDash val="solid"/>
              <a:headEnd type="stealth" w="med" len="lg"/>
              <a:tailEnd type="none" w="med" len="med"/>
            </a:ln>
          </p:spPr>
        </p:sp>
        <p:sp>
          <p:nvSpPr>
            <p:cNvPr id="31758" name="Line 29"/>
            <p:cNvSpPr/>
            <p:nvPr/>
          </p:nvSpPr>
          <p:spPr>
            <a:xfrm flipV="1">
              <a:off x="3326" y="2353"/>
              <a:ext cx="418" cy="1163"/>
            </a:xfrm>
            <a:prstGeom prst="line">
              <a:avLst/>
            </a:prstGeom>
            <a:ln w="38100" cap="flat" cmpd="sng">
              <a:solidFill>
                <a:srgbClr val="000080"/>
              </a:solidFill>
              <a:prstDash val="solid"/>
              <a:headEnd type="none" w="med" len="med"/>
              <a:tailEnd type="stealth" w="med" len="lg"/>
            </a:ln>
          </p:spPr>
        </p:sp>
        <p:sp>
          <p:nvSpPr>
            <p:cNvPr id="31759" name="Line 30"/>
            <p:cNvSpPr/>
            <p:nvPr/>
          </p:nvSpPr>
          <p:spPr>
            <a:xfrm>
              <a:off x="3744" y="2352"/>
              <a:ext cx="1149" cy="647"/>
            </a:xfrm>
            <a:prstGeom prst="line">
              <a:avLst/>
            </a:prstGeom>
            <a:ln w="38100" cap="flat" cmpd="sng">
              <a:solidFill>
                <a:srgbClr val="000080"/>
              </a:solidFill>
              <a:prstDash val="solid"/>
              <a:headEnd type="stealth" w="med" len="lg"/>
              <a:tailEnd type="none" w="med" len="lg"/>
            </a:ln>
          </p:spPr>
        </p:sp>
        <p:sp>
          <p:nvSpPr>
            <p:cNvPr id="31760" name="Line 31"/>
            <p:cNvSpPr/>
            <p:nvPr/>
          </p:nvSpPr>
          <p:spPr>
            <a:xfrm flipV="1">
              <a:off x="3304" y="3038"/>
              <a:ext cx="1593" cy="469"/>
            </a:xfrm>
            <a:prstGeom prst="line">
              <a:avLst/>
            </a:prstGeom>
            <a:ln w="38100" cap="flat" cmpd="sng">
              <a:solidFill>
                <a:srgbClr val="FF0000"/>
              </a:solidFill>
              <a:prstDash val="solid"/>
              <a:headEnd type="none" w="med" len="med"/>
              <a:tailEnd type="stealth" w="med" len="lg"/>
            </a:ln>
          </p:spPr>
        </p:sp>
        <p:sp>
          <p:nvSpPr>
            <p:cNvPr id="31761" name="Line 32"/>
            <p:cNvSpPr/>
            <p:nvPr/>
          </p:nvSpPr>
          <p:spPr>
            <a:xfrm>
              <a:off x="3792" y="2304"/>
              <a:ext cx="1149" cy="647"/>
            </a:xfrm>
            <a:prstGeom prst="line">
              <a:avLst/>
            </a:prstGeom>
            <a:ln w="38100" cap="flat" cmpd="sng">
              <a:solidFill>
                <a:schemeClr val="bg2"/>
              </a:solidFill>
              <a:prstDash val="solid"/>
              <a:headEnd type="none" w="med" len="lg"/>
              <a:tailEnd type="stealth" w="med" len="lg"/>
            </a:ln>
          </p:spPr>
        </p:sp>
        <p:sp>
          <p:nvSpPr>
            <p:cNvPr id="31762" name="Text Box 33"/>
            <p:cNvSpPr txBox="1"/>
            <p:nvPr/>
          </p:nvSpPr>
          <p:spPr>
            <a:xfrm>
              <a:off x="4272" y="2410"/>
              <a:ext cx="384"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i="1" dirty="0">
                  <a:solidFill>
                    <a:schemeClr val="bg2"/>
                  </a:solidFill>
                  <a:latin typeface="Times New Roman" panose="02020603050405020304" pitchFamily="18" charset="0"/>
                  <a:ea typeface="华文中宋" panose="02010600040101010101" pitchFamily="2" charset="-122"/>
                </a:rPr>
                <a:t>－</a:t>
              </a:r>
              <a:r>
                <a:rPr lang="en-US" altLang="zh-CN" sz="2400" b="1" i="1" dirty="0">
                  <a:solidFill>
                    <a:schemeClr val="bg2"/>
                  </a:solidFill>
                  <a:latin typeface="Times New Roman" panose="02020603050405020304" pitchFamily="18" charset="0"/>
                  <a:ea typeface="华文中宋" panose="02010600040101010101" pitchFamily="2" charset="-122"/>
                </a:rPr>
                <a:t>B</a:t>
              </a:r>
              <a:endParaRPr lang="en-US" altLang="zh-CN" sz="2400" b="1" i="1" dirty="0">
                <a:solidFill>
                  <a:schemeClr val="bg2"/>
                </a:solidFill>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00771">
                                            <p:txEl>
                                              <p:charRg st="0" end="58"/>
                                            </p:txEl>
                                          </p:spTgt>
                                        </p:tgtEl>
                                        <p:attrNameLst>
                                          <p:attrName>style.visibility</p:attrName>
                                        </p:attrNameLst>
                                      </p:cBhvr>
                                      <p:to>
                                        <p:strVal val="visible"/>
                                      </p:to>
                                    </p:set>
                                    <p:animEffect transition="in" filter="blinds(horizontal)">
                                      <p:cBhvr>
                                        <p:cTn id="7" dur="500"/>
                                        <p:tgtEl>
                                          <p:spTgt spid="800771">
                                            <p:txEl>
                                              <p:charRg st="0" end="5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4)">
                                      <p:cBhvr>
                                        <p:cTn id="12" dur="500"/>
                                        <p:tgtEl>
                                          <p:spTgt spid="2"/>
                                        </p:tgtEl>
                                      </p:cBhvr>
                                    </p:animEffect>
                                  </p:childTnLst>
                                </p:cTn>
                              </p:par>
                            </p:childTnLst>
                          </p:cTn>
                        </p:par>
                        <p:par>
                          <p:cTn id="13" fill="hold">
                            <p:stCondLst>
                              <p:cond delay="500"/>
                            </p:stCondLst>
                            <p:childTnLst>
                              <p:par>
                                <p:cTn id="14" presetID="21" presetClass="entr" presetSubtype="4"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heel(4)">
                                      <p:cBhvr>
                                        <p:cTn id="16" dur="500"/>
                                        <p:tgtEl>
                                          <p:spTgt spid="4"/>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800771">
                                            <p:txEl>
                                              <p:charRg st="58" end="92"/>
                                            </p:txEl>
                                          </p:spTgt>
                                        </p:tgtEl>
                                        <p:attrNameLst>
                                          <p:attrName>style.visibility</p:attrName>
                                        </p:attrNameLst>
                                      </p:cBhvr>
                                      <p:to>
                                        <p:strVal val="visible"/>
                                      </p:to>
                                    </p:set>
                                    <p:animEffect transition="in" filter="blinds(horizontal)">
                                      <p:cBhvr>
                                        <p:cTn id="20" dur="500"/>
                                        <p:tgtEl>
                                          <p:spTgt spid="800771">
                                            <p:txEl>
                                              <p:charRg st="58" end="9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8466" name="Text Box 2"/>
          <p:cNvSpPr txBox="1"/>
          <p:nvPr/>
        </p:nvSpPr>
        <p:spPr>
          <a:xfrm>
            <a:off x="0" y="101600"/>
            <a:ext cx="190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小结：</a:t>
            </a:r>
            <a:endParaRPr lang="zh-CN" altLang="en-US" sz="2800" b="1" dirty="0">
              <a:latin typeface="Times New Roman" panose="02020603050405020304" pitchFamily="18" charset="0"/>
              <a:ea typeface="华文中宋" panose="02010600040101010101" pitchFamily="2" charset="-122"/>
            </a:endParaRPr>
          </a:p>
        </p:txBody>
      </p:sp>
      <p:sp>
        <p:nvSpPr>
          <p:cNvPr id="958467" name="Text Box 3"/>
          <p:cNvSpPr txBox="1"/>
          <p:nvPr/>
        </p:nvSpPr>
        <p:spPr>
          <a:xfrm>
            <a:off x="130175" y="787400"/>
            <a:ext cx="8763000"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r>
              <a:rPr lang="zh-CN" altLang="en-US" sz="2400" b="1" dirty="0">
                <a:latin typeface="Times New Roman" panose="02020603050405020304" pitchFamily="18" charset="0"/>
                <a:ea typeface="华文中宋" panose="02010600040101010101" pitchFamily="2" charset="-122"/>
              </a:rPr>
              <a:t>、</a:t>
            </a:r>
            <a:r>
              <a:rPr lang="zh-CN" altLang="en-US" sz="2400" b="1" dirty="0">
                <a:solidFill>
                  <a:srgbClr val="FF0000"/>
                </a:solidFill>
                <a:latin typeface="Times New Roman" panose="02020603050405020304" pitchFamily="18" charset="0"/>
                <a:ea typeface="华文中宋" panose="02010600040101010101" pitchFamily="2" charset="-122"/>
              </a:rPr>
              <a:t>相量法</a:t>
            </a:r>
            <a:r>
              <a:rPr lang="zh-CN" altLang="en-US" sz="2400" b="1" dirty="0">
                <a:latin typeface="Times New Roman" panose="02020603050405020304" pitchFamily="18" charset="0"/>
                <a:ea typeface="华文中宋" panose="02010600040101010101" pitchFamily="2" charset="-122"/>
              </a:rPr>
              <a:t>就是用复数来表示正弦量，正弦量与相量之间有一一对应关系。实质上</a:t>
            </a:r>
            <a:r>
              <a:rPr lang="zh-CN" altLang="en-US" sz="2400" b="1" dirty="0">
                <a:solidFill>
                  <a:srgbClr val="FF0000"/>
                </a:solidFill>
                <a:latin typeface="Times New Roman" panose="02020603050405020304" pitchFamily="18" charset="0"/>
                <a:ea typeface="华文中宋" panose="02010600040101010101" pitchFamily="2" charset="-122"/>
              </a:rPr>
              <a:t>相量法</a:t>
            </a:r>
            <a:r>
              <a:rPr lang="zh-CN" altLang="en-US" sz="2400" b="1" dirty="0">
                <a:latin typeface="Times New Roman" panose="02020603050405020304" pitchFamily="18" charset="0"/>
                <a:ea typeface="华文中宋" panose="02010600040101010101" pitchFamily="2" charset="-122"/>
              </a:rPr>
              <a:t>是一种变换，它通过相量把</a:t>
            </a:r>
            <a:r>
              <a:rPr lang="zh-CN" altLang="en-US" sz="2400" b="1" u="sng" dirty="0">
                <a:latin typeface="Times New Roman" panose="02020603050405020304" pitchFamily="18" charset="0"/>
                <a:ea typeface="华文中宋" panose="02010600040101010101" pitchFamily="2" charset="-122"/>
              </a:rPr>
              <a:t>时域</a:t>
            </a:r>
            <a:r>
              <a:rPr lang="zh-CN" altLang="en-US" sz="2400" b="1" dirty="0">
                <a:latin typeface="Times New Roman" panose="02020603050405020304" pitchFamily="18" charset="0"/>
                <a:ea typeface="华文中宋" panose="02010600040101010101" pitchFamily="2" charset="-122"/>
              </a:rPr>
              <a:t>里求微分方程的正弦</a:t>
            </a:r>
            <a:r>
              <a:rPr lang="zh-CN" altLang="en-US" sz="2400" b="1" dirty="0">
                <a:solidFill>
                  <a:srgbClr val="FF0000"/>
                </a:solidFill>
                <a:latin typeface="Times New Roman" panose="02020603050405020304" pitchFamily="18" charset="0"/>
                <a:ea typeface="华文中宋" panose="02010600040101010101" pitchFamily="2" charset="-122"/>
              </a:rPr>
              <a:t>稳态解</a:t>
            </a:r>
            <a:r>
              <a:rPr lang="zh-CN" altLang="en-US" sz="2400" b="1" dirty="0">
                <a:latin typeface="Times New Roman" panose="02020603050405020304" pitchFamily="18" charset="0"/>
                <a:ea typeface="华文中宋" panose="02010600040101010101" pitchFamily="2" charset="-122"/>
              </a:rPr>
              <a:t>的问题，“变换”为在</a:t>
            </a:r>
            <a:r>
              <a:rPr lang="zh-CN" altLang="en-US" sz="2400" b="1" u="sng" dirty="0">
                <a:latin typeface="Times New Roman" panose="02020603050405020304" pitchFamily="18" charset="0"/>
                <a:ea typeface="华文中宋" panose="02010600040101010101" pitchFamily="2" charset="-122"/>
              </a:rPr>
              <a:t>频域</a:t>
            </a:r>
            <a:r>
              <a:rPr lang="zh-CN" altLang="en-US" sz="2400" b="1" dirty="0">
                <a:latin typeface="Times New Roman" panose="02020603050405020304" pitchFamily="18" charset="0"/>
                <a:ea typeface="华文中宋" panose="02010600040101010101" pitchFamily="2" charset="-122"/>
              </a:rPr>
              <a:t>里解复数代数方程的问题。</a:t>
            </a:r>
            <a:endParaRPr lang="zh-CN" altLang="en-US" sz="2400" b="1" dirty="0">
              <a:latin typeface="Times New Roman" panose="02020603050405020304" pitchFamily="18" charset="0"/>
              <a:ea typeface="华文中宋" panose="02010600040101010101" pitchFamily="2" charset="-122"/>
            </a:endParaRPr>
          </a:p>
        </p:txBody>
      </p:sp>
      <p:sp>
        <p:nvSpPr>
          <p:cNvPr id="958468" name="Rectangle 4"/>
          <p:cNvSpPr/>
          <p:nvPr/>
        </p:nvSpPr>
        <p:spPr>
          <a:xfrm>
            <a:off x="107950" y="3862388"/>
            <a:ext cx="86868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2</a:t>
            </a:r>
            <a:r>
              <a:rPr lang="zh-CN" altLang="en-US" sz="2400" b="1" dirty="0">
                <a:latin typeface="Times New Roman" panose="02020603050405020304" pitchFamily="18" charset="0"/>
                <a:ea typeface="华文中宋" panose="02010600040101010101" pitchFamily="2" charset="-122"/>
              </a:rPr>
              <a:t>、利用</a:t>
            </a:r>
            <a:r>
              <a:rPr lang="zh-CN" altLang="en-US" sz="2400" b="1" dirty="0">
                <a:solidFill>
                  <a:srgbClr val="FF0000"/>
                </a:solidFill>
                <a:latin typeface="Times New Roman" panose="02020603050405020304" pitchFamily="18" charset="0"/>
                <a:ea typeface="华文中宋" panose="02010600040101010101" pitchFamily="2" charset="-122"/>
              </a:rPr>
              <a:t>相量法</a:t>
            </a:r>
            <a:r>
              <a:rPr lang="zh-CN" altLang="en-US" sz="2400" b="1" dirty="0">
                <a:latin typeface="Times New Roman" panose="02020603050405020304" pitchFamily="18" charset="0"/>
                <a:ea typeface="华文中宋" panose="02010600040101010101" pitchFamily="2" charset="-122"/>
              </a:rPr>
              <a:t>，同频率正弦量的相加</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或相减</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可以变换为其对应的相量相加</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或相减</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sp>
        <p:nvSpPr>
          <p:cNvPr id="958469" name="Text Box 5"/>
          <p:cNvSpPr txBox="1"/>
          <p:nvPr/>
        </p:nvSpPr>
        <p:spPr>
          <a:xfrm>
            <a:off x="419100" y="2832100"/>
            <a:ext cx="350520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u</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t</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U</a:t>
            </a:r>
            <a:r>
              <a:rPr lang="en-US" altLang="zh-CN" sz="2800" b="1" i="1" baseline="-25000" dirty="0">
                <a:latin typeface="Times New Roman" panose="02020603050405020304" pitchFamily="18" charset="0"/>
                <a:ea typeface="华文中宋" panose="02010600040101010101" pitchFamily="2" charset="-122"/>
              </a:rPr>
              <a:t>m</a:t>
            </a:r>
            <a:r>
              <a:rPr lang="en-US" altLang="zh-CN" sz="2800" b="1" baseline="-25000"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sin</a:t>
            </a:r>
            <a:r>
              <a:rPr lang="en-US" altLang="zh-CN"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dirty="0">
                <a:latin typeface="Times New Roman" panose="02020603050405020304" pitchFamily="18" charset="0"/>
                <a:ea typeface="华文中宋" panose="02010600040101010101" pitchFamily="2" charset="-122"/>
              </a:rPr>
              <a:t>t+</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8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58470" name="AutoShape 6"/>
          <p:cNvSpPr/>
          <p:nvPr/>
        </p:nvSpPr>
        <p:spPr>
          <a:xfrm>
            <a:off x="3689350" y="2917825"/>
            <a:ext cx="762000" cy="457200"/>
          </a:xfrm>
          <a:prstGeom prst="leftRightArrow">
            <a:avLst>
              <a:gd name="adj1" fmla="val 50000"/>
              <a:gd name="adj2" fmla="val 33333"/>
            </a:avLst>
          </a:prstGeom>
          <a:solidFill>
            <a:schemeClr val="accent1"/>
          </a:solidFill>
          <a:ln w="9525" cap="flat" cmpd="sng">
            <a:solidFill>
              <a:schemeClr val="tx1"/>
            </a:solidFill>
            <a:prstDash val="solid"/>
            <a:miter/>
            <a:headEnd type="none" w="lg"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sp>
        <p:nvSpPr>
          <p:cNvPr id="958471" name="Text Box 7"/>
          <p:cNvSpPr txBox="1"/>
          <p:nvPr/>
        </p:nvSpPr>
        <p:spPr>
          <a:xfrm>
            <a:off x="565150" y="5164138"/>
            <a:ext cx="38862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(t)=</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1</a:t>
            </a:r>
            <a:r>
              <a:rPr lang="en-US" altLang="zh-CN" sz="2400" b="1" i="1" baseline="-25000" dirty="0">
                <a:latin typeface="Times New Roman" panose="02020603050405020304" pitchFamily="18" charset="0"/>
                <a:ea typeface="华文中宋" panose="02010600040101010101" pitchFamily="2" charset="-122"/>
              </a:rPr>
              <a:t>m</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sin</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baseline="-25000" dirty="0">
                <a:latin typeface="Times New Roman" panose="02020603050405020304" pitchFamily="18" charset="0"/>
                <a:ea typeface="华文中宋" panose="02010600040101010101" pitchFamily="2" charset="-122"/>
                <a:sym typeface="Symbol" panose="05050102010706020507" pitchFamily="18" charset="2"/>
              </a:rPr>
              <a:t>1</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 </a:t>
            </a:r>
            <a:r>
              <a:rPr lang="en-US" altLang="zh-CN" sz="2400" b="1" i="1" dirty="0">
                <a:latin typeface="Times New Roman" panose="02020603050405020304" pitchFamily="18" charset="0"/>
                <a:ea typeface="华文中宋" panose="02010600040101010101" pitchFamily="2" charset="-122"/>
                <a:sym typeface="Symbol" panose="05050102010706020507" pitchFamily="18" charset="2"/>
              </a:rPr>
              <a:t>A</a:t>
            </a:r>
            <a:endParaRPr lang="en-US" altLang="zh-CN" sz="2400" b="1" i="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58472" name="Text Box 8"/>
          <p:cNvSpPr txBox="1"/>
          <p:nvPr/>
        </p:nvSpPr>
        <p:spPr>
          <a:xfrm>
            <a:off x="4284663" y="5105400"/>
            <a:ext cx="38862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2</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2</a:t>
            </a:r>
            <a:r>
              <a:rPr lang="en-US" altLang="zh-CN" sz="2400" b="1" i="1" baseline="-25000" dirty="0">
                <a:latin typeface="Times New Roman" panose="02020603050405020304" pitchFamily="18" charset="0"/>
                <a:ea typeface="华文中宋" panose="02010600040101010101" pitchFamily="2" charset="-122"/>
              </a:rPr>
              <a:t>m</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sin</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baseline="-25000" dirty="0">
                <a:latin typeface="Times New Roman" panose="02020603050405020304" pitchFamily="18" charset="0"/>
                <a:ea typeface="华文中宋" panose="02010600040101010101" pitchFamily="2" charset="-122"/>
                <a:sym typeface="Symbol" panose="05050102010706020507" pitchFamily="18" charset="2"/>
              </a:rPr>
              <a:t>2</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 A</a:t>
            </a:r>
            <a:endParaRPr lang="en-US" altLang="zh-CN" sz="24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58473" name="Text Box 9"/>
          <p:cNvSpPr txBox="1"/>
          <p:nvPr/>
        </p:nvSpPr>
        <p:spPr>
          <a:xfrm>
            <a:off x="1193800" y="5919788"/>
            <a:ext cx="14478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 </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958474" name="AutoShape 10"/>
          <p:cNvSpPr/>
          <p:nvPr/>
        </p:nvSpPr>
        <p:spPr>
          <a:xfrm>
            <a:off x="3024188" y="5949950"/>
            <a:ext cx="762000" cy="457200"/>
          </a:xfrm>
          <a:prstGeom prst="leftRightArrow">
            <a:avLst>
              <a:gd name="adj1" fmla="val 50000"/>
              <a:gd name="adj2" fmla="val 33333"/>
            </a:avLst>
          </a:prstGeom>
          <a:solidFill>
            <a:schemeClr val="accent1"/>
          </a:solidFill>
          <a:ln w="9525" cap="flat" cmpd="sng">
            <a:solidFill>
              <a:schemeClr val="tx1"/>
            </a:solidFill>
            <a:prstDash val="solid"/>
            <a:miter/>
            <a:headEnd type="none" w="lg"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graphicFrame>
        <p:nvGraphicFramePr>
          <p:cNvPr id="958475" name="Object 11"/>
          <p:cNvGraphicFramePr>
            <a:graphicFrameLocks noChangeAspect="1"/>
          </p:cNvGraphicFramePr>
          <p:nvPr/>
        </p:nvGraphicFramePr>
        <p:xfrm>
          <a:off x="4349750" y="5683250"/>
          <a:ext cx="2347913" cy="838200"/>
        </p:xfrm>
        <a:graphic>
          <a:graphicData uri="http://schemas.openxmlformats.org/presentationml/2006/ole">
            <mc:AlternateContent xmlns:mc="http://schemas.openxmlformats.org/markup-compatibility/2006">
              <mc:Choice xmlns:v="urn:schemas-microsoft-com:vml" Requires="v">
                <p:oleObj spid="_x0000_s3153" name="" r:id="rId1" imgW="926465" imgH="317500" progId="Equation.3">
                  <p:embed/>
                </p:oleObj>
              </mc:Choice>
              <mc:Fallback>
                <p:oleObj name="" r:id="rId1" imgW="926465" imgH="317500" progId="Equation.3">
                  <p:embed/>
                  <p:pic>
                    <p:nvPicPr>
                      <p:cNvPr id="0" name="图片 3152"/>
                      <p:cNvPicPr/>
                      <p:nvPr/>
                    </p:nvPicPr>
                    <p:blipFill>
                      <a:blip r:embed="rId2"/>
                      <a:stretch>
                        <a:fillRect/>
                      </a:stretch>
                    </p:blipFill>
                    <p:spPr>
                      <a:xfrm>
                        <a:off x="4349750" y="5683250"/>
                        <a:ext cx="2347913" cy="838200"/>
                      </a:xfrm>
                      <a:prstGeom prst="rect">
                        <a:avLst/>
                      </a:prstGeom>
                      <a:noFill/>
                      <a:ln w="38100">
                        <a:noFill/>
                        <a:miter/>
                      </a:ln>
                    </p:spPr>
                  </p:pic>
                </p:oleObj>
              </mc:Fallback>
            </mc:AlternateContent>
          </a:graphicData>
        </a:graphic>
      </p:graphicFrame>
      <p:graphicFrame>
        <p:nvGraphicFramePr>
          <p:cNvPr id="958476" name="Object 12"/>
          <p:cNvGraphicFramePr>
            <a:graphicFrameLocks noChangeAspect="1"/>
          </p:cNvGraphicFramePr>
          <p:nvPr/>
        </p:nvGraphicFramePr>
        <p:xfrm>
          <a:off x="4732338" y="2620963"/>
          <a:ext cx="3886200" cy="819150"/>
        </p:xfrm>
        <a:graphic>
          <a:graphicData uri="http://schemas.openxmlformats.org/presentationml/2006/ole">
            <mc:AlternateContent xmlns:mc="http://schemas.openxmlformats.org/markup-compatibility/2006">
              <mc:Choice xmlns:v="urn:schemas-microsoft-com:vml" Requires="v">
                <p:oleObj spid="_x0000_s3152" name="" r:id="rId3" imgW="1371600" imgH="317500" progId="Equation.3">
                  <p:embed/>
                </p:oleObj>
              </mc:Choice>
              <mc:Fallback>
                <p:oleObj name="" r:id="rId3" imgW="1371600" imgH="317500" progId="Equation.3">
                  <p:embed/>
                  <p:pic>
                    <p:nvPicPr>
                      <p:cNvPr id="0" name="图片 3151"/>
                      <p:cNvPicPr/>
                      <p:nvPr/>
                    </p:nvPicPr>
                    <p:blipFill>
                      <a:blip r:embed="rId4"/>
                      <a:stretch>
                        <a:fillRect/>
                      </a:stretch>
                    </p:blipFill>
                    <p:spPr>
                      <a:xfrm>
                        <a:off x="4732338" y="2620963"/>
                        <a:ext cx="3886200" cy="8191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8466"/>
                                        </p:tgtEl>
                                        <p:attrNameLst>
                                          <p:attrName>style.visibility</p:attrName>
                                        </p:attrNameLst>
                                      </p:cBhvr>
                                      <p:to>
                                        <p:strVal val="visible"/>
                                      </p:to>
                                    </p:set>
                                    <p:animEffect transition="in" filter="wipe(left)">
                                      <p:cBhvr>
                                        <p:cTn id="7" dur="500"/>
                                        <p:tgtEl>
                                          <p:spTgt spid="9584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8467"/>
                                        </p:tgtEl>
                                        <p:attrNameLst>
                                          <p:attrName>style.visibility</p:attrName>
                                        </p:attrNameLst>
                                      </p:cBhvr>
                                      <p:to>
                                        <p:strVal val="visible"/>
                                      </p:to>
                                    </p:set>
                                    <p:animEffect transition="in" filter="blinds(horizontal)">
                                      <p:cBhvr>
                                        <p:cTn id="12" dur="500"/>
                                        <p:tgtEl>
                                          <p:spTgt spid="958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8469"/>
                                        </p:tgtEl>
                                        <p:attrNameLst>
                                          <p:attrName>style.visibility</p:attrName>
                                        </p:attrNameLst>
                                      </p:cBhvr>
                                      <p:to>
                                        <p:strVal val="visible"/>
                                      </p:to>
                                    </p:set>
                                    <p:animEffect transition="in" filter="wipe(left)">
                                      <p:cBhvr>
                                        <p:cTn id="17" dur="500"/>
                                        <p:tgtEl>
                                          <p:spTgt spid="958469"/>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958470"/>
                                        </p:tgtEl>
                                        <p:attrNameLst>
                                          <p:attrName>style.visibility</p:attrName>
                                        </p:attrNameLst>
                                      </p:cBhvr>
                                      <p:to>
                                        <p:strVal val="visible"/>
                                      </p:to>
                                    </p:set>
                                    <p:animEffect transition="in" filter="wipe(left)">
                                      <p:cBhvr>
                                        <p:cTn id="21" dur="500"/>
                                        <p:tgtEl>
                                          <p:spTgt spid="958470"/>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958476"/>
                                        </p:tgtEl>
                                        <p:attrNameLst>
                                          <p:attrName>style.visibility</p:attrName>
                                        </p:attrNameLst>
                                      </p:cBhvr>
                                      <p:to>
                                        <p:strVal val="visible"/>
                                      </p:to>
                                    </p:set>
                                    <p:animEffect transition="in" filter="wipe(left)">
                                      <p:cBhvr>
                                        <p:cTn id="25" dur="500"/>
                                        <p:tgtEl>
                                          <p:spTgt spid="95847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58468"/>
                                        </p:tgtEl>
                                        <p:attrNameLst>
                                          <p:attrName>style.visibility</p:attrName>
                                        </p:attrNameLst>
                                      </p:cBhvr>
                                      <p:to>
                                        <p:strVal val="visible"/>
                                      </p:to>
                                    </p:set>
                                    <p:animEffect transition="in" filter="blinds(horizontal)">
                                      <p:cBhvr>
                                        <p:cTn id="30" dur="500"/>
                                        <p:tgtEl>
                                          <p:spTgt spid="95846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58471"/>
                                        </p:tgtEl>
                                        <p:attrNameLst>
                                          <p:attrName>style.visibility</p:attrName>
                                        </p:attrNameLst>
                                      </p:cBhvr>
                                      <p:to>
                                        <p:strVal val="visible"/>
                                      </p:to>
                                    </p:set>
                                    <p:animEffect transition="in" filter="wipe(left)">
                                      <p:cBhvr>
                                        <p:cTn id="35" dur="500"/>
                                        <p:tgtEl>
                                          <p:spTgt spid="958471"/>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958472"/>
                                        </p:tgtEl>
                                        <p:attrNameLst>
                                          <p:attrName>style.visibility</p:attrName>
                                        </p:attrNameLst>
                                      </p:cBhvr>
                                      <p:to>
                                        <p:strVal val="visible"/>
                                      </p:to>
                                    </p:set>
                                    <p:animEffect transition="in" filter="wipe(left)">
                                      <p:cBhvr>
                                        <p:cTn id="38" dur="500"/>
                                        <p:tgtEl>
                                          <p:spTgt spid="95847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58473"/>
                                        </p:tgtEl>
                                        <p:attrNameLst>
                                          <p:attrName>style.visibility</p:attrName>
                                        </p:attrNameLst>
                                      </p:cBhvr>
                                      <p:to>
                                        <p:strVal val="visible"/>
                                      </p:to>
                                    </p:set>
                                    <p:animEffect transition="in" filter="wipe(left)">
                                      <p:cBhvr>
                                        <p:cTn id="43" dur="500"/>
                                        <p:tgtEl>
                                          <p:spTgt spid="95847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58474"/>
                                        </p:tgtEl>
                                        <p:attrNameLst>
                                          <p:attrName>style.visibility</p:attrName>
                                        </p:attrNameLst>
                                      </p:cBhvr>
                                      <p:to>
                                        <p:strVal val="visible"/>
                                      </p:to>
                                    </p:set>
                                    <p:animEffect transition="in" filter="wipe(left)">
                                      <p:cBhvr>
                                        <p:cTn id="48" dur="500"/>
                                        <p:tgtEl>
                                          <p:spTgt spid="958474"/>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958475"/>
                                        </p:tgtEl>
                                        <p:attrNameLst>
                                          <p:attrName>style.visibility</p:attrName>
                                        </p:attrNameLst>
                                      </p:cBhvr>
                                      <p:to>
                                        <p:strVal val="visible"/>
                                      </p:to>
                                    </p:set>
                                    <p:animEffect transition="in" filter="wipe(left)">
                                      <p:cBhvr>
                                        <p:cTn id="52" dur="500"/>
                                        <p:tgtEl>
                                          <p:spTgt spid="958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66" grpId="0"/>
      <p:bldP spid="958467" grpId="0"/>
      <p:bldP spid="958468" grpId="0"/>
      <p:bldP spid="958469" grpId="0"/>
      <p:bldP spid="958470" grpId="0" animBg="1"/>
      <p:bldP spid="958471" grpId="0"/>
      <p:bldP spid="958472" grpId="0"/>
      <p:bldP spid="958473" grpId="0"/>
      <p:bldP spid="95847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59490" name="Rectangle 2"/>
          <p:cNvSpPr/>
          <p:nvPr/>
        </p:nvSpPr>
        <p:spPr>
          <a:xfrm>
            <a:off x="0" y="242888"/>
            <a:ext cx="8686800" cy="979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3</a:t>
            </a:r>
            <a:r>
              <a:rPr lang="zh-CN" altLang="en-US" sz="2400" b="1" dirty="0">
                <a:latin typeface="Times New Roman" panose="02020603050405020304" pitchFamily="18" charset="0"/>
                <a:ea typeface="华文中宋" panose="02010600040101010101" pitchFamily="2" charset="-122"/>
              </a:rPr>
              <a:t>、利用</a:t>
            </a:r>
            <a:r>
              <a:rPr lang="zh-CN" altLang="en-US" sz="2400" b="1" dirty="0">
                <a:solidFill>
                  <a:srgbClr val="FF0000"/>
                </a:solidFill>
                <a:latin typeface="Times New Roman" panose="02020603050405020304" pitchFamily="18" charset="0"/>
                <a:ea typeface="华文中宋" panose="02010600040101010101" pitchFamily="2" charset="-122"/>
              </a:rPr>
              <a:t>相量法</a:t>
            </a:r>
            <a:r>
              <a:rPr lang="zh-CN" altLang="en-US" sz="2400" b="1" dirty="0">
                <a:latin typeface="Times New Roman" panose="02020603050405020304" pitchFamily="18" charset="0"/>
                <a:ea typeface="华文中宋" panose="02010600040101010101" pitchFamily="2" charset="-122"/>
              </a:rPr>
              <a:t>，一个正弦量乘以任意一个常数的运算相当于其对应相量乘以该常数。</a:t>
            </a:r>
            <a:endParaRPr lang="zh-CN" altLang="en-US" sz="2400" b="1" dirty="0">
              <a:latin typeface="Times New Roman" panose="02020603050405020304" pitchFamily="18" charset="0"/>
              <a:ea typeface="华文中宋" panose="02010600040101010101" pitchFamily="2" charset="-122"/>
            </a:endParaRPr>
          </a:p>
        </p:txBody>
      </p:sp>
      <p:sp>
        <p:nvSpPr>
          <p:cNvPr id="959491" name="Rectangle 3"/>
          <p:cNvSpPr/>
          <p:nvPr/>
        </p:nvSpPr>
        <p:spPr>
          <a:xfrm>
            <a:off x="0" y="2636838"/>
            <a:ext cx="8686800" cy="979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4</a:t>
            </a:r>
            <a:r>
              <a:rPr lang="zh-CN" altLang="en-US" sz="2400" b="1" dirty="0">
                <a:latin typeface="Times New Roman" panose="02020603050405020304" pitchFamily="18" charset="0"/>
                <a:ea typeface="华文中宋" panose="02010600040101010101" pitchFamily="2" charset="-122"/>
              </a:rPr>
              <a:t>、利用</a:t>
            </a:r>
            <a:r>
              <a:rPr lang="zh-CN" altLang="en-US" sz="2400" b="1" dirty="0">
                <a:solidFill>
                  <a:srgbClr val="FF0000"/>
                </a:solidFill>
                <a:latin typeface="Times New Roman" panose="02020603050405020304" pitchFamily="18" charset="0"/>
                <a:ea typeface="华文中宋" panose="02010600040101010101" pitchFamily="2" charset="-122"/>
              </a:rPr>
              <a:t>相量法</a:t>
            </a:r>
            <a:r>
              <a:rPr lang="zh-CN" altLang="en-US" sz="2400" b="1" dirty="0">
                <a:latin typeface="Times New Roman" panose="02020603050405020304" pitchFamily="18" charset="0"/>
                <a:ea typeface="华文中宋" panose="02010600040101010101" pitchFamily="2" charset="-122"/>
              </a:rPr>
              <a:t>，一个正弦量对时间取导数的运算可以变换为</a:t>
            </a:r>
            <a:r>
              <a:rPr lang="zh-CN" altLang="en-US" sz="2400" b="1" dirty="0">
                <a:solidFill>
                  <a:srgbClr val="7030A0"/>
                </a:solidFill>
                <a:latin typeface="Times New Roman" panose="02020603050405020304" pitchFamily="18" charset="0"/>
                <a:ea typeface="华文中宋" panose="02010600040101010101" pitchFamily="2" charset="-122"/>
              </a:rPr>
              <a:t>其对应相量乘以</a:t>
            </a:r>
            <a:r>
              <a:rPr lang="en-US" altLang="zh-CN" sz="2400" b="1" i="1" dirty="0">
                <a:solidFill>
                  <a:srgbClr val="7030A0"/>
                </a:solidFill>
                <a:latin typeface="Times New Roman" panose="02020603050405020304" pitchFamily="18" charset="0"/>
                <a:ea typeface="华文中宋" panose="02010600040101010101" pitchFamily="2" charset="-122"/>
              </a:rPr>
              <a:t>j</a:t>
            </a:r>
            <a:r>
              <a:rPr lang="en-US" altLang="zh-CN" sz="2400" b="1" dirty="0">
                <a:solidFill>
                  <a:srgbClr val="7030A0"/>
                </a:solidFill>
                <a:latin typeface="Times New Roman" panose="02020603050405020304" pitchFamily="18" charset="0"/>
                <a:ea typeface="华文中宋" panose="02010600040101010101" pitchFamily="2" charset="-122"/>
                <a:sym typeface="Symbol" panose="05050102010706020507" pitchFamily="18" charset="2"/>
              </a:rPr>
              <a:t></a:t>
            </a:r>
            <a:r>
              <a:rPr lang="zh-CN" altLang="en-US" sz="2400" b="1" dirty="0">
                <a:solidFill>
                  <a:srgbClr val="7030A0"/>
                </a:solidFill>
                <a:latin typeface="Times New Roman" panose="02020603050405020304" pitchFamily="18" charset="0"/>
                <a:ea typeface="华文中宋" panose="02010600040101010101" pitchFamily="2" charset="-122"/>
              </a:rPr>
              <a:t>的运算</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sp>
        <p:nvSpPr>
          <p:cNvPr id="959492" name="Text Box 4"/>
          <p:cNvSpPr txBox="1"/>
          <p:nvPr/>
        </p:nvSpPr>
        <p:spPr>
          <a:xfrm>
            <a:off x="771525" y="1400175"/>
            <a:ext cx="3505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m</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sin</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4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59493" name="Text Box 5"/>
          <p:cNvSpPr txBox="1"/>
          <p:nvPr/>
        </p:nvSpPr>
        <p:spPr>
          <a:xfrm>
            <a:off x="771525" y="2009775"/>
            <a:ext cx="3810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m</a:t>
            </a:r>
            <a:r>
              <a:rPr lang="en-US" altLang="zh-CN" sz="2400" b="1" dirty="0">
                <a:latin typeface="Times New Roman" panose="02020603050405020304" pitchFamily="18" charset="0"/>
                <a:ea typeface="华文中宋" panose="02010600040101010101" pitchFamily="2" charset="-122"/>
              </a:rPr>
              <a:t>sin(</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400" b="1" dirty="0">
              <a:latin typeface="Times New Roman" panose="02020603050405020304" pitchFamily="18" charset="0"/>
              <a:ea typeface="华文中宋" panose="02010600040101010101" pitchFamily="2" charset="-122"/>
              <a:sym typeface="Symbol" panose="05050102010706020507" pitchFamily="18" charset="2"/>
            </a:endParaRPr>
          </a:p>
        </p:txBody>
      </p:sp>
      <p:sp>
        <p:nvSpPr>
          <p:cNvPr id="959494" name="AutoShape 6"/>
          <p:cNvSpPr/>
          <p:nvPr/>
        </p:nvSpPr>
        <p:spPr>
          <a:xfrm>
            <a:off x="3748088" y="1773238"/>
            <a:ext cx="685800" cy="381000"/>
          </a:xfrm>
          <a:prstGeom prst="leftRightArrow">
            <a:avLst>
              <a:gd name="adj1" fmla="val 50000"/>
              <a:gd name="adj2" fmla="val 36000"/>
            </a:avLst>
          </a:prstGeom>
          <a:solidFill>
            <a:schemeClr val="accent1"/>
          </a:solidFill>
          <a:ln w="9525" cap="flat" cmpd="sng">
            <a:solidFill>
              <a:schemeClr val="tx1"/>
            </a:solidFill>
            <a:prstDash val="solid"/>
            <a:miter/>
            <a:headEnd type="none" w="lg"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aphicFrame>
        <p:nvGraphicFramePr>
          <p:cNvPr id="959495" name="Object 7"/>
          <p:cNvGraphicFramePr>
            <a:graphicFrameLocks noChangeAspect="1"/>
          </p:cNvGraphicFramePr>
          <p:nvPr/>
        </p:nvGraphicFramePr>
        <p:xfrm>
          <a:off x="4756150" y="1557338"/>
          <a:ext cx="1831975" cy="792162"/>
        </p:xfrm>
        <a:graphic>
          <a:graphicData uri="http://schemas.openxmlformats.org/presentationml/2006/ole">
            <mc:AlternateContent xmlns:mc="http://schemas.openxmlformats.org/markup-compatibility/2006">
              <mc:Choice xmlns:v="urn:schemas-microsoft-com:vml" Requires="v">
                <p:oleObj spid="_x0000_s3151" name="" r:id="rId1" imgW="723900" imgH="317500" progId="Equation.3">
                  <p:embed/>
                </p:oleObj>
              </mc:Choice>
              <mc:Fallback>
                <p:oleObj name="" r:id="rId1" imgW="723900" imgH="317500" progId="Equation.3">
                  <p:embed/>
                  <p:pic>
                    <p:nvPicPr>
                      <p:cNvPr id="0" name="图片 3150"/>
                      <p:cNvPicPr/>
                      <p:nvPr/>
                    </p:nvPicPr>
                    <p:blipFill>
                      <a:blip r:embed="rId2"/>
                      <a:stretch>
                        <a:fillRect/>
                      </a:stretch>
                    </p:blipFill>
                    <p:spPr>
                      <a:xfrm>
                        <a:off x="4756150" y="1557338"/>
                        <a:ext cx="1831975" cy="792162"/>
                      </a:xfrm>
                      <a:prstGeom prst="rect">
                        <a:avLst/>
                      </a:prstGeom>
                      <a:noFill/>
                      <a:ln w="38100">
                        <a:noFill/>
                        <a:miter/>
                      </a:ln>
                    </p:spPr>
                  </p:pic>
                </p:oleObj>
              </mc:Fallback>
            </mc:AlternateContent>
          </a:graphicData>
        </a:graphic>
      </p:graphicFrame>
      <p:sp>
        <p:nvSpPr>
          <p:cNvPr id="959496" name="Text Box 8"/>
          <p:cNvSpPr txBox="1"/>
          <p:nvPr/>
        </p:nvSpPr>
        <p:spPr>
          <a:xfrm>
            <a:off x="585788" y="3667125"/>
            <a:ext cx="350520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u</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t</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U</a:t>
            </a:r>
            <a:r>
              <a:rPr lang="en-US" altLang="zh-CN" sz="2800" b="1" i="1" baseline="-25000" dirty="0">
                <a:latin typeface="Times New Roman" panose="02020603050405020304" pitchFamily="18" charset="0"/>
                <a:ea typeface="华文中宋" panose="02010600040101010101" pitchFamily="2" charset="-122"/>
              </a:rPr>
              <a:t>m</a:t>
            </a:r>
            <a:r>
              <a:rPr lang="en-US" altLang="zh-CN" sz="2800" b="1" dirty="0">
                <a:latin typeface="Times New Roman" panose="02020603050405020304" pitchFamily="18" charset="0"/>
                <a:ea typeface="华文中宋" panose="02010600040101010101" pitchFamily="2" charset="-122"/>
              </a:rPr>
              <a:t>sin(</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b="1" i="1" dirty="0">
                <a:latin typeface="Times New Roman" panose="02020603050405020304" pitchFamily="18" charset="0"/>
                <a:ea typeface="华文中宋" panose="02010600040101010101" pitchFamily="2" charset="-122"/>
              </a:rPr>
              <a:t>t</a:t>
            </a:r>
            <a:r>
              <a:rPr lang="en-US" altLang="zh-CN"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sym typeface="Symbol" panose="05050102010706020507" pitchFamily="18" charset="2"/>
              </a:rPr>
              <a:t>)</a:t>
            </a:r>
            <a:endParaRPr lang="en-US" altLang="zh-CN" sz="2800" b="1" dirty="0">
              <a:latin typeface="Times New Roman" panose="02020603050405020304" pitchFamily="18" charset="0"/>
              <a:ea typeface="华文中宋" panose="02010600040101010101" pitchFamily="2" charset="-122"/>
              <a:sym typeface="Symbol" panose="05050102010706020507" pitchFamily="18" charset="2"/>
            </a:endParaRPr>
          </a:p>
        </p:txBody>
      </p:sp>
      <p:graphicFrame>
        <p:nvGraphicFramePr>
          <p:cNvPr id="959497" name="Object 9"/>
          <p:cNvGraphicFramePr>
            <a:graphicFrameLocks noChangeAspect="1"/>
          </p:cNvGraphicFramePr>
          <p:nvPr/>
        </p:nvGraphicFramePr>
        <p:xfrm>
          <a:off x="2066925" y="4292600"/>
          <a:ext cx="3992563" cy="936625"/>
        </p:xfrm>
        <a:graphic>
          <a:graphicData uri="http://schemas.openxmlformats.org/presentationml/2006/ole">
            <mc:AlternateContent xmlns:mc="http://schemas.openxmlformats.org/markup-compatibility/2006">
              <mc:Choice xmlns:v="urn:schemas-microsoft-com:vml" Requires="v">
                <p:oleObj spid="_x0000_s3154" name="" r:id="rId3" imgW="1917065" imgH="406400" progId="Equation.3">
                  <p:embed/>
                </p:oleObj>
              </mc:Choice>
              <mc:Fallback>
                <p:oleObj name="" r:id="rId3" imgW="1917065" imgH="406400" progId="Equation.3">
                  <p:embed/>
                  <p:pic>
                    <p:nvPicPr>
                      <p:cNvPr id="0" name="图片 3153"/>
                      <p:cNvPicPr/>
                      <p:nvPr/>
                    </p:nvPicPr>
                    <p:blipFill>
                      <a:blip r:embed="rId4"/>
                      <a:stretch>
                        <a:fillRect/>
                      </a:stretch>
                    </p:blipFill>
                    <p:spPr>
                      <a:xfrm>
                        <a:off x="2066925" y="4292600"/>
                        <a:ext cx="3992563" cy="936625"/>
                      </a:xfrm>
                      <a:prstGeom prst="rect">
                        <a:avLst/>
                      </a:prstGeom>
                      <a:noFill/>
                      <a:ln w="38100">
                        <a:noFill/>
                        <a:miter/>
                      </a:ln>
                    </p:spPr>
                  </p:pic>
                </p:oleObj>
              </mc:Fallback>
            </mc:AlternateContent>
          </a:graphicData>
        </a:graphic>
      </p:graphicFrame>
      <p:sp>
        <p:nvSpPr>
          <p:cNvPr id="959498" name="Text Box 10"/>
          <p:cNvSpPr txBox="1"/>
          <p:nvPr/>
        </p:nvSpPr>
        <p:spPr>
          <a:xfrm>
            <a:off x="376238" y="5257800"/>
            <a:ext cx="2971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du</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dt</a:t>
            </a:r>
            <a:r>
              <a:rPr lang="zh-CN" altLang="en-US" sz="2400" b="1" dirty="0">
                <a:latin typeface="Times New Roman" panose="02020603050405020304" pitchFamily="18" charset="0"/>
                <a:ea typeface="华文中宋" panose="02010600040101010101" pitchFamily="2" charset="-122"/>
              </a:rPr>
              <a:t>的相量为</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959499" name="Object 11"/>
          <p:cNvGraphicFramePr>
            <a:graphicFrameLocks noChangeAspect="1"/>
          </p:cNvGraphicFramePr>
          <p:nvPr/>
        </p:nvGraphicFramePr>
        <p:xfrm>
          <a:off x="971550" y="5715000"/>
          <a:ext cx="6553200" cy="781050"/>
        </p:xfrm>
        <a:graphic>
          <a:graphicData uri="http://schemas.openxmlformats.org/presentationml/2006/ole">
            <mc:AlternateContent xmlns:mc="http://schemas.openxmlformats.org/markup-compatibility/2006">
              <mc:Choice xmlns:v="urn:schemas-microsoft-com:vml" Requires="v">
                <p:oleObj spid="_x0000_s3150" name="" r:id="rId5" imgW="2933700" imgH="317500" progId="Equation.3">
                  <p:embed/>
                </p:oleObj>
              </mc:Choice>
              <mc:Fallback>
                <p:oleObj name="" r:id="rId5" imgW="2933700" imgH="317500" progId="Equation.3">
                  <p:embed/>
                  <p:pic>
                    <p:nvPicPr>
                      <p:cNvPr id="0" name="图片 3149"/>
                      <p:cNvPicPr/>
                      <p:nvPr/>
                    </p:nvPicPr>
                    <p:blipFill>
                      <a:blip r:embed="rId6"/>
                      <a:stretch>
                        <a:fillRect/>
                      </a:stretch>
                    </p:blipFill>
                    <p:spPr>
                      <a:xfrm>
                        <a:off x="971550" y="5715000"/>
                        <a:ext cx="6553200" cy="781050"/>
                      </a:xfrm>
                      <a:prstGeom prst="rect">
                        <a:avLst/>
                      </a:prstGeom>
                      <a:noFill/>
                      <a:ln w="38100">
                        <a:noFill/>
                        <a:miter/>
                      </a:ln>
                    </p:spPr>
                  </p:pic>
                </p:oleObj>
              </mc:Fallback>
            </mc:AlternateContent>
          </a:graphicData>
        </a:graphic>
      </p:graphicFrame>
      <p:graphicFrame>
        <p:nvGraphicFramePr>
          <p:cNvPr id="959500" name="Object 12"/>
          <p:cNvGraphicFramePr>
            <a:graphicFrameLocks noChangeAspect="1"/>
          </p:cNvGraphicFramePr>
          <p:nvPr/>
        </p:nvGraphicFramePr>
        <p:xfrm>
          <a:off x="3892550" y="3548063"/>
          <a:ext cx="2870200" cy="720725"/>
        </p:xfrm>
        <a:graphic>
          <a:graphicData uri="http://schemas.openxmlformats.org/presentationml/2006/ole">
            <mc:AlternateContent xmlns:mc="http://schemas.openxmlformats.org/markup-compatibility/2006">
              <mc:Choice xmlns:v="urn:schemas-microsoft-com:vml" Requires="v">
                <p:oleObj spid="_x0000_s3155" name="" r:id="rId7" imgW="1332865" imgH="317500" progId="Equation.3">
                  <p:embed/>
                </p:oleObj>
              </mc:Choice>
              <mc:Fallback>
                <p:oleObj name="" r:id="rId7" imgW="1332865" imgH="317500" progId="Equation.3">
                  <p:embed/>
                  <p:pic>
                    <p:nvPicPr>
                      <p:cNvPr id="0" name="图片 3154"/>
                      <p:cNvPicPr/>
                      <p:nvPr/>
                    </p:nvPicPr>
                    <p:blipFill>
                      <a:blip r:embed="rId8"/>
                      <a:stretch>
                        <a:fillRect/>
                      </a:stretch>
                    </p:blipFill>
                    <p:spPr>
                      <a:xfrm>
                        <a:off x="3892550" y="3548063"/>
                        <a:ext cx="2870200" cy="7207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59490"/>
                                        </p:tgtEl>
                                        <p:attrNameLst>
                                          <p:attrName>style.visibility</p:attrName>
                                        </p:attrNameLst>
                                      </p:cBhvr>
                                      <p:to>
                                        <p:strVal val="visible"/>
                                      </p:to>
                                    </p:set>
                                    <p:animEffect transition="in" filter="blinds(horizontal)">
                                      <p:cBhvr>
                                        <p:cTn id="7" dur="500"/>
                                        <p:tgtEl>
                                          <p:spTgt spid="9594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9492"/>
                                        </p:tgtEl>
                                        <p:attrNameLst>
                                          <p:attrName>style.visibility</p:attrName>
                                        </p:attrNameLst>
                                      </p:cBhvr>
                                      <p:to>
                                        <p:strVal val="visible"/>
                                      </p:to>
                                    </p:set>
                                    <p:animEffect transition="in" filter="wipe(left)">
                                      <p:cBhvr>
                                        <p:cTn id="12" dur="500"/>
                                        <p:tgtEl>
                                          <p:spTgt spid="9594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9493"/>
                                        </p:tgtEl>
                                        <p:attrNameLst>
                                          <p:attrName>style.visibility</p:attrName>
                                        </p:attrNameLst>
                                      </p:cBhvr>
                                      <p:to>
                                        <p:strVal val="visible"/>
                                      </p:to>
                                    </p:set>
                                    <p:animEffect transition="in" filter="wipe(left)">
                                      <p:cBhvr>
                                        <p:cTn id="17" dur="500"/>
                                        <p:tgtEl>
                                          <p:spTgt spid="9594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9494"/>
                                        </p:tgtEl>
                                        <p:attrNameLst>
                                          <p:attrName>style.visibility</p:attrName>
                                        </p:attrNameLst>
                                      </p:cBhvr>
                                      <p:to>
                                        <p:strVal val="visible"/>
                                      </p:to>
                                    </p:set>
                                    <p:animEffect transition="in" filter="wipe(left)">
                                      <p:cBhvr>
                                        <p:cTn id="22" dur="500"/>
                                        <p:tgtEl>
                                          <p:spTgt spid="95949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959495"/>
                                        </p:tgtEl>
                                        <p:attrNameLst>
                                          <p:attrName>style.visibility</p:attrName>
                                        </p:attrNameLst>
                                      </p:cBhvr>
                                      <p:to>
                                        <p:strVal val="visible"/>
                                      </p:to>
                                    </p:set>
                                    <p:animEffect transition="in" filter="wipe(left)">
                                      <p:cBhvr>
                                        <p:cTn id="26" dur="500"/>
                                        <p:tgtEl>
                                          <p:spTgt spid="95949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59491"/>
                                        </p:tgtEl>
                                        <p:attrNameLst>
                                          <p:attrName>style.visibility</p:attrName>
                                        </p:attrNameLst>
                                      </p:cBhvr>
                                      <p:to>
                                        <p:strVal val="visible"/>
                                      </p:to>
                                    </p:set>
                                    <p:animEffect transition="in" filter="blinds(horizontal)">
                                      <p:cBhvr>
                                        <p:cTn id="31" dur="500"/>
                                        <p:tgtEl>
                                          <p:spTgt spid="95949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59496"/>
                                        </p:tgtEl>
                                        <p:attrNameLst>
                                          <p:attrName>style.visibility</p:attrName>
                                        </p:attrNameLst>
                                      </p:cBhvr>
                                      <p:to>
                                        <p:strVal val="visible"/>
                                      </p:to>
                                    </p:set>
                                    <p:animEffect transition="in" filter="wipe(left)">
                                      <p:cBhvr>
                                        <p:cTn id="36" dur="500"/>
                                        <p:tgtEl>
                                          <p:spTgt spid="95949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59497"/>
                                        </p:tgtEl>
                                        <p:attrNameLst>
                                          <p:attrName>style.visibility</p:attrName>
                                        </p:attrNameLst>
                                      </p:cBhvr>
                                      <p:to>
                                        <p:strVal val="visible"/>
                                      </p:to>
                                    </p:set>
                                    <p:animEffect transition="in" filter="wipe(left)">
                                      <p:cBhvr>
                                        <p:cTn id="41" dur="500"/>
                                        <p:tgtEl>
                                          <p:spTgt spid="95949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59500"/>
                                        </p:tgtEl>
                                        <p:attrNameLst>
                                          <p:attrName>style.visibility</p:attrName>
                                        </p:attrNameLst>
                                      </p:cBhvr>
                                      <p:to>
                                        <p:strVal val="visible"/>
                                      </p:to>
                                    </p:set>
                                    <p:animEffect transition="in" filter="wipe(left)">
                                      <p:cBhvr>
                                        <p:cTn id="46" dur="500"/>
                                        <p:tgtEl>
                                          <p:spTgt spid="95950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59498"/>
                                        </p:tgtEl>
                                        <p:attrNameLst>
                                          <p:attrName>style.visibility</p:attrName>
                                        </p:attrNameLst>
                                      </p:cBhvr>
                                      <p:to>
                                        <p:strVal val="visible"/>
                                      </p:to>
                                    </p:set>
                                    <p:animEffect transition="in" filter="wipe(left)">
                                      <p:cBhvr>
                                        <p:cTn id="51" dur="500"/>
                                        <p:tgtEl>
                                          <p:spTgt spid="959498"/>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959499"/>
                                        </p:tgtEl>
                                        <p:attrNameLst>
                                          <p:attrName>style.visibility</p:attrName>
                                        </p:attrNameLst>
                                      </p:cBhvr>
                                      <p:to>
                                        <p:strVal val="visible"/>
                                      </p:to>
                                    </p:set>
                                    <p:animEffect transition="in" filter="wipe(left)">
                                      <p:cBhvr>
                                        <p:cTn id="55" dur="500"/>
                                        <p:tgtEl>
                                          <p:spTgt spid="959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0" grpId="0"/>
      <p:bldP spid="959491" grpId="0"/>
      <p:bldP spid="959492" grpId="0"/>
      <p:bldP spid="959493" grpId="0"/>
      <p:bldP spid="959494" grpId="0" animBg="1"/>
      <p:bldP spid="959496" grpId="0"/>
      <p:bldP spid="95949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9747" name="Rectangle 3"/>
          <p:cNvSpPr/>
          <p:nvPr/>
        </p:nvSpPr>
        <p:spPr>
          <a:xfrm>
            <a:off x="179388" y="327025"/>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solidFill>
                  <a:srgbClr val="7030A0"/>
                </a:solidFill>
                <a:latin typeface="Times New Roman" panose="02020603050405020304" pitchFamily="18" charset="0"/>
                <a:ea typeface="华文中宋" panose="02010600040101010101" pitchFamily="2" charset="-122"/>
              </a:rPr>
              <a:t>3.2.4  </a:t>
            </a:r>
            <a:r>
              <a:rPr lang="zh-CN" altLang="en-US" sz="2800" b="1" dirty="0">
                <a:solidFill>
                  <a:srgbClr val="7030A0"/>
                </a:solidFill>
                <a:latin typeface="Times New Roman" panose="02020603050405020304" pitchFamily="18" charset="0"/>
                <a:ea typeface="华文中宋" panose="02010600040101010101" pitchFamily="2" charset="-122"/>
              </a:rPr>
              <a:t>基尔霍夫定律的相量形式</a:t>
            </a:r>
            <a:endParaRPr lang="zh-CN" altLang="en-US" sz="2800" b="1" dirty="0">
              <a:solidFill>
                <a:srgbClr val="7030A0"/>
              </a:solidFill>
              <a:latin typeface="Times New Roman" panose="02020603050405020304" pitchFamily="18" charset="0"/>
              <a:ea typeface="华文中宋" panose="02010600040101010101" pitchFamily="2" charset="-122"/>
            </a:endParaRPr>
          </a:p>
        </p:txBody>
      </p:sp>
      <p:sp>
        <p:nvSpPr>
          <p:cNvPr id="34820" name="Text Box 4"/>
          <p:cNvSpPr txBox="1"/>
          <p:nvPr/>
        </p:nvSpPr>
        <p:spPr>
          <a:xfrm>
            <a:off x="685800" y="1724025"/>
            <a:ext cx="74676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华文中宋" panose="02010600040101010101" pitchFamily="2" charset="-122"/>
              </a:rPr>
              <a:t>     </a:t>
            </a:r>
            <a:endParaRPr lang="en-US" altLang="zh-CN" sz="2400" dirty="0">
              <a:latin typeface="Times New Roman" panose="02020603050405020304" pitchFamily="18" charset="0"/>
              <a:ea typeface="华文中宋" panose="02010600040101010101" pitchFamily="2" charset="-122"/>
            </a:endParaRPr>
          </a:p>
        </p:txBody>
      </p:sp>
      <p:sp>
        <p:nvSpPr>
          <p:cNvPr id="799749" name="Text Box 5"/>
          <p:cNvSpPr txBox="1"/>
          <p:nvPr/>
        </p:nvSpPr>
        <p:spPr>
          <a:xfrm>
            <a:off x="533400" y="1125538"/>
            <a:ext cx="8215313" cy="1477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基尔霍夫定律不仅适用于直流电路，对于随时间变化的电压与电流，在任何瞬间都是适用的。基尔霍夫电流定律和基尔霍夫电压定律的一般形式为</a:t>
            </a:r>
            <a:endParaRPr lang="zh-CN" altLang="en-US" sz="2400" b="1" dirty="0">
              <a:latin typeface="Times New Roman" panose="02020603050405020304" pitchFamily="18" charset="0"/>
              <a:ea typeface="华文中宋" panose="02010600040101010101" pitchFamily="2" charset="-122"/>
            </a:endParaRPr>
          </a:p>
        </p:txBody>
      </p:sp>
      <p:sp>
        <p:nvSpPr>
          <p:cNvPr id="799750" name="Text Box 6"/>
          <p:cNvSpPr txBox="1">
            <a:spLocks noChangeArrowheads="1"/>
          </p:cNvSpPr>
          <p:nvPr/>
        </p:nvSpPr>
        <p:spPr bwMode="auto">
          <a:xfrm>
            <a:off x="611188" y="4221163"/>
            <a:ext cx="80645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50000"/>
              </a:spcBef>
              <a:spcAft>
                <a:spcPct val="0"/>
              </a:spcAft>
              <a:buClrTx/>
              <a:buSzTx/>
              <a:buFontTx/>
              <a:buNone/>
              <a:defRPr/>
            </a:pPr>
            <a:r>
              <a:rPr kumimoji="0" lang="zh-CN" altLang="en-US" sz="2400" b="1" i="0" u="none" strike="noStrike" kern="1200" cap="none" spc="0" normalizeH="0" baseline="0" noProof="0" dirty="0" smtClean="0">
                <a:ln>
                  <a:noFill/>
                </a:ln>
                <a:solidFill>
                  <a:schemeClr val="tx2"/>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在正弦交流电路中，各个电压与电流都是</a:t>
            </a:r>
            <a:r>
              <a:rPr kumimoji="0" lang="zh-CN" altLang="en-US" sz="2400" b="1" i="0" u="none" strike="noStrike" kern="1200" cap="none" spc="0" normalizeH="0" baseline="0" noProof="0" dirty="0" smtClean="0">
                <a:ln>
                  <a:noFill/>
                </a:ln>
                <a:solidFill>
                  <a:schemeClr val="accent4"/>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同频率的正弦量</a:t>
            </a:r>
            <a:r>
              <a:rPr kumimoji="0" lang="zh-CN" altLang="en-US" sz="2400" b="1" i="0" u="none" strike="noStrike" kern="1200" cap="none" spc="0" normalizeH="0" baseline="0" noProof="0" dirty="0" smtClean="0">
                <a:ln>
                  <a:noFill/>
                </a:ln>
                <a:solidFill>
                  <a:schemeClr val="tx2"/>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，基尔霍夫定律可以用相量形式来表示。</a:t>
            </a:r>
            <a:endParaRPr kumimoji="0" lang="zh-CN" altLang="en-US" sz="2400" b="1" i="0" u="none" strike="noStrike" kern="1200" cap="none" spc="0" normalizeH="0" baseline="0" noProof="0" dirty="0" smtClean="0">
              <a:ln>
                <a:noFill/>
              </a:ln>
              <a:solidFill>
                <a:schemeClr val="tx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799751" name="Object 7"/>
          <p:cNvGraphicFramePr>
            <a:graphicFrameLocks noChangeAspect="1"/>
          </p:cNvGraphicFramePr>
          <p:nvPr/>
        </p:nvGraphicFramePr>
        <p:xfrm>
          <a:off x="3059113" y="5310188"/>
          <a:ext cx="3330575" cy="1042987"/>
        </p:xfrm>
        <a:graphic>
          <a:graphicData uri="http://schemas.openxmlformats.org/presentationml/2006/ole">
            <mc:AlternateContent xmlns:mc="http://schemas.openxmlformats.org/markup-compatibility/2006">
              <mc:Choice xmlns:v="urn:schemas-microsoft-com:vml" Requires="v">
                <p:oleObj spid="_x0000_s3149" name="" r:id="rId1" imgW="2082800" imgH="520700" progId="Equation.3">
                  <p:embed/>
                </p:oleObj>
              </mc:Choice>
              <mc:Fallback>
                <p:oleObj name="" r:id="rId1" imgW="2082800" imgH="520700" progId="Equation.3">
                  <p:embed/>
                  <p:pic>
                    <p:nvPicPr>
                      <p:cNvPr id="0" name="图片 3148"/>
                      <p:cNvPicPr/>
                      <p:nvPr/>
                    </p:nvPicPr>
                    <p:blipFill>
                      <a:blip r:embed="rId2">
                        <a:clrChange>
                          <a:clrFrom>
                            <a:srgbClr val="000000"/>
                          </a:clrFrom>
                          <a:clrTo>
                            <a:srgbClr val="FF0000"/>
                          </a:clrTo>
                        </a:clrChange>
                      </a:blip>
                      <a:stretch>
                        <a:fillRect/>
                      </a:stretch>
                    </p:blipFill>
                    <p:spPr>
                      <a:xfrm>
                        <a:off x="3059113" y="5310188"/>
                        <a:ext cx="3330575" cy="1042987"/>
                      </a:xfrm>
                      <a:prstGeom prst="rect">
                        <a:avLst/>
                      </a:prstGeom>
                      <a:noFill/>
                      <a:ln w="38100">
                        <a:noFill/>
                        <a:miter/>
                      </a:ln>
                    </p:spPr>
                  </p:pic>
                </p:oleObj>
              </mc:Fallback>
            </mc:AlternateContent>
          </a:graphicData>
        </a:graphic>
      </p:graphicFrame>
      <p:graphicFrame>
        <p:nvGraphicFramePr>
          <p:cNvPr id="799752" name="Object 8"/>
          <p:cNvGraphicFramePr>
            <a:graphicFrameLocks noChangeAspect="1"/>
          </p:cNvGraphicFramePr>
          <p:nvPr/>
        </p:nvGraphicFramePr>
        <p:xfrm>
          <a:off x="3203575" y="2868613"/>
          <a:ext cx="2232025" cy="1101725"/>
        </p:xfrm>
        <a:graphic>
          <a:graphicData uri="http://schemas.openxmlformats.org/presentationml/2006/ole">
            <mc:AlternateContent xmlns:mc="http://schemas.openxmlformats.org/markup-compatibility/2006">
              <mc:Choice xmlns:v="urn:schemas-microsoft-com:vml" Requires="v">
                <p:oleObj spid="_x0000_s3158" name="" r:id="rId3" imgW="711200" imgH="508000" progId="Equation.3">
                  <p:embed/>
                </p:oleObj>
              </mc:Choice>
              <mc:Fallback>
                <p:oleObj name="" r:id="rId3" imgW="711200" imgH="508000" progId="Equation.3">
                  <p:embed/>
                  <p:pic>
                    <p:nvPicPr>
                      <p:cNvPr id="0" name="图片 3157"/>
                      <p:cNvPicPr/>
                      <p:nvPr/>
                    </p:nvPicPr>
                    <p:blipFill>
                      <a:blip r:embed="rId4"/>
                      <a:stretch>
                        <a:fillRect/>
                      </a:stretch>
                    </p:blipFill>
                    <p:spPr>
                      <a:xfrm>
                        <a:off x="3203575" y="2868613"/>
                        <a:ext cx="2232025" cy="11017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9747"/>
                                        </p:tgtEl>
                                        <p:attrNameLst>
                                          <p:attrName>style.visibility</p:attrName>
                                        </p:attrNameLst>
                                      </p:cBhvr>
                                      <p:to>
                                        <p:strVal val="visible"/>
                                      </p:to>
                                    </p:set>
                                    <p:animEffect transition="in" filter="wipe(left)">
                                      <p:cBhvr>
                                        <p:cTn id="7" dur="500"/>
                                        <p:tgtEl>
                                          <p:spTgt spid="7997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99749"/>
                                        </p:tgtEl>
                                        <p:attrNameLst>
                                          <p:attrName>style.visibility</p:attrName>
                                        </p:attrNameLst>
                                      </p:cBhvr>
                                      <p:to>
                                        <p:strVal val="visible"/>
                                      </p:to>
                                    </p:set>
                                    <p:animEffect transition="in" filter="blinds(horizontal)">
                                      <p:cBhvr>
                                        <p:cTn id="12" dur="500"/>
                                        <p:tgtEl>
                                          <p:spTgt spid="799749"/>
                                        </p:tgtEl>
                                      </p:cBhvr>
                                    </p:animEffect>
                                  </p:child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799752"/>
                                        </p:tgtEl>
                                        <p:attrNameLst>
                                          <p:attrName>style.visibility</p:attrName>
                                        </p:attrNameLst>
                                      </p:cBhvr>
                                      <p:to>
                                        <p:strVal val="visible"/>
                                      </p:to>
                                    </p:set>
                                    <p:animEffect transition="in" filter="box(in)">
                                      <p:cBhvr>
                                        <p:cTn id="16" dur="500"/>
                                        <p:tgtEl>
                                          <p:spTgt spid="799752"/>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799750"/>
                                        </p:tgtEl>
                                        <p:attrNameLst>
                                          <p:attrName>style.visibility</p:attrName>
                                        </p:attrNameLst>
                                      </p:cBhvr>
                                      <p:to>
                                        <p:strVal val="visible"/>
                                      </p:to>
                                    </p:set>
                                    <p:animEffect transition="in" filter="strips(downRight)">
                                      <p:cBhvr>
                                        <p:cTn id="21" dur="500"/>
                                        <p:tgtEl>
                                          <p:spTgt spid="799750"/>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799751"/>
                                        </p:tgtEl>
                                        <p:attrNameLst>
                                          <p:attrName>style.visibility</p:attrName>
                                        </p:attrNameLst>
                                      </p:cBhvr>
                                      <p:to>
                                        <p:strVal val="visible"/>
                                      </p:to>
                                    </p:set>
                                    <p:animEffect transition="in" filter="blinds(horizontal)">
                                      <p:cBhvr>
                                        <p:cTn id="25" dur="500"/>
                                        <p:tgtEl>
                                          <p:spTgt spid="799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7" grpId="0"/>
      <p:bldP spid="799749" grpId="0"/>
      <p:bldP spid="7997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8723" name="Text Box 3"/>
          <p:cNvSpPr txBox="1"/>
          <p:nvPr/>
        </p:nvSpPr>
        <p:spPr>
          <a:xfrm>
            <a:off x="539750" y="549275"/>
            <a:ext cx="4572000" cy="534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solidFill>
                  <a:srgbClr val="006600"/>
                </a:solidFill>
                <a:latin typeface="Times New Roman" panose="02020603050405020304" pitchFamily="18" charset="0"/>
                <a:ea typeface="华文中宋" panose="02010600040101010101" pitchFamily="2" charset="-122"/>
              </a:rPr>
              <a:t>[</a:t>
            </a:r>
            <a:r>
              <a:rPr lang="zh-CN" altLang="en-US" sz="2400" b="1" dirty="0">
                <a:solidFill>
                  <a:srgbClr val="006600"/>
                </a:solidFill>
                <a:latin typeface="Times New Roman" panose="02020603050405020304" pitchFamily="18" charset="0"/>
                <a:ea typeface="华文中宋" panose="02010600040101010101" pitchFamily="2" charset="-122"/>
              </a:rPr>
              <a:t>例</a:t>
            </a:r>
            <a:r>
              <a:rPr lang="en-US" altLang="zh-CN" sz="2400" b="1" dirty="0">
                <a:solidFill>
                  <a:srgbClr val="006600"/>
                </a:solidFill>
                <a:latin typeface="Times New Roman" panose="02020603050405020304" pitchFamily="18" charset="0"/>
                <a:ea typeface="华文中宋" panose="02010600040101010101" pitchFamily="2" charset="-122"/>
              </a:rPr>
              <a:t>]</a:t>
            </a:r>
            <a:r>
              <a:rPr lang="en-US" altLang="zh-CN" sz="2400" b="1" dirty="0">
                <a:solidFill>
                  <a:schemeClr val="accent2"/>
                </a:solidFill>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电路如图</a:t>
            </a:r>
            <a:r>
              <a:rPr lang="en-US" altLang="zh-CN" sz="2400" b="1" dirty="0">
                <a:latin typeface="Times New Roman" panose="02020603050405020304" pitchFamily="18" charset="0"/>
                <a:ea typeface="华文中宋" panose="02010600040101010101" pitchFamily="2" charset="-122"/>
              </a:rPr>
              <a:t>(a)</a:t>
            </a:r>
            <a:r>
              <a:rPr lang="zh-CN" altLang="en-US" sz="2400" b="1" dirty="0">
                <a:latin typeface="Times New Roman" panose="02020603050405020304" pitchFamily="18" charset="0"/>
                <a:ea typeface="华文中宋" panose="02010600040101010101" pitchFamily="2" charset="-122"/>
              </a:rPr>
              <a:t>所示</a:t>
            </a:r>
            <a:r>
              <a:rPr lang="en-US" altLang="zh-CN" sz="2400" b="1" dirty="0">
                <a:latin typeface="Times New Roman" panose="02020603050405020304" pitchFamily="18" charset="0"/>
                <a:ea typeface="华文中宋" panose="02010600040101010101" pitchFamily="2" charset="-122"/>
              </a:rPr>
              <a:t>,</a:t>
            </a:r>
            <a:r>
              <a:rPr lang="zh-CN" altLang="en-US" sz="2400" b="1" dirty="0">
                <a:latin typeface="Times New Roman" panose="02020603050405020304" pitchFamily="18" charset="0"/>
                <a:ea typeface="华文中宋" panose="02010600040101010101" pitchFamily="2" charset="-122"/>
              </a:rPr>
              <a:t>已知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8724" name="Object 4"/>
          <p:cNvGraphicFramePr>
            <a:graphicFrameLocks noChangeAspect="1"/>
          </p:cNvGraphicFramePr>
          <p:nvPr/>
        </p:nvGraphicFramePr>
        <p:xfrm>
          <a:off x="2833688" y="993775"/>
          <a:ext cx="4100512" cy="1066800"/>
        </p:xfrm>
        <a:graphic>
          <a:graphicData uri="http://schemas.openxmlformats.org/presentationml/2006/ole">
            <mc:AlternateContent xmlns:mc="http://schemas.openxmlformats.org/markup-compatibility/2006">
              <mc:Choice xmlns:v="urn:schemas-microsoft-com:vml" Requires="v">
                <p:oleObj spid="_x0000_s3157" name="" r:id="rId1" imgW="1803400" imgH="508000" progId="Equation.3">
                  <p:embed/>
                </p:oleObj>
              </mc:Choice>
              <mc:Fallback>
                <p:oleObj name="" r:id="rId1" imgW="1803400" imgH="508000" progId="Equation.3">
                  <p:embed/>
                  <p:pic>
                    <p:nvPicPr>
                      <p:cNvPr id="0" name="图片 3156"/>
                      <p:cNvPicPr/>
                      <p:nvPr/>
                    </p:nvPicPr>
                    <p:blipFill>
                      <a:blip r:embed="rId2"/>
                      <a:stretch>
                        <a:fillRect/>
                      </a:stretch>
                    </p:blipFill>
                    <p:spPr>
                      <a:xfrm>
                        <a:off x="2833688" y="993775"/>
                        <a:ext cx="4100512" cy="1066800"/>
                      </a:xfrm>
                      <a:prstGeom prst="rect">
                        <a:avLst/>
                      </a:prstGeom>
                      <a:noFill/>
                      <a:ln w="38100">
                        <a:noFill/>
                        <a:miter/>
                      </a:ln>
                    </p:spPr>
                  </p:pic>
                </p:oleObj>
              </mc:Fallback>
            </mc:AlternateContent>
          </a:graphicData>
        </a:graphic>
      </p:graphicFrame>
      <p:sp>
        <p:nvSpPr>
          <p:cNvPr id="798725" name="Text Box 5"/>
          <p:cNvSpPr txBox="1"/>
          <p:nvPr/>
        </p:nvSpPr>
        <p:spPr>
          <a:xfrm>
            <a:off x="609600" y="2035175"/>
            <a:ext cx="5181600" cy="534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试求电流 </a:t>
            </a:r>
            <a:r>
              <a:rPr lang="en-US" altLang="zh-CN" sz="2400" b="1" i="1" dirty="0">
                <a:latin typeface="Times New Roman" panose="02020603050405020304" pitchFamily="18" charset="0"/>
                <a:ea typeface="华文中宋" panose="02010600040101010101" pitchFamily="2" charset="-122"/>
              </a:rPr>
              <a:t>i</a:t>
            </a:r>
            <a:r>
              <a:rPr lang="en-US" altLang="zh-CN" sz="2400" b="1" dirty="0">
                <a:latin typeface="Times New Roman" panose="02020603050405020304" pitchFamily="18" charset="0"/>
                <a:ea typeface="华文中宋" panose="02010600040101010101" pitchFamily="2" charset="-122"/>
              </a:rPr>
              <a:t>(</a:t>
            </a:r>
            <a:r>
              <a:rPr lang="en-US" altLang="zh-CN" sz="2400" b="1" i="1" dirty="0">
                <a:latin typeface="Times New Roman" panose="02020603050405020304" pitchFamily="18" charset="0"/>
                <a:ea typeface="华文中宋" panose="02010600040101010101" pitchFamily="2" charset="-122"/>
              </a:rPr>
              <a:t>t</a:t>
            </a: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画出相量图。  </a:t>
            </a:r>
            <a:endParaRPr lang="zh-CN" altLang="en-US" sz="2400" b="1" dirty="0">
              <a:latin typeface="Times New Roman" panose="02020603050405020304" pitchFamily="18" charset="0"/>
              <a:ea typeface="华文中宋" panose="02010600040101010101" pitchFamily="2" charset="-122"/>
            </a:endParaRPr>
          </a:p>
        </p:txBody>
      </p:sp>
      <p:sp>
        <p:nvSpPr>
          <p:cNvPr id="798726" name="Text Box 6"/>
          <p:cNvSpPr txBox="1"/>
          <p:nvPr/>
        </p:nvSpPr>
        <p:spPr>
          <a:xfrm>
            <a:off x="533400" y="2428875"/>
            <a:ext cx="57150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1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解：</a:t>
            </a:r>
            <a:r>
              <a:rPr lang="zh-CN" altLang="en-US" sz="2400" b="1" dirty="0">
                <a:latin typeface="Times New Roman" panose="02020603050405020304" pitchFamily="18" charset="0"/>
                <a:ea typeface="华文中宋" panose="02010600040101010101" pitchFamily="2" charset="-122"/>
              </a:rPr>
              <a:t>将电流的瞬时值形式写成相量形式</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8727" name="Object 7"/>
          <p:cNvGraphicFramePr>
            <a:graphicFrameLocks noChangeAspect="1"/>
          </p:cNvGraphicFramePr>
          <p:nvPr/>
        </p:nvGraphicFramePr>
        <p:xfrm>
          <a:off x="2932113" y="3055938"/>
          <a:ext cx="2136775" cy="949325"/>
        </p:xfrm>
        <a:graphic>
          <a:graphicData uri="http://schemas.openxmlformats.org/presentationml/2006/ole">
            <mc:AlternateContent xmlns:mc="http://schemas.openxmlformats.org/markup-compatibility/2006">
              <mc:Choice xmlns:v="urn:schemas-microsoft-com:vml" Requires="v">
                <p:oleObj spid="_x0000_s3156" name="" r:id="rId3" imgW="1028065" imgH="482600" progId="Equation.3">
                  <p:embed/>
                </p:oleObj>
              </mc:Choice>
              <mc:Fallback>
                <p:oleObj name="" r:id="rId3" imgW="1028065" imgH="482600" progId="Equation.3">
                  <p:embed/>
                  <p:pic>
                    <p:nvPicPr>
                      <p:cNvPr id="0" name="图片 3155"/>
                      <p:cNvPicPr/>
                      <p:nvPr/>
                    </p:nvPicPr>
                    <p:blipFill>
                      <a:blip r:embed="rId4"/>
                      <a:stretch>
                        <a:fillRect/>
                      </a:stretch>
                    </p:blipFill>
                    <p:spPr>
                      <a:xfrm>
                        <a:off x="2932113" y="3055938"/>
                        <a:ext cx="2136775" cy="949325"/>
                      </a:xfrm>
                      <a:prstGeom prst="rect">
                        <a:avLst/>
                      </a:prstGeom>
                      <a:noFill/>
                      <a:ln w="38100">
                        <a:noFill/>
                        <a:miter/>
                      </a:ln>
                    </p:spPr>
                  </p:pic>
                </p:oleObj>
              </mc:Fallback>
            </mc:AlternateContent>
          </a:graphicData>
        </a:graphic>
      </p:graphicFrame>
      <p:sp>
        <p:nvSpPr>
          <p:cNvPr id="798728" name="Text Box 8"/>
          <p:cNvSpPr txBox="1"/>
          <p:nvPr/>
        </p:nvSpPr>
        <p:spPr>
          <a:xfrm>
            <a:off x="533400" y="3868738"/>
            <a:ext cx="685800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10000"/>
              </a:spcBef>
              <a:buClrTx/>
              <a:buSzTx/>
              <a:buFontTx/>
              <a:buNone/>
            </a:pPr>
            <a:r>
              <a:rPr lang="zh-CN" altLang="en-US" sz="2400" b="1" dirty="0">
                <a:latin typeface="Times New Roman" panose="02020603050405020304" pitchFamily="18" charset="0"/>
                <a:ea typeface="华文中宋" panose="02010600040101010101" pitchFamily="2" charset="-122"/>
              </a:rPr>
              <a:t>根据相量形式画出相量形式的电路图，见图（</a:t>
            </a:r>
            <a:r>
              <a:rPr lang="en-US" altLang="zh-CN" sz="2400" b="1" dirty="0">
                <a:latin typeface="Times New Roman" panose="02020603050405020304" pitchFamily="18" charset="0"/>
                <a:ea typeface="华文中宋" panose="02010600040101010101" pitchFamily="2" charset="-122"/>
              </a:rPr>
              <a:t>b)</a:t>
            </a:r>
            <a:endParaRPr lang="en-US" altLang="zh-CN" sz="2400" b="1" dirty="0">
              <a:latin typeface="Times New Roman" panose="02020603050405020304" pitchFamily="18" charset="0"/>
              <a:ea typeface="华文中宋" panose="02010600040101010101" pitchFamily="2" charset="-122"/>
            </a:endParaRPr>
          </a:p>
        </p:txBody>
      </p:sp>
      <p:grpSp>
        <p:nvGrpSpPr>
          <p:cNvPr id="2" name="Group 30"/>
          <p:cNvGrpSpPr/>
          <p:nvPr/>
        </p:nvGrpSpPr>
        <p:grpSpPr>
          <a:xfrm>
            <a:off x="5486400" y="4648200"/>
            <a:ext cx="2590800" cy="1981200"/>
            <a:chOff x="3456" y="2928"/>
            <a:chExt cx="1632" cy="1248"/>
          </a:xfrm>
        </p:grpSpPr>
        <p:grpSp>
          <p:nvGrpSpPr>
            <p:cNvPr id="35875" name="Group 31"/>
            <p:cNvGrpSpPr/>
            <p:nvPr/>
          </p:nvGrpSpPr>
          <p:grpSpPr>
            <a:xfrm>
              <a:off x="3456" y="2928"/>
              <a:ext cx="1588" cy="1248"/>
              <a:chOff x="3168" y="2928"/>
              <a:chExt cx="1588" cy="1248"/>
            </a:xfrm>
          </p:grpSpPr>
          <p:grpSp>
            <p:nvGrpSpPr>
              <p:cNvPr id="35878" name="Group 32"/>
              <p:cNvGrpSpPr/>
              <p:nvPr/>
            </p:nvGrpSpPr>
            <p:grpSpPr>
              <a:xfrm>
                <a:off x="3168" y="2928"/>
                <a:ext cx="1588" cy="946"/>
                <a:chOff x="2085" y="3625"/>
                <a:chExt cx="3971" cy="2365"/>
              </a:xfrm>
            </p:grpSpPr>
            <p:grpSp>
              <p:nvGrpSpPr>
                <p:cNvPr id="35884" name="Group 33"/>
                <p:cNvGrpSpPr/>
                <p:nvPr/>
              </p:nvGrpSpPr>
              <p:grpSpPr>
                <a:xfrm>
                  <a:off x="2085" y="3647"/>
                  <a:ext cx="3971" cy="2343"/>
                  <a:chOff x="2085" y="3647"/>
                  <a:chExt cx="3971" cy="2343"/>
                </a:xfrm>
              </p:grpSpPr>
              <p:sp>
                <p:nvSpPr>
                  <p:cNvPr id="35888" name="Line 34"/>
                  <p:cNvSpPr/>
                  <p:nvPr/>
                </p:nvSpPr>
                <p:spPr>
                  <a:xfrm>
                    <a:off x="2305" y="3647"/>
                    <a:ext cx="3520" cy="0"/>
                  </a:xfrm>
                  <a:prstGeom prst="line">
                    <a:avLst/>
                  </a:prstGeom>
                  <a:ln w="38100" cap="flat" cmpd="sng">
                    <a:solidFill>
                      <a:srgbClr val="000000"/>
                    </a:solidFill>
                    <a:prstDash val="solid"/>
                    <a:headEnd type="none" w="med" len="med"/>
                    <a:tailEnd type="none" w="med" len="med"/>
                  </a:ln>
                </p:spPr>
              </p:sp>
              <p:sp>
                <p:nvSpPr>
                  <p:cNvPr id="35889" name="Line 35"/>
                  <p:cNvSpPr/>
                  <p:nvPr/>
                </p:nvSpPr>
                <p:spPr>
                  <a:xfrm>
                    <a:off x="2316" y="5968"/>
                    <a:ext cx="3520" cy="0"/>
                  </a:xfrm>
                  <a:prstGeom prst="line">
                    <a:avLst/>
                  </a:prstGeom>
                  <a:ln w="38100" cap="flat" cmpd="sng">
                    <a:solidFill>
                      <a:srgbClr val="000000"/>
                    </a:solidFill>
                    <a:prstDash val="solid"/>
                    <a:headEnd type="none" w="med" len="med"/>
                    <a:tailEnd type="none" w="med" len="med"/>
                  </a:ln>
                </p:spPr>
              </p:sp>
              <p:sp>
                <p:nvSpPr>
                  <p:cNvPr id="35890" name="Line 36"/>
                  <p:cNvSpPr/>
                  <p:nvPr/>
                </p:nvSpPr>
                <p:spPr>
                  <a:xfrm>
                    <a:off x="2305" y="3647"/>
                    <a:ext cx="0" cy="2321"/>
                  </a:xfrm>
                  <a:prstGeom prst="line">
                    <a:avLst/>
                  </a:prstGeom>
                  <a:ln w="38100" cap="flat" cmpd="sng">
                    <a:solidFill>
                      <a:srgbClr val="000000"/>
                    </a:solidFill>
                    <a:prstDash val="solid"/>
                    <a:headEnd type="none" w="med" len="med"/>
                    <a:tailEnd type="none" w="med" len="med"/>
                  </a:ln>
                </p:spPr>
              </p:sp>
              <p:sp>
                <p:nvSpPr>
                  <p:cNvPr id="35891" name="Line 37"/>
                  <p:cNvSpPr/>
                  <p:nvPr/>
                </p:nvSpPr>
                <p:spPr>
                  <a:xfrm>
                    <a:off x="4131" y="3669"/>
                    <a:ext cx="0" cy="2321"/>
                  </a:xfrm>
                  <a:prstGeom prst="line">
                    <a:avLst/>
                  </a:prstGeom>
                  <a:ln w="38100" cap="flat" cmpd="sng">
                    <a:solidFill>
                      <a:srgbClr val="000000"/>
                    </a:solidFill>
                    <a:prstDash val="solid"/>
                    <a:headEnd type="none" w="med" len="med"/>
                    <a:tailEnd type="none" w="med" len="med"/>
                  </a:ln>
                </p:spPr>
              </p:sp>
              <p:sp>
                <p:nvSpPr>
                  <p:cNvPr id="35892" name="Line 38"/>
                  <p:cNvSpPr/>
                  <p:nvPr/>
                </p:nvSpPr>
                <p:spPr>
                  <a:xfrm>
                    <a:off x="5825" y="3647"/>
                    <a:ext cx="0" cy="2321"/>
                  </a:xfrm>
                  <a:prstGeom prst="line">
                    <a:avLst/>
                  </a:prstGeom>
                  <a:ln w="38100" cap="flat" cmpd="sng">
                    <a:solidFill>
                      <a:srgbClr val="000000"/>
                    </a:solidFill>
                    <a:prstDash val="solid"/>
                    <a:headEnd type="none" w="med" len="med"/>
                    <a:tailEnd type="none" w="med" len="med"/>
                  </a:ln>
                </p:spPr>
              </p:sp>
              <p:sp>
                <p:nvSpPr>
                  <p:cNvPr id="35893" name="Oval 39"/>
                  <p:cNvSpPr/>
                  <p:nvPr/>
                </p:nvSpPr>
                <p:spPr>
                  <a:xfrm>
                    <a:off x="2085" y="4549"/>
                    <a:ext cx="451" cy="42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5894" name="Line 40"/>
                  <p:cNvSpPr/>
                  <p:nvPr/>
                </p:nvSpPr>
                <p:spPr>
                  <a:xfrm>
                    <a:off x="2085" y="4769"/>
                    <a:ext cx="451" cy="0"/>
                  </a:xfrm>
                  <a:prstGeom prst="line">
                    <a:avLst/>
                  </a:prstGeom>
                  <a:ln w="38100" cap="flat" cmpd="sng">
                    <a:solidFill>
                      <a:srgbClr val="000000"/>
                    </a:solidFill>
                    <a:prstDash val="solid"/>
                    <a:headEnd type="none" w="med" len="med"/>
                    <a:tailEnd type="none" w="med" len="med"/>
                  </a:ln>
                </p:spPr>
              </p:sp>
              <p:sp>
                <p:nvSpPr>
                  <p:cNvPr id="35895" name="Line 41"/>
                  <p:cNvSpPr/>
                  <p:nvPr/>
                </p:nvSpPr>
                <p:spPr>
                  <a:xfrm>
                    <a:off x="2690" y="4406"/>
                    <a:ext cx="0" cy="649"/>
                  </a:xfrm>
                  <a:prstGeom prst="line">
                    <a:avLst/>
                  </a:prstGeom>
                  <a:ln w="38100" cap="flat" cmpd="sng">
                    <a:solidFill>
                      <a:srgbClr val="000000"/>
                    </a:solidFill>
                    <a:prstDash val="solid"/>
                    <a:headEnd type="stealth" w="med" len="lg"/>
                    <a:tailEnd type="none" w="med" len="med"/>
                  </a:ln>
                </p:spPr>
              </p:sp>
              <p:sp>
                <p:nvSpPr>
                  <p:cNvPr id="35896" name="Rectangle 42"/>
                  <p:cNvSpPr/>
                  <p:nvPr/>
                </p:nvSpPr>
                <p:spPr>
                  <a:xfrm>
                    <a:off x="3889" y="4516"/>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5897" name="Rectangle 43"/>
                  <p:cNvSpPr/>
                  <p:nvPr/>
                </p:nvSpPr>
                <p:spPr>
                  <a:xfrm>
                    <a:off x="5583" y="4527"/>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35885" name="Line 44"/>
                <p:cNvSpPr/>
                <p:nvPr/>
              </p:nvSpPr>
              <p:spPr>
                <a:xfrm>
                  <a:off x="4120" y="5187"/>
                  <a:ext cx="0" cy="385"/>
                </a:xfrm>
                <a:prstGeom prst="line">
                  <a:avLst/>
                </a:prstGeom>
                <a:ln w="38100" cap="flat" cmpd="sng">
                  <a:solidFill>
                    <a:srgbClr val="000000"/>
                  </a:solidFill>
                  <a:prstDash val="solid"/>
                  <a:headEnd type="none" w="med" len="med"/>
                  <a:tailEnd type="stealth" w="med" len="lg"/>
                </a:ln>
              </p:spPr>
            </p:sp>
            <p:sp>
              <p:nvSpPr>
                <p:cNvPr id="35886" name="Line 45"/>
                <p:cNvSpPr/>
                <p:nvPr/>
              </p:nvSpPr>
              <p:spPr>
                <a:xfrm>
                  <a:off x="5800" y="5220"/>
                  <a:ext cx="0" cy="352"/>
                </a:xfrm>
                <a:prstGeom prst="line">
                  <a:avLst/>
                </a:prstGeom>
                <a:ln w="38100" cap="flat" cmpd="sng">
                  <a:solidFill>
                    <a:srgbClr val="000000"/>
                  </a:solidFill>
                  <a:prstDash val="solid"/>
                  <a:headEnd type="none" w="med" len="med"/>
                  <a:tailEnd type="stealth" w="med" len="lg"/>
                </a:ln>
              </p:spPr>
            </p:sp>
            <p:sp>
              <p:nvSpPr>
                <p:cNvPr id="35887" name="Line 46"/>
                <p:cNvSpPr/>
                <p:nvPr/>
              </p:nvSpPr>
              <p:spPr>
                <a:xfrm>
                  <a:off x="2690" y="3625"/>
                  <a:ext cx="517" cy="0"/>
                </a:xfrm>
                <a:prstGeom prst="line">
                  <a:avLst/>
                </a:prstGeom>
                <a:ln w="38100" cap="flat" cmpd="sng">
                  <a:solidFill>
                    <a:srgbClr val="000000"/>
                  </a:solidFill>
                  <a:prstDash val="solid"/>
                  <a:headEnd type="none" w="med" len="med"/>
                  <a:tailEnd type="stealth" w="med" len="lg"/>
                </a:ln>
              </p:spPr>
            </p:sp>
          </p:grpSp>
          <p:sp>
            <p:nvSpPr>
              <p:cNvPr id="35879" name="Text Box 47"/>
              <p:cNvSpPr txBox="1"/>
              <p:nvPr/>
            </p:nvSpPr>
            <p:spPr>
              <a:xfrm>
                <a:off x="3744" y="388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400" b="1" baseline="-25000" dirty="0">
                  <a:latin typeface="Times New Roman" panose="02020603050405020304" pitchFamily="18" charset="0"/>
                  <a:ea typeface="华文中宋" panose="02010600040101010101" pitchFamily="2" charset="-122"/>
                </a:endParaRPr>
              </a:p>
            </p:txBody>
          </p:sp>
          <p:sp>
            <p:nvSpPr>
              <p:cNvPr id="35880" name="Text Box 48"/>
              <p:cNvSpPr txBox="1"/>
              <p:nvPr/>
            </p:nvSpPr>
            <p:spPr>
              <a:xfrm>
                <a:off x="3312"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35881" name="Text Box 49"/>
              <p:cNvSpPr txBox="1"/>
              <p:nvPr/>
            </p:nvSpPr>
            <p:spPr>
              <a:xfrm>
                <a:off x="3552" y="297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baseline="-25000" dirty="0">
                  <a:latin typeface="Times New Roman" panose="02020603050405020304" pitchFamily="18" charset="0"/>
                  <a:ea typeface="华文中宋" panose="02010600040101010101" pitchFamily="2" charset="-122"/>
                </a:endParaRPr>
              </a:p>
            </p:txBody>
          </p:sp>
          <p:sp>
            <p:nvSpPr>
              <p:cNvPr id="35882" name="Text Box 50"/>
              <p:cNvSpPr txBox="1"/>
              <p:nvPr/>
            </p:nvSpPr>
            <p:spPr>
              <a:xfrm>
                <a:off x="4368"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5883" name="Text Box 51"/>
              <p:cNvSpPr txBox="1"/>
              <p:nvPr/>
            </p:nvSpPr>
            <p:spPr>
              <a:xfrm>
                <a:off x="3696"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35876" name="Text Box 52"/>
            <p:cNvSpPr txBox="1"/>
            <p:nvPr/>
          </p:nvSpPr>
          <p:spPr>
            <a:xfrm>
              <a:off x="4848" y="326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2</a:t>
              </a:r>
              <a:endParaRPr lang="en-US" altLang="zh-CN" sz="2000" b="1" dirty="0">
                <a:latin typeface="Times New Roman" panose="02020603050405020304" pitchFamily="18" charset="0"/>
                <a:ea typeface="华文中宋" panose="02010600040101010101" pitchFamily="2" charset="-122"/>
              </a:endParaRPr>
            </a:p>
          </p:txBody>
        </p:sp>
        <p:sp>
          <p:nvSpPr>
            <p:cNvPr id="35877" name="Text Box 53"/>
            <p:cNvSpPr txBox="1"/>
            <p:nvPr/>
          </p:nvSpPr>
          <p:spPr>
            <a:xfrm>
              <a:off x="4176" y="3254"/>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1</a:t>
              </a:r>
              <a:endParaRPr lang="en-US" altLang="zh-CN" sz="2000" b="1" dirty="0">
                <a:latin typeface="Times New Roman" panose="02020603050405020304" pitchFamily="18" charset="0"/>
                <a:ea typeface="华文中宋" panose="02010600040101010101" pitchFamily="2" charset="-122"/>
              </a:endParaRPr>
            </a:p>
          </p:txBody>
        </p:sp>
      </p:grpSp>
      <p:grpSp>
        <p:nvGrpSpPr>
          <p:cNvPr id="6" name="Group 57"/>
          <p:cNvGrpSpPr/>
          <p:nvPr/>
        </p:nvGrpSpPr>
        <p:grpSpPr>
          <a:xfrm>
            <a:off x="1212850" y="4648200"/>
            <a:ext cx="2597150" cy="1905000"/>
            <a:chOff x="764" y="2928"/>
            <a:chExt cx="1636" cy="1200"/>
          </a:xfrm>
        </p:grpSpPr>
        <p:grpSp>
          <p:nvGrpSpPr>
            <p:cNvPr id="35851" name="Group 9"/>
            <p:cNvGrpSpPr/>
            <p:nvPr/>
          </p:nvGrpSpPr>
          <p:grpSpPr>
            <a:xfrm>
              <a:off x="764" y="2928"/>
              <a:ext cx="1588" cy="1200"/>
              <a:chOff x="576" y="2928"/>
              <a:chExt cx="1588" cy="1200"/>
            </a:xfrm>
          </p:grpSpPr>
          <p:sp>
            <p:nvSpPr>
              <p:cNvPr id="35855" name="Text Box 10"/>
              <p:cNvSpPr txBox="1"/>
              <p:nvPr/>
            </p:nvSpPr>
            <p:spPr>
              <a:xfrm>
                <a:off x="960" y="292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b="1" baseline="-25000" dirty="0">
                  <a:latin typeface="Times New Roman" panose="02020603050405020304" pitchFamily="18" charset="0"/>
                  <a:ea typeface="华文中宋" panose="02010600040101010101" pitchFamily="2" charset="-122"/>
                </a:endParaRPr>
              </a:p>
            </p:txBody>
          </p:sp>
          <p:sp>
            <p:nvSpPr>
              <p:cNvPr id="35856" name="Text Box 11"/>
              <p:cNvSpPr txBox="1"/>
              <p:nvPr/>
            </p:nvSpPr>
            <p:spPr>
              <a:xfrm>
                <a:off x="672" y="345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35857" name="Text Box 12"/>
              <p:cNvSpPr txBox="1"/>
              <p:nvPr/>
            </p:nvSpPr>
            <p:spPr>
              <a:xfrm>
                <a:off x="1776"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5858" name="Text Box 13"/>
              <p:cNvSpPr txBox="1"/>
              <p:nvPr/>
            </p:nvSpPr>
            <p:spPr>
              <a:xfrm>
                <a:off x="1152" y="350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35859" name="Group 14"/>
              <p:cNvGrpSpPr/>
              <p:nvPr/>
            </p:nvGrpSpPr>
            <p:grpSpPr>
              <a:xfrm>
                <a:off x="576" y="2928"/>
                <a:ext cx="1588" cy="946"/>
                <a:chOff x="2085" y="3625"/>
                <a:chExt cx="3971" cy="2365"/>
              </a:xfrm>
            </p:grpSpPr>
            <p:grpSp>
              <p:nvGrpSpPr>
                <p:cNvPr id="35861" name="Group 15"/>
                <p:cNvGrpSpPr/>
                <p:nvPr/>
              </p:nvGrpSpPr>
              <p:grpSpPr>
                <a:xfrm>
                  <a:off x="2085" y="3647"/>
                  <a:ext cx="3971" cy="2343"/>
                  <a:chOff x="2085" y="3647"/>
                  <a:chExt cx="3971" cy="2343"/>
                </a:xfrm>
              </p:grpSpPr>
              <p:sp>
                <p:nvSpPr>
                  <p:cNvPr id="35865" name="Line 16"/>
                  <p:cNvSpPr/>
                  <p:nvPr/>
                </p:nvSpPr>
                <p:spPr>
                  <a:xfrm>
                    <a:off x="2305" y="3647"/>
                    <a:ext cx="3520" cy="0"/>
                  </a:xfrm>
                  <a:prstGeom prst="line">
                    <a:avLst/>
                  </a:prstGeom>
                  <a:ln w="38100" cap="flat" cmpd="sng">
                    <a:solidFill>
                      <a:srgbClr val="000000"/>
                    </a:solidFill>
                    <a:prstDash val="solid"/>
                    <a:headEnd type="none" w="med" len="med"/>
                    <a:tailEnd type="none" w="med" len="med"/>
                  </a:ln>
                </p:spPr>
              </p:sp>
              <p:sp>
                <p:nvSpPr>
                  <p:cNvPr id="35866" name="Line 17"/>
                  <p:cNvSpPr/>
                  <p:nvPr/>
                </p:nvSpPr>
                <p:spPr>
                  <a:xfrm>
                    <a:off x="2316" y="5968"/>
                    <a:ext cx="3520" cy="0"/>
                  </a:xfrm>
                  <a:prstGeom prst="line">
                    <a:avLst/>
                  </a:prstGeom>
                  <a:ln w="38100" cap="flat" cmpd="sng">
                    <a:solidFill>
                      <a:srgbClr val="000000"/>
                    </a:solidFill>
                    <a:prstDash val="solid"/>
                    <a:headEnd type="none" w="med" len="med"/>
                    <a:tailEnd type="none" w="med" len="med"/>
                  </a:ln>
                </p:spPr>
              </p:sp>
              <p:sp>
                <p:nvSpPr>
                  <p:cNvPr id="35867" name="Line 18"/>
                  <p:cNvSpPr/>
                  <p:nvPr/>
                </p:nvSpPr>
                <p:spPr>
                  <a:xfrm>
                    <a:off x="2305" y="3647"/>
                    <a:ext cx="0" cy="2321"/>
                  </a:xfrm>
                  <a:prstGeom prst="line">
                    <a:avLst/>
                  </a:prstGeom>
                  <a:ln w="38100" cap="flat" cmpd="sng">
                    <a:solidFill>
                      <a:srgbClr val="000000"/>
                    </a:solidFill>
                    <a:prstDash val="solid"/>
                    <a:headEnd type="none" w="med" len="med"/>
                    <a:tailEnd type="none" w="med" len="med"/>
                  </a:ln>
                </p:spPr>
              </p:sp>
              <p:sp>
                <p:nvSpPr>
                  <p:cNvPr id="35868" name="Line 19"/>
                  <p:cNvSpPr/>
                  <p:nvPr/>
                </p:nvSpPr>
                <p:spPr>
                  <a:xfrm>
                    <a:off x="4131" y="3669"/>
                    <a:ext cx="0" cy="2321"/>
                  </a:xfrm>
                  <a:prstGeom prst="line">
                    <a:avLst/>
                  </a:prstGeom>
                  <a:ln w="38100" cap="flat" cmpd="sng">
                    <a:solidFill>
                      <a:srgbClr val="000000"/>
                    </a:solidFill>
                    <a:prstDash val="solid"/>
                    <a:headEnd type="none" w="med" len="med"/>
                    <a:tailEnd type="none" w="med" len="med"/>
                  </a:ln>
                </p:spPr>
              </p:sp>
              <p:sp>
                <p:nvSpPr>
                  <p:cNvPr id="35869" name="Line 20"/>
                  <p:cNvSpPr/>
                  <p:nvPr/>
                </p:nvSpPr>
                <p:spPr>
                  <a:xfrm>
                    <a:off x="5825" y="3647"/>
                    <a:ext cx="0" cy="2321"/>
                  </a:xfrm>
                  <a:prstGeom prst="line">
                    <a:avLst/>
                  </a:prstGeom>
                  <a:ln w="38100" cap="flat" cmpd="sng">
                    <a:solidFill>
                      <a:srgbClr val="000000"/>
                    </a:solidFill>
                    <a:prstDash val="solid"/>
                    <a:headEnd type="none" w="med" len="med"/>
                    <a:tailEnd type="none" w="med" len="med"/>
                  </a:ln>
                </p:spPr>
              </p:sp>
              <p:sp>
                <p:nvSpPr>
                  <p:cNvPr id="35870" name="Oval 21"/>
                  <p:cNvSpPr/>
                  <p:nvPr/>
                </p:nvSpPr>
                <p:spPr>
                  <a:xfrm>
                    <a:off x="2085" y="4549"/>
                    <a:ext cx="451" cy="42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5871" name="Line 22"/>
                  <p:cNvSpPr/>
                  <p:nvPr/>
                </p:nvSpPr>
                <p:spPr>
                  <a:xfrm>
                    <a:off x="2085" y="4769"/>
                    <a:ext cx="451" cy="0"/>
                  </a:xfrm>
                  <a:prstGeom prst="line">
                    <a:avLst/>
                  </a:prstGeom>
                  <a:ln w="38100" cap="flat" cmpd="sng">
                    <a:solidFill>
                      <a:srgbClr val="000000"/>
                    </a:solidFill>
                    <a:prstDash val="solid"/>
                    <a:headEnd type="none" w="med" len="med"/>
                    <a:tailEnd type="none" w="med" len="med"/>
                  </a:ln>
                </p:spPr>
              </p:sp>
              <p:sp>
                <p:nvSpPr>
                  <p:cNvPr id="35872" name="Line 23"/>
                  <p:cNvSpPr/>
                  <p:nvPr/>
                </p:nvSpPr>
                <p:spPr>
                  <a:xfrm>
                    <a:off x="2690" y="4406"/>
                    <a:ext cx="0" cy="649"/>
                  </a:xfrm>
                  <a:prstGeom prst="line">
                    <a:avLst/>
                  </a:prstGeom>
                  <a:ln w="38100" cap="flat" cmpd="sng">
                    <a:solidFill>
                      <a:srgbClr val="000000"/>
                    </a:solidFill>
                    <a:prstDash val="solid"/>
                    <a:headEnd type="stealth" w="med" len="lg"/>
                    <a:tailEnd type="none" w="med" len="med"/>
                  </a:ln>
                </p:spPr>
              </p:sp>
              <p:sp>
                <p:nvSpPr>
                  <p:cNvPr id="35873" name="Rectangle 24"/>
                  <p:cNvSpPr/>
                  <p:nvPr/>
                </p:nvSpPr>
                <p:spPr>
                  <a:xfrm>
                    <a:off x="3889" y="4516"/>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5874" name="Rectangle 25"/>
                  <p:cNvSpPr/>
                  <p:nvPr/>
                </p:nvSpPr>
                <p:spPr>
                  <a:xfrm>
                    <a:off x="5583" y="4527"/>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35862" name="Line 26"/>
                <p:cNvSpPr/>
                <p:nvPr/>
              </p:nvSpPr>
              <p:spPr>
                <a:xfrm>
                  <a:off x="4120" y="5187"/>
                  <a:ext cx="0" cy="385"/>
                </a:xfrm>
                <a:prstGeom prst="line">
                  <a:avLst/>
                </a:prstGeom>
                <a:ln w="38100" cap="flat" cmpd="sng">
                  <a:solidFill>
                    <a:srgbClr val="000000"/>
                  </a:solidFill>
                  <a:prstDash val="solid"/>
                  <a:headEnd type="none" w="med" len="med"/>
                  <a:tailEnd type="stealth" w="med" len="lg"/>
                </a:ln>
              </p:spPr>
            </p:sp>
            <p:sp>
              <p:nvSpPr>
                <p:cNvPr id="35863" name="Line 27"/>
                <p:cNvSpPr/>
                <p:nvPr/>
              </p:nvSpPr>
              <p:spPr>
                <a:xfrm>
                  <a:off x="5800" y="5220"/>
                  <a:ext cx="0" cy="352"/>
                </a:xfrm>
                <a:prstGeom prst="line">
                  <a:avLst/>
                </a:prstGeom>
                <a:ln w="38100" cap="flat" cmpd="sng">
                  <a:solidFill>
                    <a:srgbClr val="000000"/>
                  </a:solidFill>
                  <a:prstDash val="solid"/>
                  <a:headEnd type="none" w="med" len="med"/>
                  <a:tailEnd type="stealth" w="med" len="lg"/>
                </a:ln>
              </p:spPr>
            </p:sp>
            <p:sp>
              <p:nvSpPr>
                <p:cNvPr id="35864" name="Line 28"/>
                <p:cNvSpPr/>
                <p:nvPr/>
              </p:nvSpPr>
              <p:spPr>
                <a:xfrm>
                  <a:off x="2690" y="3625"/>
                  <a:ext cx="517" cy="0"/>
                </a:xfrm>
                <a:prstGeom prst="line">
                  <a:avLst/>
                </a:prstGeom>
                <a:ln w="38100" cap="flat" cmpd="sng">
                  <a:solidFill>
                    <a:srgbClr val="000000"/>
                  </a:solidFill>
                  <a:prstDash val="solid"/>
                  <a:headEnd type="none" w="med" len="med"/>
                  <a:tailEnd type="stealth" w="med" len="lg"/>
                </a:ln>
              </p:spPr>
            </p:sp>
          </p:grpSp>
          <p:sp>
            <p:nvSpPr>
              <p:cNvPr id="35860" name="Text Box 29"/>
              <p:cNvSpPr txBox="1"/>
              <p:nvPr/>
            </p:nvSpPr>
            <p:spPr>
              <a:xfrm>
                <a:off x="1104" y="384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grpSp>
          <p:nvGrpSpPr>
            <p:cNvPr id="35852" name="Group 54"/>
            <p:cNvGrpSpPr/>
            <p:nvPr/>
          </p:nvGrpSpPr>
          <p:grpSpPr>
            <a:xfrm>
              <a:off x="1488" y="3254"/>
              <a:ext cx="912" cy="250"/>
              <a:chOff x="1488" y="3254"/>
              <a:chExt cx="912" cy="250"/>
            </a:xfrm>
          </p:grpSpPr>
          <p:sp>
            <p:nvSpPr>
              <p:cNvPr id="35853" name="Text Box 55"/>
              <p:cNvSpPr txBox="1"/>
              <p:nvPr/>
            </p:nvSpPr>
            <p:spPr>
              <a:xfrm>
                <a:off x="2160" y="325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2</a:t>
                </a:r>
                <a:endParaRPr lang="en-US" altLang="zh-CN" sz="2000" b="1" dirty="0">
                  <a:latin typeface="Times New Roman" panose="02020603050405020304" pitchFamily="18" charset="0"/>
                  <a:ea typeface="华文中宋" panose="02010600040101010101" pitchFamily="2" charset="-122"/>
                </a:endParaRPr>
              </a:p>
            </p:txBody>
          </p:sp>
          <p:sp>
            <p:nvSpPr>
              <p:cNvPr id="35854" name="Text Box 56"/>
              <p:cNvSpPr txBox="1"/>
              <p:nvPr/>
            </p:nvSpPr>
            <p:spPr>
              <a:xfrm>
                <a:off x="1488" y="3254"/>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1</a:t>
                </a:r>
                <a:endParaRPr lang="en-US" altLang="zh-CN" sz="2000" b="1" dirty="0">
                  <a:latin typeface="Times New Roman" panose="02020603050405020304" pitchFamily="18" charset="0"/>
                  <a:ea typeface="华文中宋" panose="020106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23">
                                            <p:txEl>
                                              <p:charRg st="0" end="19"/>
                                            </p:txEl>
                                          </p:spTgt>
                                        </p:tgtEl>
                                        <p:attrNameLst>
                                          <p:attrName>style.visibility</p:attrName>
                                        </p:attrNameLst>
                                      </p:cBhvr>
                                      <p:to>
                                        <p:strVal val="visible"/>
                                      </p:to>
                                    </p:set>
                                    <p:animEffect transition="in" filter="wipe(left)">
                                      <p:cBhvr>
                                        <p:cTn id="7" dur="500"/>
                                        <p:tgtEl>
                                          <p:spTgt spid="798723">
                                            <p:txEl>
                                              <p:charRg st="0" end="19"/>
                                            </p:txEl>
                                          </p:spTgt>
                                        </p:tgtEl>
                                      </p:cBhvr>
                                    </p:animEffect>
                                  </p:childTnLst>
                                </p:cTn>
                              </p:par>
                            </p:childTnLst>
                          </p:cTn>
                        </p:par>
                        <p:par>
                          <p:cTn id="8" fill="hold">
                            <p:stCondLst>
                              <p:cond delay="500"/>
                            </p:stCondLst>
                            <p:childTnLst>
                              <p:par>
                                <p:cTn id="9" presetID="16" presetClass="entr" presetSubtype="2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Horizontal)">
                                      <p:cBhvr>
                                        <p:cTn id="11" dur="500"/>
                                        <p:tgtEl>
                                          <p:spTgt spid="6"/>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798724"/>
                                        </p:tgtEl>
                                        <p:attrNameLst>
                                          <p:attrName>style.visibility</p:attrName>
                                        </p:attrNameLst>
                                      </p:cBhvr>
                                      <p:to>
                                        <p:strVal val="visible"/>
                                      </p:to>
                                    </p:set>
                                    <p:animEffect transition="in" filter="strips(downRight)">
                                      <p:cBhvr>
                                        <p:cTn id="15" dur="500"/>
                                        <p:tgtEl>
                                          <p:spTgt spid="79872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98725">
                                            <p:txEl>
                                              <p:charRg st="0" end="20"/>
                                            </p:txEl>
                                          </p:spTgt>
                                        </p:tgtEl>
                                        <p:attrNameLst>
                                          <p:attrName>style.visibility</p:attrName>
                                        </p:attrNameLst>
                                      </p:cBhvr>
                                      <p:to>
                                        <p:strVal val="visible"/>
                                      </p:to>
                                    </p:set>
                                    <p:animEffect transition="in" filter="wipe(left)">
                                      <p:cBhvr>
                                        <p:cTn id="19" dur="500"/>
                                        <p:tgtEl>
                                          <p:spTgt spid="798725">
                                            <p:txEl>
                                              <p:charRg st="0" end="2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98726"/>
                                        </p:tgtEl>
                                        <p:attrNameLst>
                                          <p:attrName>style.visibility</p:attrName>
                                        </p:attrNameLst>
                                      </p:cBhvr>
                                      <p:to>
                                        <p:strVal val="visible"/>
                                      </p:to>
                                    </p:set>
                                    <p:animEffect transition="in" filter="wipe(left)">
                                      <p:cBhvr>
                                        <p:cTn id="24" dur="500"/>
                                        <p:tgtEl>
                                          <p:spTgt spid="798726"/>
                                        </p:tgtEl>
                                      </p:cBhvr>
                                    </p:animEffect>
                                  </p:childTnLst>
                                </p:cTn>
                              </p:par>
                            </p:childTnLst>
                          </p:cTn>
                        </p:par>
                        <p:par>
                          <p:cTn id="25" fill="hold">
                            <p:stCondLst>
                              <p:cond delay="500"/>
                            </p:stCondLst>
                            <p:childTnLst>
                              <p:par>
                                <p:cTn id="26" presetID="9" presetClass="entr" presetSubtype="0" fill="hold" nodeType="afterEffect">
                                  <p:stCondLst>
                                    <p:cond delay="0"/>
                                  </p:stCondLst>
                                  <p:childTnLst>
                                    <p:set>
                                      <p:cBhvr>
                                        <p:cTn id="27" dur="1" fill="hold">
                                          <p:stCondLst>
                                            <p:cond delay="0"/>
                                          </p:stCondLst>
                                        </p:cTn>
                                        <p:tgtEl>
                                          <p:spTgt spid="798727"/>
                                        </p:tgtEl>
                                        <p:attrNameLst>
                                          <p:attrName>style.visibility</p:attrName>
                                        </p:attrNameLst>
                                      </p:cBhvr>
                                      <p:to>
                                        <p:strVal val="visible"/>
                                      </p:to>
                                    </p:set>
                                    <p:animEffect transition="in" filter="dissolve">
                                      <p:cBhvr>
                                        <p:cTn id="28" dur="500"/>
                                        <p:tgtEl>
                                          <p:spTgt spid="79872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98728"/>
                                        </p:tgtEl>
                                        <p:attrNameLst>
                                          <p:attrName>style.visibility</p:attrName>
                                        </p:attrNameLst>
                                      </p:cBhvr>
                                      <p:to>
                                        <p:strVal val="visible"/>
                                      </p:to>
                                    </p:set>
                                    <p:animEffect transition="in" filter="wipe(left)">
                                      <p:cBhvr>
                                        <p:cTn id="33" dur="500"/>
                                        <p:tgtEl>
                                          <p:spTgt spid="798728"/>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000000"/>
                                          </p:val>
                                        </p:tav>
                                        <p:tav tm="100000">
                                          <p:val>
                                            <p:strVal val="#ppt_w"/>
                                          </p:val>
                                        </p:tav>
                                      </p:tavLst>
                                    </p:anim>
                                    <p:anim calcmode="lin" valueType="num">
                                      <p:cBhvr>
                                        <p:cTn id="39"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3" grpId="0" advAuto="1000" build="p"/>
      <p:bldP spid="798725" grpId="0" build="p"/>
      <p:bldP spid="798726" grpId="0"/>
      <p:bldP spid="7987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7699" name="Text Box 3"/>
          <p:cNvSpPr txBox="1"/>
          <p:nvPr/>
        </p:nvSpPr>
        <p:spPr>
          <a:xfrm>
            <a:off x="609600" y="469900"/>
            <a:ext cx="48768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列出图</a:t>
            </a:r>
            <a:r>
              <a:rPr lang="en-US" altLang="zh-CN" sz="2400" b="1" dirty="0">
                <a:latin typeface="Times New Roman" panose="02020603050405020304" pitchFamily="18" charset="0"/>
                <a:ea typeface="华文中宋" panose="02010600040101010101" pitchFamily="2" charset="-122"/>
              </a:rPr>
              <a:t>(b) </a:t>
            </a:r>
            <a:r>
              <a:rPr lang="zh-CN" altLang="en-US" sz="2400" b="1" dirty="0">
                <a:latin typeface="Times New Roman" panose="02020603050405020304" pitchFamily="18" charset="0"/>
                <a:ea typeface="华文中宋" panose="02010600040101010101" pitchFamily="2" charset="-122"/>
              </a:rPr>
              <a:t>中相量形式的</a:t>
            </a:r>
            <a:r>
              <a:rPr lang="en-US" altLang="zh-CN" sz="2400" b="1" dirty="0">
                <a:latin typeface="Times New Roman" panose="02020603050405020304" pitchFamily="18" charset="0"/>
                <a:ea typeface="华文中宋" panose="02010600040101010101" pitchFamily="2" charset="-122"/>
              </a:rPr>
              <a:t>KCL</a:t>
            </a:r>
            <a:r>
              <a:rPr lang="zh-CN" altLang="en-US" sz="2400" b="1" dirty="0">
                <a:latin typeface="Times New Roman" panose="02020603050405020304" pitchFamily="18" charset="0"/>
                <a:ea typeface="华文中宋" panose="02010600040101010101" pitchFamily="2" charset="-122"/>
              </a:rPr>
              <a:t>方程</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7700" name="Object 4"/>
          <p:cNvGraphicFramePr>
            <a:graphicFrameLocks noChangeAspect="1"/>
          </p:cNvGraphicFramePr>
          <p:nvPr/>
        </p:nvGraphicFramePr>
        <p:xfrm>
          <a:off x="2743200" y="1003300"/>
          <a:ext cx="2286000" cy="555625"/>
        </p:xfrm>
        <a:graphic>
          <a:graphicData uri="http://schemas.openxmlformats.org/presentationml/2006/ole">
            <mc:AlternateContent xmlns:mc="http://schemas.openxmlformats.org/markup-compatibility/2006">
              <mc:Choice xmlns:v="urn:schemas-microsoft-com:vml" Requires="v">
                <p:oleObj spid="_x0000_s3160" name="" r:id="rId1" imgW="1054100" imgH="228600" progId="Equation.3">
                  <p:embed/>
                </p:oleObj>
              </mc:Choice>
              <mc:Fallback>
                <p:oleObj name="" r:id="rId1" imgW="1054100" imgH="228600" progId="Equation.3">
                  <p:embed/>
                  <p:pic>
                    <p:nvPicPr>
                      <p:cNvPr id="0" name="图片 3159"/>
                      <p:cNvPicPr/>
                      <p:nvPr/>
                    </p:nvPicPr>
                    <p:blipFill>
                      <a:blip r:embed="rId2"/>
                      <a:stretch>
                        <a:fillRect/>
                      </a:stretch>
                    </p:blipFill>
                    <p:spPr>
                      <a:xfrm>
                        <a:off x="2743200" y="1003300"/>
                        <a:ext cx="2286000" cy="555625"/>
                      </a:xfrm>
                      <a:prstGeom prst="rect">
                        <a:avLst/>
                      </a:prstGeom>
                      <a:noFill/>
                      <a:ln w="38100">
                        <a:noFill/>
                        <a:miter/>
                      </a:ln>
                    </p:spPr>
                  </p:pic>
                </p:oleObj>
              </mc:Fallback>
            </mc:AlternateContent>
          </a:graphicData>
        </a:graphic>
      </p:graphicFrame>
      <p:graphicFrame>
        <p:nvGraphicFramePr>
          <p:cNvPr id="797701" name="Object 5"/>
          <p:cNvGraphicFramePr>
            <a:graphicFrameLocks noChangeAspect="1"/>
          </p:cNvGraphicFramePr>
          <p:nvPr/>
        </p:nvGraphicFramePr>
        <p:xfrm>
          <a:off x="1981200" y="1649413"/>
          <a:ext cx="5105400" cy="2020887"/>
        </p:xfrm>
        <a:graphic>
          <a:graphicData uri="http://schemas.openxmlformats.org/presentationml/2006/ole">
            <mc:AlternateContent xmlns:mc="http://schemas.openxmlformats.org/markup-compatibility/2006">
              <mc:Choice xmlns:v="urn:schemas-microsoft-com:vml" Requires="v">
                <p:oleObj spid="_x0000_s3159" name="" r:id="rId3" imgW="1981200" imgH="914400" progId="Equation.3">
                  <p:embed/>
                </p:oleObj>
              </mc:Choice>
              <mc:Fallback>
                <p:oleObj name="" r:id="rId3" imgW="1981200" imgH="914400" progId="Equation.3">
                  <p:embed/>
                  <p:pic>
                    <p:nvPicPr>
                      <p:cNvPr id="0" name="图片 3158"/>
                      <p:cNvPicPr/>
                      <p:nvPr/>
                    </p:nvPicPr>
                    <p:blipFill>
                      <a:blip r:embed="rId4"/>
                      <a:stretch>
                        <a:fillRect/>
                      </a:stretch>
                    </p:blipFill>
                    <p:spPr>
                      <a:xfrm>
                        <a:off x="1981200" y="1649413"/>
                        <a:ext cx="5105400" cy="2020887"/>
                      </a:xfrm>
                      <a:prstGeom prst="rect">
                        <a:avLst/>
                      </a:prstGeom>
                      <a:noFill/>
                      <a:ln w="38100">
                        <a:noFill/>
                        <a:miter/>
                      </a:ln>
                    </p:spPr>
                  </p:pic>
                </p:oleObj>
              </mc:Fallback>
            </mc:AlternateContent>
          </a:graphicData>
        </a:graphic>
      </p:graphicFrame>
      <p:sp>
        <p:nvSpPr>
          <p:cNvPr id="797702" name="Text Box 6"/>
          <p:cNvSpPr txBox="1"/>
          <p:nvPr/>
        </p:nvSpPr>
        <p:spPr>
          <a:xfrm>
            <a:off x="685800" y="1231900"/>
            <a:ext cx="8382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解得</a:t>
            </a:r>
            <a:endParaRPr lang="zh-CN" altLang="en-US" sz="2400" b="1" dirty="0">
              <a:latin typeface="Times New Roman" panose="02020603050405020304" pitchFamily="18" charset="0"/>
              <a:ea typeface="华文中宋" panose="02010600040101010101" pitchFamily="2" charset="-122"/>
            </a:endParaRPr>
          </a:p>
        </p:txBody>
      </p:sp>
      <p:sp>
        <p:nvSpPr>
          <p:cNvPr id="797703" name="Text Box 7"/>
          <p:cNvSpPr txBox="1"/>
          <p:nvPr/>
        </p:nvSpPr>
        <p:spPr>
          <a:xfrm>
            <a:off x="381000" y="3822700"/>
            <a:ext cx="4953000" cy="534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由相量形式写成瞬时值表达式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7704" name="Object 8"/>
          <p:cNvGraphicFramePr>
            <a:graphicFrameLocks noChangeAspect="1"/>
          </p:cNvGraphicFramePr>
          <p:nvPr/>
        </p:nvGraphicFramePr>
        <p:xfrm>
          <a:off x="762000" y="4584700"/>
          <a:ext cx="4038600" cy="549275"/>
        </p:xfrm>
        <a:graphic>
          <a:graphicData uri="http://schemas.openxmlformats.org/presentationml/2006/ole">
            <mc:AlternateContent xmlns:mc="http://schemas.openxmlformats.org/markup-compatibility/2006">
              <mc:Choice xmlns:v="urn:schemas-microsoft-com:vml" Requires="v">
                <p:oleObj spid="_x0000_s3161" name="" r:id="rId5" imgW="1917700" imgH="241300" progId="Equation.3">
                  <p:embed/>
                </p:oleObj>
              </mc:Choice>
              <mc:Fallback>
                <p:oleObj name="" r:id="rId5" imgW="1917700" imgH="241300" progId="Equation.3">
                  <p:embed/>
                  <p:pic>
                    <p:nvPicPr>
                      <p:cNvPr id="0" name="图片 3160"/>
                      <p:cNvPicPr/>
                      <p:nvPr/>
                    </p:nvPicPr>
                    <p:blipFill>
                      <a:blip r:embed="rId6"/>
                      <a:stretch>
                        <a:fillRect/>
                      </a:stretch>
                    </p:blipFill>
                    <p:spPr>
                      <a:xfrm>
                        <a:off x="762000" y="4584700"/>
                        <a:ext cx="4038600" cy="549275"/>
                      </a:xfrm>
                      <a:prstGeom prst="rect">
                        <a:avLst/>
                      </a:prstGeom>
                      <a:noFill/>
                      <a:ln w="38100">
                        <a:noFill/>
                        <a:miter/>
                      </a:ln>
                    </p:spPr>
                  </p:pic>
                </p:oleObj>
              </mc:Fallback>
            </mc:AlternateContent>
          </a:graphicData>
        </a:graphic>
      </p:graphicFrame>
      <p:sp>
        <p:nvSpPr>
          <p:cNvPr id="797705" name="Text Box 9"/>
          <p:cNvSpPr txBox="1"/>
          <p:nvPr/>
        </p:nvSpPr>
        <p:spPr>
          <a:xfrm>
            <a:off x="609600" y="5194300"/>
            <a:ext cx="4970463"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画出相量图，见图（</a:t>
            </a:r>
            <a:r>
              <a:rPr lang="en-US" altLang="zh-CN" sz="2400" b="1" dirty="0">
                <a:latin typeface="Times New Roman" panose="02020603050405020304" pitchFamily="18" charset="0"/>
                <a:ea typeface="华文中宋" panose="02010600040101010101" pitchFamily="2" charset="-122"/>
              </a:rPr>
              <a:t>c)</a:t>
            </a:r>
            <a:r>
              <a:rPr lang="zh-CN" altLang="en-US" sz="2400" b="1" dirty="0">
                <a:latin typeface="Times New Roman" panose="02020603050405020304" pitchFamily="18" charset="0"/>
                <a:ea typeface="华文中宋" panose="02010600040101010101" pitchFamily="2" charset="-122"/>
              </a:rPr>
              <a:t>或图</a:t>
            </a:r>
            <a:r>
              <a:rPr lang="en-US" altLang="zh-CN" sz="2400" b="1" dirty="0">
                <a:latin typeface="Times New Roman" panose="02020603050405020304" pitchFamily="18" charset="0"/>
                <a:ea typeface="华文中宋" panose="02010600040101010101" pitchFamily="2" charset="-122"/>
              </a:rPr>
              <a:t>(d) </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pSp>
        <p:nvGrpSpPr>
          <p:cNvPr id="2" name="Group 10"/>
          <p:cNvGrpSpPr/>
          <p:nvPr/>
        </p:nvGrpSpPr>
        <p:grpSpPr>
          <a:xfrm>
            <a:off x="5795963" y="3644900"/>
            <a:ext cx="2590800" cy="1981200"/>
            <a:chOff x="3648" y="2496"/>
            <a:chExt cx="1632" cy="1248"/>
          </a:xfrm>
        </p:grpSpPr>
        <p:grpSp>
          <p:nvGrpSpPr>
            <p:cNvPr id="36875" name="Group 11"/>
            <p:cNvGrpSpPr/>
            <p:nvPr/>
          </p:nvGrpSpPr>
          <p:grpSpPr>
            <a:xfrm>
              <a:off x="3648" y="2496"/>
              <a:ext cx="1588" cy="1248"/>
              <a:chOff x="3168" y="2928"/>
              <a:chExt cx="1588" cy="1248"/>
            </a:xfrm>
          </p:grpSpPr>
          <p:grpSp>
            <p:nvGrpSpPr>
              <p:cNvPr id="36878" name="Group 12"/>
              <p:cNvGrpSpPr/>
              <p:nvPr/>
            </p:nvGrpSpPr>
            <p:grpSpPr>
              <a:xfrm>
                <a:off x="3168" y="2928"/>
                <a:ext cx="1588" cy="946"/>
                <a:chOff x="2085" y="3625"/>
                <a:chExt cx="3971" cy="2365"/>
              </a:xfrm>
            </p:grpSpPr>
            <p:grpSp>
              <p:nvGrpSpPr>
                <p:cNvPr id="36884" name="Group 13"/>
                <p:cNvGrpSpPr/>
                <p:nvPr/>
              </p:nvGrpSpPr>
              <p:grpSpPr>
                <a:xfrm>
                  <a:off x="2085" y="3647"/>
                  <a:ext cx="3971" cy="2343"/>
                  <a:chOff x="2085" y="3647"/>
                  <a:chExt cx="3971" cy="2343"/>
                </a:xfrm>
              </p:grpSpPr>
              <p:sp>
                <p:nvSpPr>
                  <p:cNvPr id="36888" name="Line 14"/>
                  <p:cNvSpPr/>
                  <p:nvPr/>
                </p:nvSpPr>
                <p:spPr>
                  <a:xfrm>
                    <a:off x="2305" y="3647"/>
                    <a:ext cx="3520" cy="0"/>
                  </a:xfrm>
                  <a:prstGeom prst="line">
                    <a:avLst/>
                  </a:prstGeom>
                  <a:ln w="38100" cap="flat" cmpd="sng">
                    <a:solidFill>
                      <a:srgbClr val="000000"/>
                    </a:solidFill>
                    <a:prstDash val="solid"/>
                    <a:headEnd type="none" w="med" len="med"/>
                    <a:tailEnd type="none" w="med" len="med"/>
                  </a:ln>
                </p:spPr>
              </p:sp>
              <p:sp>
                <p:nvSpPr>
                  <p:cNvPr id="36889" name="Line 15"/>
                  <p:cNvSpPr/>
                  <p:nvPr/>
                </p:nvSpPr>
                <p:spPr>
                  <a:xfrm>
                    <a:off x="2316" y="5968"/>
                    <a:ext cx="3520" cy="0"/>
                  </a:xfrm>
                  <a:prstGeom prst="line">
                    <a:avLst/>
                  </a:prstGeom>
                  <a:ln w="38100" cap="flat" cmpd="sng">
                    <a:solidFill>
                      <a:srgbClr val="000000"/>
                    </a:solidFill>
                    <a:prstDash val="solid"/>
                    <a:headEnd type="none" w="med" len="med"/>
                    <a:tailEnd type="none" w="med" len="med"/>
                  </a:ln>
                </p:spPr>
              </p:sp>
              <p:sp>
                <p:nvSpPr>
                  <p:cNvPr id="36890" name="Line 16"/>
                  <p:cNvSpPr/>
                  <p:nvPr/>
                </p:nvSpPr>
                <p:spPr>
                  <a:xfrm>
                    <a:off x="2305" y="3647"/>
                    <a:ext cx="0" cy="2321"/>
                  </a:xfrm>
                  <a:prstGeom prst="line">
                    <a:avLst/>
                  </a:prstGeom>
                  <a:ln w="38100" cap="flat" cmpd="sng">
                    <a:solidFill>
                      <a:srgbClr val="000000"/>
                    </a:solidFill>
                    <a:prstDash val="solid"/>
                    <a:headEnd type="none" w="med" len="med"/>
                    <a:tailEnd type="none" w="med" len="med"/>
                  </a:ln>
                </p:spPr>
              </p:sp>
              <p:sp>
                <p:nvSpPr>
                  <p:cNvPr id="36891" name="Line 17"/>
                  <p:cNvSpPr/>
                  <p:nvPr/>
                </p:nvSpPr>
                <p:spPr>
                  <a:xfrm>
                    <a:off x="4131" y="3669"/>
                    <a:ext cx="0" cy="2321"/>
                  </a:xfrm>
                  <a:prstGeom prst="line">
                    <a:avLst/>
                  </a:prstGeom>
                  <a:ln w="38100" cap="flat" cmpd="sng">
                    <a:solidFill>
                      <a:srgbClr val="000000"/>
                    </a:solidFill>
                    <a:prstDash val="solid"/>
                    <a:headEnd type="none" w="med" len="med"/>
                    <a:tailEnd type="none" w="med" len="med"/>
                  </a:ln>
                </p:spPr>
              </p:sp>
              <p:sp>
                <p:nvSpPr>
                  <p:cNvPr id="36892" name="Line 18"/>
                  <p:cNvSpPr/>
                  <p:nvPr/>
                </p:nvSpPr>
                <p:spPr>
                  <a:xfrm>
                    <a:off x="5825" y="3647"/>
                    <a:ext cx="0" cy="2321"/>
                  </a:xfrm>
                  <a:prstGeom prst="line">
                    <a:avLst/>
                  </a:prstGeom>
                  <a:ln w="38100" cap="flat" cmpd="sng">
                    <a:solidFill>
                      <a:srgbClr val="000000"/>
                    </a:solidFill>
                    <a:prstDash val="solid"/>
                    <a:headEnd type="none" w="med" len="med"/>
                    <a:tailEnd type="none" w="med" len="med"/>
                  </a:ln>
                </p:spPr>
              </p:sp>
              <p:sp>
                <p:nvSpPr>
                  <p:cNvPr id="36893" name="Oval 19"/>
                  <p:cNvSpPr/>
                  <p:nvPr/>
                </p:nvSpPr>
                <p:spPr>
                  <a:xfrm>
                    <a:off x="2085" y="4549"/>
                    <a:ext cx="451" cy="42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6894" name="Line 20"/>
                  <p:cNvSpPr/>
                  <p:nvPr/>
                </p:nvSpPr>
                <p:spPr>
                  <a:xfrm>
                    <a:off x="2085" y="4769"/>
                    <a:ext cx="451" cy="0"/>
                  </a:xfrm>
                  <a:prstGeom prst="line">
                    <a:avLst/>
                  </a:prstGeom>
                  <a:ln w="38100" cap="flat" cmpd="sng">
                    <a:solidFill>
                      <a:srgbClr val="000000"/>
                    </a:solidFill>
                    <a:prstDash val="solid"/>
                    <a:headEnd type="none" w="med" len="med"/>
                    <a:tailEnd type="none" w="med" len="med"/>
                  </a:ln>
                </p:spPr>
              </p:sp>
              <p:sp>
                <p:nvSpPr>
                  <p:cNvPr id="36895" name="Line 21"/>
                  <p:cNvSpPr/>
                  <p:nvPr/>
                </p:nvSpPr>
                <p:spPr>
                  <a:xfrm>
                    <a:off x="2690" y="4406"/>
                    <a:ext cx="0" cy="649"/>
                  </a:xfrm>
                  <a:prstGeom prst="line">
                    <a:avLst/>
                  </a:prstGeom>
                  <a:ln w="38100" cap="flat" cmpd="sng">
                    <a:solidFill>
                      <a:srgbClr val="000000"/>
                    </a:solidFill>
                    <a:prstDash val="solid"/>
                    <a:headEnd type="stealth" w="med" len="lg"/>
                    <a:tailEnd type="none" w="med" len="med"/>
                  </a:ln>
                </p:spPr>
              </p:sp>
              <p:sp>
                <p:nvSpPr>
                  <p:cNvPr id="36896" name="Rectangle 22"/>
                  <p:cNvSpPr/>
                  <p:nvPr/>
                </p:nvSpPr>
                <p:spPr>
                  <a:xfrm>
                    <a:off x="3889" y="4516"/>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6897" name="Rectangle 23"/>
                  <p:cNvSpPr/>
                  <p:nvPr/>
                </p:nvSpPr>
                <p:spPr>
                  <a:xfrm>
                    <a:off x="5583" y="4527"/>
                    <a:ext cx="473" cy="429"/>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36885" name="Line 24"/>
                <p:cNvSpPr/>
                <p:nvPr/>
              </p:nvSpPr>
              <p:spPr>
                <a:xfrm>
                  <a:off x="4120" y="5187"/>
                  <a:ext cx="0" cy="385"/>
                </a:xfrm>
                <a:prstGeom prst="line">
                  <a:avLst/>
                </a:prstGeom>
                <a:ln w="38100" cap="flat" cmpd="sng">
                  <a:solidFill>
                    <a:srgbClr val="000000"/>
                  </a:solidFill>
                  <a:prstDash val="solid"/>
                  <a:headEnd type="none" w="med" len="med"/>
                  <a:tailEnd type="stealth" w="med" len="lg"/>
                </a:ln>
              </p:spPr>
            </p:sp>
            <p:sp>
              <p:nvSpPr>
                <p:cNvPr id="36886" name="Line 25"/>
                <p:cNvSpPr/>
                <p:nvPr/>
              </p:nvSpPr>
              <p:spPr>
                <a:xfrm>
                  <a:off x="5800" y="5220"/>
                  <a:ext cx="0" cy="352"/>
                </a:xfrm>
                <a:prstGeom prst="line">
                  <a:avLst/>
                </a:prstGeom>
                <a:ln w="38100" cap="flat" cmpd="sng">
                  <a:solidFill>
                    <a:srgbClr val="000000"/>
                  </a:solidFill>
                  <a:prstDash val="solid"/>
                  <a:headEnd type="none" w="med" len="med"/>
                  <a:tailEnd type="stealth" w="med" len="lg"/>
                </a:ln>
              </p:spPr>
            </p:sp>
            <p:sp>
              <p:nvSpPr>
                <p:cNvPr id="36887" name="Line 26"/>
                <p:cNvSpPr/>
                <p:nvPr/>
              </p:nvSpPr>
              <p:spPr>
                <a:xfrm>
                  <a:off x="2690" y="3625"/>
                  <a:ext cx="517" cy="0"/>
                </a:xfrm>
                <a:prstGeom prst="line">
                  <a:avLst/>
                </a:prstGeom>
                <a:ln w="38100" cap="flat" cmpd="sng">
                  <a:solidFill>
                    <a:srgbClr val="000000"/>
                  </a:solidFill>
                  <a:prstDash val="solid"/>
                  <a:headEnd type="none" w="med" len="med"/>
                  <a:tailEnd type="stealth" w="med" len="lg"/>
                </a:ln>
              </p:spPr>
            </p:sp>
          </p:grpSp>
          <p:sp>
            <p:nvSpPr>
              <p:cNvPr id="36879" name="Text Box 27"/>
              <p:cNvSpPr txBox="1"/>
              <p:nvPr/>
            </p:nvSpPr>
            <p:spPr>
              <a:xfrm>
                <a:off x="3744" y="388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400" b="1" baseline="-25000" dirty="0">
                  <a:latin typeface="Times New Roman" panose="02020603050405020304" pitchFamily="18" charset="0"/>
                  <a:ea typeface="华文中宋" panose="02010600040101010101" pitchFamily="2" charset="-122"/>
                </a:endParaRPr>
              </a:p>
            </p:txBody>
          </p:sp>
          <p:sp>
            <p:nvSpPr>
              <p:cNvPr id="36880" name="Text Box 28"/>
              <p:cNvSpPr txBox="1"/>
              <p:nvPr/>
            </p:nvSpPr>
            <p:spPr>
              <a:xfrm>
                <a:off x="3312"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36881" name="Text Box 29"/>
              <p:cNvSpPr txBox="1"/>
              <p:nvPr/>
            </p:nvSpPr>
            <p:spPr>
              <a:xfrm>
                <a:off x="3552" y="297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baseline="-25000" dirty="0">
                  <a:latin typeface="Times New Roman" panose="02020603050405020304" pitchFamily="18" charset="0"/>
                  <a:ea typeface="华文中宋" panose="02010600040101010101" pitchFamily="2" charset="-122"/>
                </a:endParaRPr>
              </a:p>
            </p:txBody>
          </p:sp>
          <p:sp>
            <p:nvSpPr>
              <p:cNvPr id="36882" name="Text Box 30"/>
              <p:cNvSpPr txBox="1"/>
              <p:nvPr/>
            </p:nvSpPr>
            <p:spPr>
              <a:xfrm>
                <a:off x="4368"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6883" name="Text Box 31"/>
              <p:cNvSpPr txBox="1"/>
              <p:nvPr/>
            </p:nvSpPr>
            <p:spPr>
              <a:xfrm>
                <a:off x="3696" y="35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36876" name="Text Box 32"/>
            <p:cNvSpPr txBox="1"/>
            <p:nvPr/>
          </p:nvSpPr>
          <p:spPr>
            <a:xfrm>
              <a:off x="4368" y="2822"/>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1</a:t>
              </a:r>
              <a:endParaRPr lang="en-US" altLang="zh-CN" sz="2000" b="1" dirty="0">
                <a:latin typeface="Times New Roman" panose="02020603050405020304" pitchFamily="18" charset="0"/>
                <a:ea typeface="华文中宋" panose="02010600040101010101" pitchFamily="2" charset="-122"/>
              </a:endParaRPr>
            </a:p>
          </p:txBody>
        </p:sp>
        <p:sp>
          <p:nvSpPr>
            <p:cNvPr id="36877" name="Text Box 33"/>
            <p:cNvSpPr txBox="1"/>
            <p:nvPr/>
          </p:nvSpPr>
          <p:spPr>
            <a:xfrm>
              <a:off x="5040" y="2822"/>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华文中宋" panose="02010600040101010101" pitchFamily="2" charset="-122"/>
                </a:rPr>
                <a:t>2</a:t>
              </a:r>
              <a:endParaRPr lang="en-US" altLang="zh-CN" sz="2000" b="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97699">
                                            <p:txEl>
                                              <p:charRg st="0" end="19"/>
                                            </p:txEl>
                                          </p:spTgt>
                                        </p:tgtEl>
                                        <p:attrNameLst>
                                          <p:attrName>style.visibility</p:attrName>
                                        </p:attrNameLst>
                                      </p:cBhvr>
                                      <p:to>
                                        <p:strVal val="visible"/>
                                      </p:to>
                                    </p:set>
                                    <p:animEffect transition="in" filter="wipe(left)">
                                      <p:cBhvr>
                                        <p:cTn id="13" dur="500"/>
                                        <p:tgtEl>
                                          <p:spTgt spid="797699">
                                            <p:txEl>
                                              <p:charRg st="0" end="19"/>
                                            </p:txEl>
                                          </p:spTgt>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797700"/>
                                        </p:tgtEl>
                                        <p:attrNameLst>
                                          <p:attrName>style.visibility</p:attrName>
                                        </p:attrNameLst>
                                      </p:cBhvr>
                                      <p:to>
                                        <p:strVal val="visible"/>
                                      </p:to>
                                    </p:set>
                                    <p:animEffect transition="in" filter="wipe(left)">
                                      <p:cBhvr>
                                        <p:cTn id="17" dur="500"/>
                                        <p:tgtEl>
                                          <p:spTgt spid="7977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7702">
                                            <p:txEl>
                                              <p:charRg st="0" end="3"/>
                                            </p:txEl>
                                          </p:spTgt>
                                        </p:tgtEl>
                                        <p:attrNameLst>
                                          <p:attrName>style.visibility</p:attrName>
                                        </p:attrNameLst>
                                      </p:cBhvr>
                                      <p:to>
                                        <p:strVal val="visible"/>
                                      </p:to>
                                    </p:set>
                                    <p:animEffect transition="in" filter="wipe(left)">
                                      <p:cBhvr>
                                        <p:cTn id="22" dur="500"/>
                                        <p:tgtEl>
                                          <p:spTgt spid="797702">
                                            <p:txEl>
                                              <p:charRg st="0" end="3"/>
                                            </p:txEl>
                                          </p:spTgt>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797701"/>
                                        </p:tgtEl>
                                        <p:attrNameLst>
                                          <p:attrName>style.visibility</p:attrName>
                                        </p:attrNameLst>
                                      </p:cBhvr>
                                      <p:to>
                                        <p:strVal val="visible"/>
                                      </p:to>
                                    </p:set>
                                    <p:animEffect transition="in" filter="wipe(up)">
                                      <p:cBhvr>
                                        <p:cTn id="26" dur="500"/>
                                        <p:tgtEl>
                                          <p:spTgt spid="79770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97703"/>
                                        </p:tgtEl>
                                        <p:attrNameLst>
                                          <p:attrName>style.visibility</p:attrName>
                                        </p:attrNameLst>
                                      </p:cBhvr>
                                      <p:to>
                                        <p:strVal val="visible"/>
                                      </p:to>
                                    </p:set>
                                    <p:animEffect transition="in" filter="wipe(left)">
                                      <p:cBhvr>
                                        <p:cTn id="31" dur="500"/>
                                        <p:tgtEl>
                                          <p:spTgt spid="79770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797704"/>
                                        </p:tgtEl>
                                        <p:attrNameLst>
                                          <p:attrName>style.visibility</p:attrName>
                                        </p:attrNameLst>
                                      </p:cBhvr>
                                      <p:to>
                                        <p:strVal val="visible"/>
                                      </p:to>
                                    </p:set>
                                    <p:animEffect transition="in" filter="wipe(left)">
                                      <p:cBhvr>
                                        <p:cTn id="35" dur="500"/>
                                        <p:tgtEl>
                                          <p:spTgt spid="79770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97705">
                                            <p:txEl>
                                              <p:charRg st="0" end="19"/>
                                            </p:txEl>
                                          </p:spTgt>
                                        </p:tgtEl>
                                        <p:attrNameLst>
                                          <p:attrName>style.visibility</p:attrName>
                                        </p:attrNameLst>
                                      </p:cBhvr>
                                      <p:to>
                                        <p:strVal val="visible"/>
                                      </p:to>
                                    </p:set>
                                    <p:animEffect transition="in" filter="wipe(left)">
                                      <p:cBhvr>
                                        <p:cTn id="40" dur="500"/>
                                        <p:tgtEl>
                                          <p:spTgt spid="797705">
                                            <p:txEl>
                                              <p:charRg st="0"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9" grpId="0" build="p"/>
      <p:bldP spid="797702" grpId="0" build="p"/>
      <p:bldP spid="797703" grpId="0"/>
      <p:bldP spid="79770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4"/>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6675" name="Text Box 3"/>
          <p:cNvSpPr txBox="1"/>
          <p:nvPr/>
        </p:nvSpPr>
        <p:spPr>
          <a:xfrm>
            <a:off x="685800" y="1165225"/>
            <a:ext cx="7772400" cy="9794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瞬时值形式和相量形式是同一个电流的两种表达式，但二者不是相等的关系</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6676" name="Object 4"/>
          <p:cNvGraphicFramePr>
            <a:graphicFrameLocks noChangeAspect="1"/>
          </p:cNvGraphicFramePr>
          <p:nvPr/>
        </p:nvGraphicFramePr>
        <p:xfrm>
          <a:off x="1476375" y="2227263"/>
          <a:ext cx="6207125" cy="574675"/>
        </p:xfrm>
        <a:graphic>
          <a:graphicData uri="http://schemas.openxmlformats.org/presentationml/2006/ole">
            <mc:AlternateContent xmlns:mc="http://schemas.openxmlformats.org/markup-compatibility/2006">
              <mc:Choice xmlns:v="urn:schemas-microsoft-com:vml" Requires="v">
                <p:oleObj spid="_x0000_s3163" name="" r:id="rId1" imgW="2463800" imgH="241300" progId="Equation.3">
                  <p:embed/>
                </p:oleObj>
              </mc:Choice>
              <mc:Fallback>
                <p:oleObj name="" r:id="rId1" imgW="2463800" imgH="241300" progId="Equation.3">
                  <p:embed/>
                  <p:pic>
                    <p:nvPicPr>
                      <p:cNvPr id="0" name="图片 3162"/>
                      <p:cNvPicPr/>
                      <p:nvPr/>
                    </p:nvPicPr>
                    <p:blipFill>
                      <a:blip r:embed="rId2"/>
                      <a:stretch>
                        <a:fillRect/>
                      </a:stretch>
                    </p:blipFill>
                    <p:spPr>
                      <a:xfrm>
                        <a:off x="1476375" y="2227263"/>
                        <a:ext cx="6207125" cy="574675"/>
                      </a:xfrm>
                      <a:prstGeom prst="rect">
                        <a:avLst/>
                      </a:prstGeom>
                      <a:noFill/>
                      <a:ln w="38100">
                        <a:noFill/>
                        <a:miter/>
                      </a:ln>
                    </p:spPr>
                  </p:pic>
                </p:oleObj>
              </mc:Fallback>
            </mc:AlternateContent>
          </a:graphicData>
        </a:graphic>
      </p:graphicFrame>
      <p:grpSp>
        <p:nvGrpSpPr>
          <p:cNvPr id="2" name="Group 6"/>
          <p:cNvGrpSpPr/>
          <p:nvPr/>
        </p:nvGrpSpPr>
        <p:grpSpPr>
          <a:xfrm>
            <a:off x="4787900" y="3357563"/>
            <a:ext cx="2286000" cy="3200400"/>
            <a:chOff x="4128" y="1104"/>
            <a:chExt cx="1440" cy="2016"/>
          </a:xfrm>
        </p:grpSpPr>
        <p:sp>
          <p:nvSpPr>
            <p:cNvPr id="37912" name="Text Box 7"/>
            <p:cNvSpPr txBox="1"/>
            <p:nvPr/>
          </p:nvSpPr>
          <p:spPr>
            <a:xfrm>
              <a:off x="4560" y="283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(d)</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37913" name="Group 8"/>
            <p:cNvGrpSpPr/>
            <p:nvPr/>
          </p:nvGrpSpPr>
          <p:grpSpPr>
            <a:xfrm>
              <a:off x="4128" y="1104"/>
              <a:ext cx="1440" cy="1776"/>
              <a:chOff x="3984" y="1440"/>
              <a:chExt cx="1440" cy="1776"/>
            </a:xfrm>
          </p:grpSpPr>
          <p:grpSp>
            <p:nvGrpSpPr>
              <p:cNvPr id="37914" name="Group 9"/>
              <p:cNvGrpSpPr/>
              <p:nvPr/>
            </p:nvGrpSpPr>
            <p:grpSpPr>
              <a:xfrm>
                <a:off x="3984" y="1488"/>
                <a:ext cx="1344" cy="1728"/>
                <a:chOff x="3984" y="1488"/>
                <a:chExt cx="1344" cy="1728"/>
              </a:xfrm>
            </p:grpSpPr>
            <p:sp>
              <p:nvSpPr>
                <p:cNvPr id="37921" name="Line 10"/>
                <p:cNvSpPr/>
                <p:nvPr/>
              </p:nvSpPr>
              <p:spPr>
                <a:xfrm flipH="1" flipV="1">
                  <a:off x="3984" y="2520"/>
                  <a:ext cx="1344" cy="2"/>
                </a:xfrm>
                <a:prstGeom prst="line">
                  <a:avLst/>
                </a:prstGeom>
                <a:ln w="38100" cap="flat" cmpd="sng">
                  <a:solidFill>
                    <a:srgbClr val="000000"/>
                  </a:solidFill>
                  <a:prstDash val="solid"/>
                  <a:headEnd type="stealth" w="med" len="lg"/>
                  <a:tailEnd type="none" w="med" len="med"/>
                </a:ln>
              </p:spPr>
            </p:sp>
            <p:sp>
              <p:nvSpPr>
                <p:cNvPr id="37922" name="Line 11"/>
                <p:cNvSpPr/>
                <p:nvPr/>
              </p:nvSpPr>
              <p:spPr>
                <a:xfrm flipH="1">
                  <a:off x="4255" y="1488"/>
                  <a:ext cx="8" cy="1728"/>
                </a:xfrm>
                <a:prstGeom prst="line">
                  <a:avLst/>
                </a:prstGeom>
                <a:ln w="38100" cap="flat" cmpd="sng">
                  <a:solidFill>
                    <a:srgbClr val="000000"/>
                  </a:solidFill>
                  <a:prstDash val="solid"/>
                  <a:headEnd type="stealth" w="med" len="lg"/>
                  <a:tailEnd type="none" w="med" len="med"/>
                </a:ln>
              </p:spPr>
            </p:sp>
            <p:sp>
              <p:nvSpPr>
                <p:cNvPr id="37923" name="Line 12"/>
                <p:cNvSpPr/>
                <p:nvPr/>
              </p:nvSpPr>
              <p:spPr>
                <a:xfrm flipH="1">
                  <a:off x="4229" y="1731"/>
                  <a:ext cx="580" cy="779"/>
                </a:xfrm>
                <a:prstGeom prst="line">
                  <a:avLst/>
                </a:prstGeom>
                <a:ln w="38100" cap="flat" cmpd="sng">
                  <a:solidFill>
                    <a:schemeClr val="accent2"/>
                  </a:solidFill>
                  <a:prstDash val="solid"/>
                  <a:headEnd type="stealth" w="med" len="lg"/>
                  <a:tailEnd type="none" w="med" len="med"/>
                </a:ln>
              </p:spPr>
            </p:sp>
            <p:sp>
              <p:nvSpPr>
                <p:cNvPr id="37924" name="Line 13"/>
                <p:cNvSpPr/>
                <p:nvPr/>
              </p:nvSpPr>
              <p:spPr>
                <a:xfrm flipV="1">
                  <a:off x="4270" y="2156"/>
                  <a:ext cx="608" cy="336"/>
                </a:xfrm>
                <a:prstGeom prst="line">
                  <a:avLst/>
                </a:prstGeom>
                <a:ln w="38100" cap="flat" cmpd="sng">
                  <a:solidFill>
                    <a:srgbClr val="FF5050"/>
                  </a:solidFill>
                  <a:prstDash val="solid"/>
                  <a:headEnd type="none" w="med" len="med"/>
                  <a:tailEnd type="stealth" w="med" len="lg"/>
                </a:ln>
              </p:spPr>
            </p:sp>
            <p:sp>
              <p:nvSpPr>
                <p:cNvPr id="37925" name="Line 14"/>
                <p:cNvSpPr/>
                <p:nvPr/>
              </p:nvSpPr>
              <p:spPr>
                <a:xfrm flipV="1">
                  <a:off x="4862" y="1733"/>
                  <a:ext cx="0" cy="500"/>
                </a:xfrm>
                <a:prstGeom prst="line">
                  <a:avLst/>
                </a:prstGeom>
                <a:ln w="38100" cap="flat" cmpd="sng">
                  <a:solidFill>
                    <a:schemeClr val="accent2"/>
                  </a:solidFill>
                  <a:prstDash val="solid"/>
                  <a:headEnd type="stealth" w="med" len="lg"/>
                  <a:tailEnd type="none" w="med" len="med"/>
                </a:ln>
              </p:spPr>
            </p:sp>
          </p:grpSp>
          <p:sp>
            <p:nvSpPr>
              <p:cNvPr id="37915" name="Text Box 15"/>
              <p:cNvSpPr txBox="1"/>
              <p:nvPr/>
            </p:nvSpPr>
            <p:spPr>
              <a:xfrm>
                <a:off x="5088" y="2544"/>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7916" name="Text Box 16"/>
              <p:cNvSpPr txBox="1"/>
              <p:nvPr/>
            </p:nvSpPr>
            <p:spPr>
              <a:xfrm>
                <a:off x="4656" y="225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baseline="-25000" dirty="0">
                  <a:latin typeface="Times New Roman" panose="02020603050405020304" pitchFamily="18" charset="0"/>
                  <a:ea typeface="华文中宋" panose="02010600040101010101" pitchFamily="2" charset="-122"/>
                </a:endParaRPr>
              </a:p>
            </p:txBody>
          </p:sp>
          <p:sp>
            <p:nvSpPr>
              <p:cNvPr id="37917" name="Text Box 17"/>
              <p:cNvSpPr txBox="1"/>
              <p:nvPr/>
            </p:nvSpPr>
            <p:spPr>
              <a:xfrm>
                <a:off x="4368" y="177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7918" name="Text Box 18"/>
              <p:cNvSpPr txBox="1"/>
              <p:nvPr/>
            </p:nvSpPr>
            <p:spPr>
              <a:xfrm>
                <a:off x="4848" y="177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7919" name="Text Box 19"/>
              <p:cNvSpPr txBox="1"/>
              <p:nvPr/>
            </p:nvSpPr>
            <p:spPr>
              <a:xfrm>
                <a:off x="4320" y="144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baseline="-25000" dirty="0">
                  <a:latin typeface="Times New Roman" panose="02020603050405020304" pitchFamily="18" charset="0"/>
                  <a:ea typeface="华文中宋" panose="02010600040101010101" pitchFamily="2" charset="-122"/>
                </a:endParaRPr>
              </a:p>
            </p:txBody>
          </p:sp>
          <p:sp>
            <p:nvSpPr>
              <p:cNvPr id="37920" name="Text Box 20"/>
              <p:cNvSpPr txBox="1"/>
              <p:nvPr/>
            </p:nvSpPr>
            <p:spPr>
              <a:xfrm>
                <a:off x="4032" y="249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baseline="-25000" dirty="0">
                  <a:latin typeface="Times New Roman" panose="02020603050405020304" pitchFamily="18" charset="0"/>
                  <a:ea typeface="华文中宋" panose="02010600040101010101" pitchFamily="2" charset="-122"/>
                </a:endParaRPr>
              </a:p>
            </p:txBody>
          </p:sp>
        </p:grpSp>
      </p:grpSp>
      <p:grpSp>
        <p:nvGrpSpPr>
          <p:cNvPr id="5" name="Group 21"/>
          <p:cNvGrpSpPr/>
          <p:nvPr/>
        </p:nvGrpSpPr>
        <p:grpSpPr>
          <a:xfrm>
            <a:off x="1331913" y="3357563"/>
            <a:ext cx="2209800" cy="3200400"/>
            <a:chOff x="3840" y="1536"/>
            <a:chExt cx="1392" cy="2016"/>
          </a:xfrm>
        </p:grpSpPr>
        <p:sp>
          <p:nvSpPr>
            <p:cNvPr id="37896" name="Text Box 22"/>
            <p:cNvSpPr txBox="1"/>
            <p:nvPr/>
          </p:nvSpPr>
          <p:spPr>
            <a:xfrm>
              <a:off x="4320" y="326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(c)</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37897" name="Group 23"/>
            <p:cNvGrpSpPr/>
            <p:nvPr/>
          </p:nvGrpSpPr>
          <p:grpSpPr>
            <a:xfrm>
              <a:off x="3840" y="1536"/>
              <a:ext cx="1392" cy="1776"/>
              <a:chOff x="3840" y="1536"/>
              <a:chExt cx="1392" cy="1776"/>
            </a:xfrm>
          </p:grpSpPr>
          <p:grpSp>
            <p:nvGrpSpPr>
              <p:cNvPr id="37898" name="Group 24"/>
              <p:cNvGrpSpPr/>
              <p:nvPr/>
            </p:nvGrpSpPr>
            <p:grpSpPr>
              <a:xfrm>
                <a:off x="3840" y="1632"/>
                <a:ext cx="1296" cy="1680"/>
                <a:chOff x="3840" y="1632"/>
                <a:chExt cx="1296" cy="1680"/>
              </a:xfrm>
            </p:grpSpPr>
            <p:sp>
              <p:nvSpPr>
                <p:cNvPr id="37905" name="Line 25"/>
                <p:cNvSpPr/>
                <p:nvPr/>
              </p:nvSpPr>
              <p:spPr>
                <a:xfrm flipH="1" flipV="1">
                  <a:off x="3840" y="2636"/>
                  <a:ext cx="1296" cy="1"/>
                </a:xfrm>
                <a:prstGeom prst="line">
                  <a:avLst/>
                </a:prstGeom>
                <a:ln w="38100" cap="flat" cmpd="sng">
                  <a:solidFill>
                    <a:srgbClr val="000000"/>
                  </a:solidFill>
                  <a:prstDash val="solid"/>
                  <a:headEnd type="stealth" w="med" len="lg"/>
                  <a:tailEnd type="none" w="med" len="med"/>
                </a:ln>
              </p:spPr>
            </p:sp>
            <p:sp>
              <p:nvSpPr>
                <p:cNvPr id="37906" name="Line 26"/>
                <p:cNvSpPr/>
                <p:nvPr/>
              </p:nvSpPr>
              <p:spPr>
                <a:xfrm flipH="1">
                  <a:off x="4101" y="1632"/>
                  <a:ext cx="8" cy="1680"/>
                </a:xfrm>
                <a:prstGeom prst="line">
                  <a:avLst/>
                </a:prstGeom>
                <a:ln w="38100" cap="flat" cmpd="sng">
                  <a:solidFill>
                    <a:srgbClr val="000000"/>
                  </a:solidFill>
                  <a:prstDash val="solid"/>
                  <a:headEnd type="stealth" w="med" len="lg"/>
                  <a:tailEnd type="none" w="med" len="med"/>
                </a:ln>
              </p:spPr>
            </p:sp>
            <p:sp>
              <p:nvSpPr>
                <p:cNvPr id="37907" name="Line 27"/>
                <p:cNvSpPr/>
                <p:nvPr/>
              </p:nvSpPr>
              <p:spPr>
                <a:xfrm flipV="1">
                  <a:off x="4128" y="2648"/>
                  <a:ext cx="0" cy="486"/>
                </a:xfrm>
                <a:prstGeom prst="line">
                  <a:avLst/>
                </a:prstGeom>
                <a:ln w="38100" cap="flat" cmpd="sng">
                  <a:solidFill>
                    <a:schemeClr val="accent2"/>
                  </a:solidFill>
                  <a:prstDash val="solid"/>
                  <a:headEnd type="stealth" w="med" len="lg"/>
                  <a:tailEnd type="none" w="med" len="med"/>
                </a:ln>
              </p:spPr>
            </p:sp>
            <p:sp>
              <p:nvSpPr>
                <p:cNvPr id="37908" name="Line 28"/>
                <p:cNvSpPr/>
                <p:nvPr/>
              </p:nvSpPr>
              <p:spPr>
                <a:xfrm>
                  <a:off x="4696" y="1864"/>
                  <a:ext cx="0" cy="487"/>
                </a:xfrm>
                <a:prstGeom prst="line">
                  <a:avLst/>
                </a:prstGeom>
                <a:ln w="38100" cap="flat" cmpd="sng">
                  <a:solidFill>
                    <a:srgbClr val="000000"/>
                  </a:solidFill>
                  <a:prstDash val="dash"/>
                  <a:headEnd type="none" w="med" len="lg"/>
                  <a:tailEnd type="none" w="med" len="med"/>
                </a:ln>
              </p:spPr>
            </p:sp>
            <p:sp>
              <p:nvSpPr>
                <p:cNvPr id="37909" name="Line 29"/>
                <p:cNvSpPr/>
                <p:nvPr/>
              </p:nvSpPr>
              <p:spPr>
                <a:xfrm flipH="1">
                  <a:off x="4101" y="1829"/>
                  <a:ext cx="582" cy="807"/>
                </a:xfrm>
                <a:prstGeom prst="line">
                  <a:avLst/>
                </a:prstGeom>
                <a:ln w="38100" cap="flat" cmpd="sng">
                  <a:solidFill>
                    <a:schemeClr val="accent2"/>
                  </a:solidFill>
                  <a:prstDash val="solid"/>
                  <a:headEnd type="stealth" w="med" len="lg"/>
                  <a:tailEnd type="none" w="med" len="med"/>
                </a:ln>
              </p:spPr>
            </p:sp>
            <p:sp>
              <p:nvSpPr>
                <p:cNvPr id="37910" name="Line 30"/>
                <p:cNvSpPr/>
                <p:nvPr/>
              </p:nvSpPr>
              <p:spPr>
                <a:xfrm flipH="1">
                  <a:off x="4100" y="2340"/>
                  <a:ext cx="581" cy="807"/>
                </a:xfrm>
                <a:prstGeom prst="line">
                  <a:avLst/>
                </a:prstGeom>
                <a:ln w="38100" cap="flat" cmpd="sng">
                  <a:solidFill>
                    <a:srgbClr val="000000"/>
                  </a:solidFill>
                  <a:prstDash val="dash"/>
                  <a:headEnd type="none" w="med" len="lg"/>
                  <a:tailEnd type="none" w="med" len="med"/>
                </a:ln>
              </p:spPr>
            </p:sp>
            <p:sp>
              <p:nvSpPr>
                <p:cNvPr id="37911" name="Line 31"/>
                <p:cNvSpPr/>
                <p:nvPr/>
              </p:nvSpPr>
              <p:spPr>
                <a:xfrm flipV="1">
                  <a:off x="4116" y="2286"/>
                  <a:ext cx="591" cy="323"/>
                </a:xfrm>
                <a:prstGeom prst="line">
                  <a:avLst/>
                </a:prstGeom>
                <a:ln w="38100" cap="flat" cmpd="sng">
                  <a:solidFill>
                    <a:srgbClr val="FF5050"/>
                  </a:solidFill>
                  <a:prstDash val="solid"/>
                  <a:headEnd type="none" w="med" len="med"/>
                  <a:tailEnd type="stealth" w="med" len="lg"/>
                </a:ln>
              </p:spPr>
            </p:sp>
          </p:grpSp>
          <p:sp>
            <p:nvSpPr>
              <p:cNvPr id="37899" name="Text Box 32"/>
              <p:cNvSpPr txBox="1"/>
              <p:nvPr/>
            </p:nvSpPr>
            <p:spPr>
              <a:xfrm>
                <a:off x="4896" y="2640"/>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7900" name="Text Box 33"/>
              <p:cNvSpPr txBox="1"/>
              <p:nvPr/>
            </p:nvSpPr>
            <p:spPr>
              <a:xfrm>
                <a:off x="4704" y="216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baseline="-25000" dirty="0">
                  <a:latin typeface="Times New Roman" panose="02020603050405020304" pitchFamily="18" charset="0"/>
                  <a:ea typeface="华文中宋" panose="02010600040101010101" pitchFamily="2" charset="-122"/>
                </a:endParaRPr>
              </a:p>
            </p:txBody>
          </p:sp>
          <p:sp>
            <p:nvSpPr>
              <p:cNvPr id="37901" name="Text Box 34"/>
              <p:cNvSpPr txBox="1"/>
              <p:nvPr/>
            </p:nvSpPr>
            <p:spPr>
              <a:xfrm>
                <a:off x="4176" y="196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7902" name="Text Box 35"/>
              <p:cNvSpPr txBox="1"/>
              <p:nvPr/>
            </p:nvSpPr>
            <p:spPr>
              <a:xfrm>
                <a:off x="4176" y="297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7903" name="Text Box 36"/>
              <p:cNvSpPr txBox="1"/>
              <p:nvPr/>
            </p:nvSpPr>
            <p:spPr>
              <a:xfrm>
                <a:off x="4128" y="153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baseline="-25000" dirty="0">
                  <a:latin typeface="Times New Roman" panose="02020603050405020304" pitchFamily="18" charset="0"/>
                  <a:ea typeface="华文中宋" panose="02010600040101010101" pitchFamily="2" charset="-122"/>
                </a:endParaRPr>
              </a:p>
            </p:txBody>
          </p:sp>
          <p:sp>
            <p:nvSpPr>
              <p:cNvPr id="37904" name="Text Box 37"/>
              <p:cNvSpPr txBox="1"/>
              <p:nvPr/>
            </p:nvSpPr>
            <p:spPr>
              <a:xfrm>
                <a:off x="3840" y="259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400" b="1" baseline="-25000" dirty="0">
                  <a:latin typeface="Times New Roman" panose="02020603050405020304" pitchFamily="18" charset="0"/>
                  <a:ea typeface="华文中宋" panose="02010600040101010101" pitchFamily="2" charset="-122"/>
                </a:endParaRPr>
              </a:p>
            </p:txBody>
          </p:sp>
        </p:grpSp>
      </p:grpSp>
      <p:graphicFrame>
        <p:nvGraphicFramePr>
          <p:cNvPr id="39" name="Object 8"/>
          <p:cNvGraphicFramePr>
            <a:graphicFrameLocks noChangeAspect="1"/>
          </p:cNvGraphicFramePr>
          <p:nvPr/>
        </p:nvGraphicFramePr>
        <p:xfrm>
          <a:off x="2420938" y="522288"/>
          <a:ext cx="4038600" cy="549275"/>
        </p:xfrm>
        <a:graphic>
          <a:graphicData uri="http://schemas.openxmlformats.org/presentationml/2006/ole">
            <mc:AlternateContent xmlns:mc="http://schemas.openxmlformats.org/markup-compatibility/2006">
              <mc:Choice xmlns:v="urn:schemas-microsoft-com:vml" Requires="v">
                <p:oleObj spid="_x0000_s3162" name="" r:id="rId3" imgW="1917700" imgH="241300" progId="Equation.3">
                  <p:embed/>
                </p:oleObj>
              </mc:Choice>
              <mc:Fallback>
                <p:oleObj name="" r:id="rId3" imgW="1917700" imgH="241300" progId="Equation.3">
                  <p:embed/>
                  <p:pic>
                    <p:nvPicPr>
                      <p:cNvPr id="0" name="图片 3161"/>
                      <p:cNvPicPr/>
                      <p:nvPr/>
                    </p:nvPicPr>
                    <p:blipFill>
                      <a:blip r:embed="rId4"/>
                      <a:stretch>
                        <a:fillRect/>
                      </a:stretch>
                    </p:blipFill>
                    <p:spPr>
                      <a:xfrm>
                        <a:off x="2420938" y="522288"/>
                        <a:ext cx="4038600" cy="5492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796675"/>
                                        </p:tgtEl>
                                        <p:attrNameLst>
                                          <p:attrName>style.visibility</p:attrName>
                                        </p:attrNameLst>
                                      </p:cBhvr>
                                      <p:to>
                                        <p:strVal val="visible"/>
                                      </p:to>
                                    </p:set>
                                    <p:animEffect transition="in" filter="dissolve">
                                      <p:cBhvr>
                                        <p:cTn id="16" dur="500"/>
                                        <p:tgtEl>
                                          <p:spTgt spid="79667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96676"/>
                                        </p:tgtEl>
                                        <p:attrNameLst>
                                          <p:attrName>style.visibility</p:attrName>
                                        </p:attrNameLst>
                                      </p:cBhvr>
                                      <p:to>
                                        <p:strVal val="visible"/>
                                      </p:to>
                                    </p:set>
                                    <p:animEffect transition="in" filter="wipe(left)">
                                      <p:cBhvr>
                                        <p:cTn id="20" dur="500"/>
                                        <p:tgtEl>
                                          <p:spTgt spid="796676"/>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5651" name="Text Box 3"/>
          <p:cNvSpPr txBox="1"/>
          <p:nvPr/>
        </p:nvSpPr>
        <p:spPr>
          <a:xfrm>
            <a:off x="609600" y="1992313"/>
            <a:ext cx="8001000" cy="9794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solidFill>
                  <a:srgbClr val="006600"/>
                </a:solidFill>
                <a:latin typeface="Times New Roman" panose="02020603050405020304" pitchFamily="18" charset="0"/>
                <a:ea typeface="华文中宋" panose="02010600040101010101" pitchFamily="2" charset="-122"/>
              </a:rPr>
              <a:t>[</a:t>
            </a:r>
            <a:r>
              <a:rPr lang="zh-CN" altLang="en-US" sz="2400" b="1" dirty="0">
                <a:solidFill>
                  <a:srgbClr val="006600"/>
                </a:solidFill>
                <a:latin typeface="Times New Roman" panose="02020603050405020304" pitchFamily="18" charset="0"/>
                <a:ea typeface="华文中宋" panose="02010600040101010101" pitchFamily="2" charset="-122"/>
              </a:rPr>
              <a:t>例</a:t>
            </a:r>
            <a:r>
              <a:rPr lang="en-US" altLang="zh-CN" sz="2400" b="1" dirty="0">
                <a:solidFill>
                  <a:srgbClr val="006600"/>
                </a:solidFill>
                <a:latin typeface="Times New Roman" panose="02020603050405020304" pitchFamily="18" charset="0"/>
                <a:ea typeface="华文中宋" panose="02010600040101010101" pitchFamily="2" charset="-122"/>
              </a:rPr>
              <a:t>]</a:t>
            </a:r>
            <a:r>
              <a:rPr lang="en-US" altLang="zh-CN" sz="2400" b="1" dirty="0">
                <a:solidFill>
                  <a:schemeClr val="accent2"/>
                </a:solidFill>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电路如图</a:t>
            </a:r>
            <a:r>
              <a:rPr lang="en-US" altLang="zh-CN" sz="2400" b="1" dirty="0">
                <a:latin typeface="Times New Roman" panose="02020603050405020304" pitchFamily="18" charset="0"/>
                <a:ea typeface="华文中宋" panose="02010600040101010101" pitchFamily="2" charset="-122"/>
              </a:rPr>
              <a:t>(a)</a:t>
            </a:r>
            <a:r>
              <a:rPr lang="zh-CN" altLang="en-US" sz="2400" b="1" dirty="0">
                <a:latin typeface="Times New Roman" panose="02020603050405020304" pitchFamily="18" charset="0"/>
                <a:ea typeface="华文中宋" panose="02010600040101010101" pitchFamily="2" charset="-122"/>
              </a:rPr>
              <a:t>所示，试求电压源电压相量</a:t>
            </a: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 </a:t>
            </a:r>
            <a:r>
              <a:rPr lang="zh-CN" altLang="en-US" sz="2400" b="1" dirty="0">
                <a:latin typeface="Times New Roman" panose="02020603050405020304" pitchFamily="18" charset="0"/>
                <a:ea typeface="华文中宋" panose="02010600040101010101" pitchFamily="2" charset="-122"/>
              </a:rPr>
              <a:t>，画出相量图。已知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5652" name="Object 4"/>
          <p:cNvGraphicFramePr>
            <a:graphicFrameLocks noChangeAspect="1"/>
          </p:cNvGraphicFramePr>
          <p:nvPr/>
        </p:nvGraphicFramePr>
        <p:xfrm>
          <a:off x="1517650" y="2852738"/>
          <a:ext cx="2824163" cy="1674812"/>
        </p:xfrm>
        <a:graphic>
          <a:graphicData uri="http://schemas.openxmlformats.org/presentationml/2006/ole">
            <mc:AlternateContent xmlns:mc="http://schemas.openxmlformats.org/markup-compatibility/2006">
              <mc:Choice xmlns:v="urn:schemas-microsoft-com:vml" Requires="v">
                <p:oleObj spid="_x0000_s3164" name="" r:id="rId1" imgW="1079500" imgH="736600" progId="Equation.3">
                  <p:embed/>
                </p:oleObj>
              </mc:Choice>
              <mc:Fallback>
                <p:oleObj name="" r:id="rId1" imgW="1079500" imgH="736600" progId="Equation.3">
                  <p:embed/>
                  <p:pic>
                    <p:nvPicPr>
                      <p:cNvPr id="0" name="图片 3163"/>
                      <p:cNvPicPr/>
                      <p:nvPr/>
                    </p:nvPicPr>
                    <p:blipFill>
                      <a:blip r:embed="rId2"/>
                      <a:stretch>
                        <a:fillRect/>
                      </a:stretch>
                    </p:blipFill>
                    <p:spPr>
                      <a:xfrm>
                        <a:off x="1517650" y="2852738"/>
                        <a:ext cx="2824163" cy="1674812"/>
                      </a:xfrm>
                      <a:prstGeom prst="rect">
                        <a:avLst/>
                      </a:prstGeom>
                      <a:noFill/>
                      <a:ln w="38100">
                        <a:noFill/>
                        <a:miter/>
                      </a:ln>
                    </p:spPr>
                  </p:pic>
                </p:oleObj>
              </mc:Fallback>
            </mc:AlternateContent>
          </a:graphicData>
        </a:graphic>
      </p:graphicFrame>
      <p:sp>
        <p:nvSpPr>
          <p:cNvPr id="795653" name="Text Box 5"/>
          <p:cNvSpPr txBox="1"/>
          <p:nvPr/>
        </p:nvSpPr>
        <p:spPr>
          <a:xfrm>
            <a:off x="533400" y="260350"/>
            <a:ext cx="8001000" cy="1422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20000"/>
              </a:lnSpc>
              <a:spcBef>
                <a:spcPct val="50000"/>
              </a:spcBef>
              <a:buClrTx/>
              <a:buSzTx/>
              <a:buFontTx/>
              <a:buNone/>
            </a:pPr>
            <a:r>
              <a:rPr lang="en-US" altLang="zh-CN" sz="2400" b="1" dirty="0">
                <a:solidFill>
                  <a:srgbClr val="006600"/>
                </a:solidFill>
                <a:latin typeface="Times New Roman" panose="02020603050405020304" pitchFamily="18" charset="0"/>
                <a:ea typeface="华文中宋" panose="02010600040101010101" pitchFamily="2" charset="-122"/>
              </a:rPr>
              <a:t>     </a:t>
            </a:r>
            <a:r>
              <a:rPr lang="zh-CN" altLang="en-US" sz="2400" b="1" dirty="0">
                <a:solidFill>
                  <a:srgbClr val="006600"/>
                </a:solidFill>
                <a:latin typeface="Times New Roman" panose="02020603050405020304" pitchFamily="18" charset="0"/>
                <a:ea typeface="华文中宋" panose="02010600040101010101" pitchFamily="2" charset="-122"/>
              </a:rPr>
              <a:t>根据瞬时值写出相量，或者根据相量写出瞬时值都是比较简单的。所以，作为已知条件可以直接给出相量形式，最后答案给出相量形式也就可以了。</a:t>
            </a:r>
            <a:endParaRPr lang="zh-CN" altLang="en-US" sz="2400" b="1" dirty="0">
              <a:solidFill>
                <a:srgbClr val="006600"/>
              </a:solidFill>
              <a:latin typeface="Times New Roman" panose="02020603050405020304" pitchFamily="18" charset="0"/>
              <a:ea typeface="华文中宋" panose="02010600040101010101" pitchFamily="2" charset="-122"/>
            </a:endParaRPr>
          </a:p>
        </p:txBody>
      </p:sp>
      <p:grpSp>
        <p:nvGrpSpPr>
          <p:cNvPr id="2" name="Group 6"/>
          <p:cNvGrpSpPr/>
          <p:nvPr/>
        </p:nvGrpSpPr>
        <p:grpSpPr>
          <a:xfrm>
            <a:off x="5029200" y="2846388"/>
            <a:ext cx="3733800" cy="3249612"/>
            <a:chOff x="3168" y="1594"/>
            <a:chExt cx="2352" cy="2047"/>
          </a:xfrm>
        </p:grpSpPr>
        <p:grpSp>
          <p:nvGrpSpPr>
            <p:cNvPr id="38921" name="Group 7"/>
            <p:cNvGrpSpPr/>
            <p:nvPr/>
          </p:nvGrpSpPr>
          <p:grpSpPr>
            <a:xfrm>
              <a:off x="3168" y="1680"/>
              <a:ext cx="2200" cy="1592"/>
              <a:chOff x="1931" y="2899"/>
              <a:chExt cx="5500" cy="3982"/>
            </a:xfrm>
          </p:grpSpPr>
          <p:sp>
            <p:nvSpPr>
              <p:cNvPr id="38930" name="Rectangle 8"/>
              <p:cNvSpPr/>
              <p:nvPr/>
            </p:nvSpPr>
            <p:spPr>
              <a:xfrm>
                <a:off x="2228" y="3636"/>
                <a:ext cx="4202" cy="2893"/>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8931" name="Oval 9"/>
              <p:cNvSpPr/>
              <p:nvPr/>
            </p:nvSpPr>
            <p:spPr>
              <a:xfrm>
                <a:off x="1931" y="4747"/>
                <a:ext cx="616" cy="627"/>
              </a:xfrm>
              <a:prstGeom prst="ellipse">
                <a:avLst/>
              </a:prstGeom>
              <a:no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8932" name="Rectangle 10"/>
              <p:cNvSpPr/>
              <p:nvPr/>
            </p:nvSpPr>
            <p:spPr>
              <a:xfrm>
                <a:off x="4010" y="3295"/>
                <a:ext cx="792" cy="682"/>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8933" name="Rectangle 11"/>
              <p:cNvSpPr/>
              <p:nvPr/>
            </p:nvSpPr>
            <p:spPr>
              <a:xfrm>
                <a:off x="4043" y="6199"/>
                <a:ext cx="792" cy="682"/>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8934" name="Rectangle 12"/>
              <p:cNvSpPr/>
              <p:nvPr/>
            </p:nvSpPr>
            <p:spPr>
              <a:xfrm>
                <a:off x="6034" y="4593"/>
                <a:ext cx="792" cy="682"/>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38935" name="Line 13"/>
              <p:cNvSpPr/>
              <p:nvPr/>
            </p:nvSpPr>
            <p:spPr>
              <a:xfrm>
                <a:off x="2426" y="4571"/>
                <a:ext cx="330" cy="0"/>
              </a:xfrm>
              <a:prstGeom prst="line">
                <a:avLst/>
              </a:prstGeom>
              <a:ln w="38100" cap="flat" cmpd="sng">
                <a:solidFill>
                  <a:srgbClr val="000000"/>
                </a:solidFill>
                <a:prstDash val="solid"/>
                <a:headEnd type="none" w="med" len="med"/>
                <a:tailEnd type="none" w="med" len="med"/>
              </a:ln>
            </p:spPr>
          </p:sp>
          <p:sp>
            <p:nvSpPr>
              <p:cNvPr id="38936" name="Line 14"/>
              <p:cNvSpPr/>
              <p:nvPr/>
            </p:nvSpPr>
            <p:spPr>
              <a:xfrm>
                <a:off x="2613" y="4406"/>
                <a:ext cx="0" cy="374"/>
              </a:xfrm>
              <a:prstGeom prst="line">
                <a:avLst/>
              </a:prstGeom>
              <a:ln w="38100" cap="flat" cmpd="sng">
                <a:solidFill>
                  <a:srgbClr val="000000"/>
                </a:solidFill>
                <a:prstDash val="solid"/>
                <a:headEnd type="none" w="med" len="med"/>
                <a:tailEnd type="none" w="med" len="med"/>
              </a:ln>
            </p:spPr>
          </p:sp>
          <p:sp>
            <p:nvSpPr>
              <p:cNvPr id="38937" name="Line 15"/>
              <p:cNvSpPr/>
              <p:nvPr/>
            </p:nvSpPr>
            <p:spPr>
              <a:xfrm flipV="1">
                <a:off x="2426" y="5572"/>
                <a:ext cx="341" cy="0"/>
              </a:xfrm>
              <a:prstGeom prst="line">
                <a:avLst/>
              </a:prstGeom>
              <a:ln w="38100" cap="flat" cmpd="sng">
                <a:solidFill>
                  <a:srgbClr val="000000"/>
                </a:solidFill>
                <a:prstDash val="solid"/>
                <a:headEnd type="none" w="med" len="med"/>
                <a:tailEnd type="none" w="med" len="med"/>
              </a:ln>
            </p:spPr>
          </p:sp>
          <p:sp>
            <p:nvSpPr>
              <p:cNvPr id="38938" name="Line 16"/>
              <p:cNvSpPr/>
              <p:nvPr/>
            </p:nvSpPr>
            <p:spPr>
              <a:xfrm flipV="1">
                <a:off x="5033" y="3086"/>
                <a:ext cx="341" cy="0"/>
              </a:xfrm>
              <a:prstGeom prst="line">
                <a:avLst/>
              </a:prstGeom>
              <a:ln w="38100" cap="flat" cmpd="sng">
                <a:solidFill>
                  <a:srgbClr val="000000"/>
                </a:solidFill>
                <a:prstDash val="solid"/>
                <a:headEnd type="none" w="med" len="med"/>
                <a:tailEnd type="none" w="med" len="med"/>
              </a:ln>
            </p:spPr>
          </p:sp>
          <p:sp>
            <p:nvSpPr>
              <p:cNvPr id="38939" name="Line 17"/>
              <p:cNvSpPr/>
              <p:nvPr/>
            </p:nvSpPr>
            <p:spPr>
              <a:xfrm flipV="1">
                <a:off x="3548" y="5913"/>
                <a:ext cx="341" cy="0"/>
              </a:xfrm>
              <a:prstGeom prst="line">
                <a:avLst/>
              </a:prstGeom>
              <a:ln w="38100" cap="flat" cmpd="sng">
                <a:solidFill>
                  <a:srgbClr val="000000"/>
                </a:solidFill>
                <a:prstDash val="solid"/>
                <a:headEnd type="none" w="med" len="med"/>
                <a:tailEnd type="none" w="med" len="med"/>
              </a:ln>
            </p:spPr>
          </p:sp>
          <p:sp>
            <p:nvSpPr>
              <p:cNvPr id="38940" name="Line 18"/>
              <p:cNvSpPr/>
              <p:nvPr/>
            </p:nvSpPr>
            <p:spPr>
              <a:xfrm flipV="1">
                <a:off x="7090" y="5506"/>
                <a:ext cx="341" cy="0"/>
              </a:xfrm>
              <a:prstGeom prst="line">
                <a:avLst/>
              </a:prstGeom>
              <a:ln w="38100" cap="flat" cmpd="sng">
                <a:solidFill>
                  <a:srgbClr val="000000"/>
                </a:solidFill>
                <a:prstDash val="solid"/>
                <a:headEnd type="none" w="med" len="med"/>
                <a:tailEnd type="none" w="med" len="med"/>
              </a:ln>
            </p:spPr>
          </p:sp>
          <p:sp>
            <p:nvSpPr>
              <p:cNvPr id="38941" name="Line 19"/>
              <p:cNvSpPr/>
              <p:nvPr/>
            </p:nvSpPr>
            <p:spPr>
              <a:xfrm flipV="1">
                <a:off x="3386" y="6532"/>
                <a:ext cx="341" cy="0"/>
              </a:xfrm>
              <a:prstGeom prst="line">
                <a:avLst/>
              </a:prstGeom>
              <a:ln w="38100" cap="flat" cmpd="sng">
                <a:solidFill>
                  <a:srgbClr val="000000"/>
                </a:solidFill>
                <a:prstDash val="solid"/>
                <a:headEnd type="none" w="med" len="med"/>
                <a:tailEnd type="none" w="med" len="med"/>
              </a:ln>
            </p:spPr>
          </p:sp>
          <p:sp>
            <p:nvSpPr>
              <p:cNvPr id="38942" name="Line 20"/>
              <p:cNvSpPr/>
              <p:nvPr/>
            </p:nvSpPr>
            <p:spPr>
              <a:xfrm flipV="1">
                <a:off x="3427" y="3075"/>
                <a:ext cx="341" cy="0"/>
              </a:xfrm>
              <a:prstGeom prst="line">
                <a:avLst/>
              </a:prstGeom>
              <a:ln w="38100" cap="flat" cmpd="sng">
                <a:solidFill>
                  <a:srgbClr val="000000"/>
                </a:solidFill>
                <a:prstDash val="solid"/>
                <a:headEnd type="none" w="med" len="med"/>
                <a:tailEnd type="none" w="med" len="med"/>
              </a:ln>
            </p:spPr>
          </p:sp>
          <p:sp>
            <p:nvSpPr>
              <p:cNvPr id="38943" name="Line 21"/>
              <p:cNvSpPr/>
              <p:nvPr/>
            </p:nvSpPr>
            <p:spPr>
              <a:xfrm flipV="1">
                <a:off x="7002" y="4296"/>
                <a:ext cx="341" cy="0"/>
              </a:xfrm>
              <a:prstGeom prst="line">
                <a:avLst/>
              </a:prstGeom>
              <a:ln w="38100" cap="flat" cmpd="sng">
                <a:solidFill>
                  <a:srgbClr val="000000"/>
                </a:solidFill>
                <a:prstDash val="solid"/>
                <a:headEnd type="none" w="med" len="med"/>
                <a:tailEnd type="none" w="med" len="med"/>
              </a:ln>
            </p:spPr>
          </p:sp>
          <p:sp>
            <p:nvSpPr>
              <p:cNvPr id="38944" name="Line 22"/>
              <p:cNvSpPr/>
              <p:nvPr/>
            </p:nvSpPr>
            <p:spPr>
              <a:xfrm flipV="1">
                <a:off x="5077" y="5924"/>
                <a:ext cx="341" cy="0"/>
              </a:xfrm>
              <a:prstGeom prst="line">
                <a:avLst/>
              </a:prstGeom>
              <a:ln w="38100" cap="flat" cmpd="sng">
                <a:solidFill>
                  <a:srgbClr val="000000"/>
                </a:solidFill>
                <a:prstDash val="solid"/>
                <a:headEnd type="none" w="med" len="med"/>
                <a:tailEnd type="none" w="med" len="med"/>
              </a:ln>
            </p:spPr>
          </p:sp>
          <p:sp>
            <p:nvSpPr>
              <p:cNvPr id="38945" name="Line 23"/>
              <p:cNvSpPr/>
              <p:nvPr/>
            </p:nvSpPr>
            <p:spPr>
              <a:xfrm>
                <a:off x="3592" y="2899"/>
                <a:ext cx="0" cy="374"/>
              </a:xfrm>
              <a:prstGeom prst="line">
                <a:avLst/>
              </a:prstGeom>
              <a:ln w="38100" cap="flat" cmpd="sng">
                <a:solidFill>
                  <a:srgbClr val="000000"/>
                </a:solidFill>
                <a:prstDash val="solid"/>
                <a:headEnd type="none" w="med" len="med"/>
                <a:tailEnd type="none" w="med" len="med"/>
              </a:ln>
            </p:spPr>
          </p:sp>
          <p:sp>
            <p:nvSpPr>
              <p:cNvPr id="38946" name="Line 24"/>
              <p:cNvSpPr/>
              <p:nvPr/>
            </p:nvSpPr>
            <p:spPr>
              <a:xfrm>
                <a:off x="7167" y="4109"/>
                <a:ext cx="0" cy="374"/>
              </a:xfrm>
              <a:prstGeom prst="line">
                <a:avLst/>
              </a:prstGeom>
              <a:ln w="38100" cap="flat" cmpd="sng">
                <a:solidFill>
                  <a:srgbClr val="000000"/>
                </a:solidFill>
                <a:prstDash val="solid"/>
                <a:headEnd type="none" w="med" len="med"/>
                <a:tailEnd type="none" w="med" len="med"/>
              </a:ln>
            </p:spPr>
          </p:sp>
          <p:sp>
            <p:nvSpPr>
              <p:cNvPr id="38947" name="Line 25"/>
              <p:cNvSpPr/>
              <p:nvPr/>
            </p:nvSpPr>
            <p:spPr>
              <a:xfrm>
                <a:off x="5231" y="5726"/>
                <a:ext cx="0" cy="374"/>
              </a:xfrm>
              <a:prstGeom prst="line">
                <a:avLst/>
              </a:prstGeom>
              <a:ln w="38100" cap="flat" cmpd="sng">
                <a:solidFill>
                  <a:srgbClr val="000000"/>
                </a:solidFill>
                <a:prstDash val="solid"/>
                <a:headEnd type="none" w="med" len="med"/>
                <a:tailEnd type="none" w="med" len="med"/>
              </a:ln>
            </p:spPr>
          </p:sp>
        </p:grpSp>
        <p:sp>
          <p:nvSpPr>
            <p:cNvPr id="38922" name="Text Box 26"/>
            <p:cNvSpPr txBox="1"/>
            <p:nvPr/>
          </p:nvSpPr>
          <p:spPr>
            <a:xfrm>
              <a:off x="4080" y="2746"/>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baseline="-25000" dirty="0">
                <a:latin typeface="Times New Roman" panose="02020603050405020304" pitchFamily="18" charset="0"/>
                <a:ea typeface="华文中宋" panose="02010600040101010101" pitchFamily="2" charset="-122"/>
              </a:endParaRPr>
            </a:p>
          </p:txBody>
        </p:sp>
        <p:sp>
          <p:nvSpPr>
            <p:cNvPr id="38923" name="Text Box 27"/>
            <p:cNvSpPr txBox="1"/>
            <p:nvPr/>
          </p:nvSpPr>
          <p:spPr>
            <a:xfrm>
              <a:off x="5184" y="2400"/>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8924" name="Text Box 28"/>
            <p:cNvSpPr txBox="1"/>
            <p:nvPr/>
          </p:nvSpPr>
          <p:spPr>
            <a:xfrm>
              <a:off x="4032" y="1594"/>
              <a:ext cx="384"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8925" name="Text Box 29"/>
            <p:cNvSpPr txBox="1"/>
            <p:nvPr/>
          </p:nvSpPr>
          <p:spPr>
            <a:xfrm>
              <a:off x="3456" y="2448"/>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38926" name="Text Box 30"/>
            <p:cNvSpPr txBox="1"/>
            <p:nvPr/>
          </p:nvSpPr>
          <p:spPr>
            <a:xfrm>
              <a:off x="4128" y="3024"/>
              <a:ext cx="192"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3</a:t>
              </a:r>
              <a:endParaRPr lang="en-US" altLang="zh-CN" sz="2400" b="1" baseline="-25000" dirty="0">
                <a:latin typeface="Times New Roman" panose="02020603050405020304" pitchFamily="18" charset="0"/>
                <a:ea typeface="华文中宋" panose="02010600040101010101" pitchFamily="2" charset="-122"/>
              </a:endParaRPr>
            </a:p>
          </p:txBody>
        </p:sp>
        <p:sp>
          <p:nvSpPr>
            <p:cNvPr id="38927" name="Text Box 31"/>
            <p:cNvSpPr txBox="1"/>
            <p:nvPr/>
          </p:nvSpPr>
          <p:spPr>
            <a:xfrm>
              <a:off x="4944" y="2362"/>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8928" name="Text Box 32"/>
            <p:cNvSpPr txBox="1"/>
            <p:nvPr/>
          </p:nvSpPr>
          <p:spPr>
            <a:xfrm>
              <a:off x="4080" y="1872"/>
              <a:ext cx="192"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baseline="-25000" dirty="0">
                <a:latin typeface="Times New Roman" panose="02020603050405020304" pitchFamily="18" charset="0"/>
                <a:ea typeface="华文中宋" panose="02010600040101010101" pitchFamily="2" charset="-122"/>
              </a:endParaRPr>
            </a:p>
          </p:txBody>
        </p:sp>
        <p:sp>
          <p:nvSpPr>
            <p:cNvPr id="38929" name="Text Box 33"/>
            <p:cNvSpPr txBox="1"/>
            <p:nvPr/>
          </p:nvSpPr>
          <p:spPr>
            <a:xfrm>
              <a:off x="3888" y="3408"/>
              <a:ext cx="72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图 </a:t>
              </a: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795682" name="Text Box 34"/>
          <p:cNvSpPr txBox="1"/>
          <p:nvPr/>
        </p:nvSpPr>
        <p:spPr>
          <a:xfrm>
            <a:off x="609600" y="4430713"/>
            <a:ext cx="4178300" cy="1422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solidFill>
                  <a:schemeClr val="accent2"/>
                </a:solidFill>
                <a:latin typeface="Times New Roman" panose="02020603050405020304" pitchFamily="18" charset="0"/>
                <a:ea typeface="华文中宋" panose="02010600040101010101" pitchFamily="2" charset="-122"/>
              </a:rPr>
              <a:t>解：</a:t>
            </a:r>
            <a:r>
              <a:rPr lang="zh-CN" altLang="en-US" sz="2400" b="1" dirty="0">
                <a:latin typeface="Times New Roman" panose="02020603050405020304" pitchFamily="18" charset="0"/>
                <a:ea typeface="华文中宋" panose="02010600040101010101" pitchFamily="2" charset="-122"/>
              </a:rPr>
              <a:t>对于图</a:t>
            </a:r>
            <a:r>
              <a:rPr lang="en-US" altLang="zh-CN" sz="2400" b="1" dirty="0">
                <a:latin typeface="Times New Roman" panose="02020603050405020304" pitchFamily="18" charset="0"/>
                <a:ea typeface="华文中宋" panose="02010600040101010101" pitchFamily="2" charset="-122"/>
              </a:rPr>
              <a:t>(a)</a:t>
            </a:r>
            <a:r>
              <a:rPr lang="zh-CN" altLang="en-US" sz="2400" b="1" dirty="0">
                <a:latin typeface="Times New Roman" panose="02020603050405020304" pitchFamily="18" charset="0"/>
                <a:ea typeface="华文中宋" panose="02010600040101010101" pitchFamily="2" charset="-122"/>
              </a:rPr>
              <a:t>中的回路，沿顺时针方向，列出的相量形式</a:t>
            </a:r>
            <a:r>
              <a:rPr lang="en-US" altLang="zh-CN" sz="2400" b="1" dirty="0">
                <a:latin typeface="Times New Roman" panose="02020603050405020304" pitchFamily="18" charset="0"/>
                <a:ea typeface="华文中宋" panose="02010600040101010101" pitchFamily="2" charset="-122"/>
              </a:rPr>
              <a:t>KVL</a:t>
            </a:r>
            <a:r>
              <a:rPr lang="zh-CN" altLang="en-US" sz="2400" b="1" dirty="0">
                <a:latin typeface="Times New Roman" panose="02020603050405020304" pitchFamily="18" charset="0"/>
                <a:ea typeface="华文中宋" panose="02010600040101010101" pitchFamily="2" charset="-122"/>
              </a:rPr>
              <a:t>方程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5683" name="Object 35"/>
          <p:cNvGraphicFramePr>
            <a:graphicFrameLocks noChangeAspect="1"/>
          </p:cNvGraphicFramePr>
          <p:nvPr/>
        </p:nvGraphicFramePr>
        <p:xfrm>
          <a:off x="1143000" y="5802313"/>
          <a:ext cx="3554413" cy="587375"/>
        </p:xfrm>
        <a:graphic>
          <a:graphicData uri="http://schemas.openxmlformats.org/presentationml/2006/ole">
            <mc:AlternateContent xmlns:mc="http://schemas.openxmlformats.org/markup-compatibility/2006">
              <mc:Choice xmlns:v="urn:schemas-microsoft-com:vml" Requires="v">
                <p:oleObj spid="_x0000_s3165" name="" r:id="rId3" imgW="1497965" imgH="241300" progId="Equation.3">
                  <p:embed/>
                </p:oleObj>
              </mc:Choice>
              <mc:Fallback>
                <p:oleObj name="" r:id="rId3" imgW="1497965" imgH="241300" progId="Equation.3">
                  <p:embed/>
                  <p:pic>
                    <p:nvPicPr>
                      <p:cNvPr id="0" name="图片 3164"/>
                      <p:cNvPicPr/>
                      <p:nvPr/>
                    </p:nvPicPr>
                    <p:blipFill>
                      <a:blip r:embed="rId4"/>
                      <a:stretch>
                        <a:fillRect/>
                      </a:stretch>
                    </p:blipFill>
                    <p:spPr>
                      <a:xfrm>
                        <a:off x="1143000" y="5802313"/>
                        <a:ext cx="3554413" cy="5873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5653">
                                            <p:txEl>
                                              <p:charRg st="0" end="71"/>
                                            </p:txEl>
                                          </p:spTgt>
                                        </p:tgtEl>
                                        <p:attrNameLst>
                                          <p:attrName>style.visibility</p:attrName>
                                        </p:attrNameLst>
                                      </p:cBhvr>
                                      <p:to>
                                        <p:strVal val="visible"/>
                                      </p:to>
                                    </p:set>
                                    <p:animEffect transition="in" filter="blinds(horizontal)">
                                      <p:cBhvr>
                                        <p:cTn id="7" dur="500"/>
                                        <p:tgtEl>
                                          <p:spTgt spid="795653">
                                            <p:txEl>
                                              <p:charRg st="0" end="7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795651">
                                            <p:txEl>
                                              <p:charRg st="0" end="37"/>
                                            </p:txEl>
                                          </p:spTgt>
                                        </p:tgtEl>
                                        <p:attrNameLst>
                                          <p:attrName>style.visibility</p:attrName>
                                        </p:attrNameLst>
                                      </p:cBhvr>
                                      <p:to>
                                        <p:strVal val="visible"/>
                                      </p:to>
                                    </p:set>
                                    <p:animEffect transition="in" filter="strips(downLeft)">
                                      <p:cBhvr>
                                        <p:cTn id="12" dur="500"/>
                                        <p:tgtEl>
                                          <p:spTgt spid="795651">
                                            <p:txEl>
                                              <p:charRg st="0" end="37"/>
                                            </p:txEl>
                                          </p:spTgt>
                                        </p:tgtEl>
                                      </p:cBhvr>
                                    </p:animEffect>
                                  </p:childTnLst>
                                </p:cTn>
                              </p:par>
                            </p:childTnLst>
                          </p:cTn>
                        </p:par>
                        <p:par>
                          <p:cTn id="13" fill="hold">
                            <p:stCondLst>
                              <p:cond delay="500"/>
                            </p:stCondLst>
                            <p:childTnLst>
                              <p:par>
                                <p:cTn id="14" presetID="17"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000000"/>
                                          </p:val>
                                        </p:tav>
                                        <p:tav tm="100000">
                                          <p:val>
                                            <p:strVal val="#ppt_w"/>
                                          </p:val>
                                        </p:tav>
                                      </p:tavLst>
                                    </p:anim>
                                    <p:anim calcmode="lin" valueType="num">
                                      <p:cBhvr>
                                        <p:cTn id="17" dur="500" fill="hold"/>
                                        <p:tgtEl>
                                          <p:spTgt spid="2"/>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795652"/>
                                        </p:tgtEl>
                                        <p:attrNameLst>
                                          <p:attrName>style.visibility</p:attrName>
                                        </p:attrNameLst>
                                      </p:cBhvr>
                                      <p:to>
                                        <p:strVal val="visible"/>
                                      </p:to>
                                    </p:set>
                                    <p:animEffect transition="in" filter="wipe(up)">
                                      <p:cBhvr>
                                        <p:cTn id="21" dur="500"/>
                                        <p:tgtEl>
                                          <p:spTgt spid="79565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95682">
                                            <p:txEl>
                                              <p:charRg st="0" end="35"/>
                                            </p:txEl>
                                          </p:spTgt>
                                        </p:tgtEl>
                                        <p:attrNameLst>
                                          <p:attrName>style.visibility</p:attrName>
                                        </p:attrNameLst>
                                      </p:cBhvr>
                                      <p:to>
                                        <p:strVal val="visible"/>
                                      </p:to>
                                    </p:set>
                                    <p:animEffect transition="in" filter="wipe(up)">
                                      <p:cBhvr>
                                        <p:cTn id="26" dur="500"/>
                                        <p:tgtEl>
                                          <p:spTgt spid="795682">
                                            <p:txEl>
                                              <p:charRg st="0" end="35"/>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795683"/>
                                        </p:tgtEl>
                                        <p:attrNameLst>
                                          <p:attrName>style.visibility</p:attrName>
                                        </p:attrNameLst>
                                      </p:cBhvr>
                                      <p:to>
                                        <p:strVal val="visible"/>
                                      </p:to>
                                    </p:set>
                                    <p:animEffect transition="in" filter="wipe(left)">
                                      <p:cBhvr>
                                        <p:cTn id="30" dur="500"/>
                                        <p:tgtEl>
                                          <p:spTgt spid="795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1" grpId="0" advAuto="1000" build="p"/>
      <p:bldP spid="795653" grpId="0" advAuto="1000" build="p"/>
      <p:bldP spid="79568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4627" name="Text Box 3"/>
          <p:cNvSpPr txBox="1"/>
          <p:nvPr/>
        </p:nvSpPr>
        <p:spPr>
          <a:xfrm>
            <a:off x="685800" y="549275"/>
            <a:ext cx="11430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解得 </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794628" name="Object 4"/>
          <p:cNvGraphicFramePr>
            <a:graphicFrameLocks noChangeAspect="1"/>
          </p:cNvGraphicFramePr>
          <p:nvPr/>
        </p:nvGraphicFramePr>
        <p:xfrm>
          <a:off x="1690688" y="1022350"/>
          <a:ext cx="6121400" cy="1584325"/>
        </p:xfrm>
        <a:graphic>
          <a:graphicData uri="http://schemas.openxmlformats.org/presentationml/2006/ole">
            <mc:AlternateContent xmlns:mc="http://schemas.openxmlformats.org/markup-compatibility/2006">
              <mc:Choice xmlns:v="urn:schemas-microsoft-com:vml" Requires="v">
                <p:oleObj spid="_x0000_s3166" name="" r:id="rId1" imgW="2755900" imgH="723900" progId="Equation.DSMT4">
                  <p:embed/>
                </p:oleObj>
              </mc:Choice>
              <mc:Fallback>
                <p:oleObj name="" r:id="rId1" imgW="2755900" imgH="723900" progId="Equation.DSMT4">
                  <p:embed/>
                  <p:pic>
                    <p:nvPicPr>
                      <p:cNvPr id="0" name="图片 3165"/>
                      <p:cNvPicPr/>
                      <p:nvPr/>
                    </p:nvPicPr>
                    <p:blipFill>
                      <a:blip r:embed="rId2"/>
                      <a:stretch>
                        <a:fillRect/>
                      </a:stretch>
                    </p:blipFill>
                    <p:spPr>
                      <a:xfrm>
                        <a:off x="1690688" y="1022350"/>
                        <a:ext cx="6121400" cy="1584325"/>
                      </a:xfrm>
                      <a:prstGeom prst="rect">
                        <a:avLst/>
                      </a:prstGeom>
                      <a:noFill/>
                      <a:ln w="38100">
                        <a:noFill/>
                        <a:miter/>
                      </a:ln>
                    </p:spPr>
                  </p:pic>
                </p:oleObj>
              </mc:Fallback>
            </mc:AlternateContent>
          </a:graphicData>
        </a:graphic>
      </p:graphicFrame>
      <p:grpSp>
        <p:nvGrpSpPr>
          <p:cNvPr id="2" name="Group 5"/>
          <p:cNvGrpSpPr/>
          <p:nvPr/>
        </p:nvGrpSpPr>
        <p:grpSpPr>
          <a:xfrm>
            <a:off x="533400" y="3562350"/>
            <a:ext cx="4267200" cy="2792413"/>
            <a:chOff x="336" y="2026"/>
            <a:chExt cx="2688" cy="1759"/>
          </a:xfrm>
        </p:grpSpPr>
        <p:sp>
          <p:nvSpPr>
            <p:cNvPr id="39960" name="Text Box 6"/>
            <p:cNvSpPr txBox="1"/>
            <p:nvPr/>
          </p:nvSpPr>
          <p:spPr>
            <a:xfrm>
              <a:off x="1440" y="3552"/>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800" dirty="0">
                <a:latin typeface="Times New Roman" panose="02020603050405020304" pitchFamily="18" charset="0"/>
                <a:ea typeface="华文中宋" panose="02010600040101010101" pitchFamily="2" charset="-122"/>
              </a:endParaRPr>
            </a:p>
          </p:txBody>
        </p:sp>
        <p:grpSp>
          <p:nvGrpSpPr>
            <p:cNvPr id="39961" name="Group 7"/>
            <p:cNvGrpSpPr/>
            <p:nvPr/>
          </p:nvGrpSpPr>
          <p:grpSpPr>
            <a:xfrm>
              <a:off x="336" y="2026"/>
              <a:ext cx="2688" cy="1529"/>
              <a:chOff x="2880" y="2064"/>
              <a:chExt cx="2688" cy="1529"/>
            </a:xfrm>
          </p:grpSpPr>
          <p:grpSp>
            <p:nvGrpSpPr>
              <p:cNvPr id="39962" name="Group 8"/>
              <p:cNvGrpSpPr/>
              <p:nvPr/>
            </p:nvGrpSpPr>
            <p:grpSpPr>
              <a:xfrm>
                <a:off x="3072" y="2112"/>
                <a:ext cx="2385" cy="1377"/>
                <a:chOff x="2250" y="3188"/>
                <a:chExt cx="4565" cy="2681"/>
              </a:xfrm>
            </p:grpSpPr>
            <p:sp>
              <p:nvSpPr>
                <p:cNvPr id="39971" name="Line 9"/>
                <p:cNvSpPr/>
                <p:nvPr/>
              </p:nvSpPr>
              <p:spPr>
                <a:xfrm>
                  <a:off x="2250" y="5429"/>
                  <a:ext cx="4565" cy="0"/>
                </a:xfrm>
                <a:prstGeom prst="line">
                  <a:avLst/>
                </a:prstGeom>
                <a:ln w="38100" cap="flat" cmpd="sng">
                  <a:solidFill>
                    <a:srgbClr val="000000"/>
                  </a:solidFill>
                  <a:prstDash val="solid"/>
                  <a:headEnd type="none" w="lg" len="lg"/>
                  <a:tailEnd type="stealth" w="med" len="lg"/>
                </a:ln>
              </p:spPr>
            </p:sp>
            <p:sp>
              <p:nvSpPr>
                <p:cNvPr id="39972" name="Line 10"/>
                <p:cNvSpPr/>
                <p:nvPr/>
              </p:nvSpPr>
              <p:spPr>
                <a:xfrm flipV="1">
                  <a:off x="3614" y="3188"/>
                  <a:ext cx="0" cy="2681"/>
                </a:xfrm>
                <a:prstGeom prst="line">
                  <a:avLst/>
                </a:prstGeom>
                <a:ln w="38100" cap="flat" cmpd="sng">
                  <a:solidFill>
                    <a:srgbClr val="000000"/>
                  </a:solidFill>
                  <a:prstDash val="solid"/>
                  <a:headEnd type="none" w="med" len="lg"/>
                  <a:tailEnd type="stealth" w="med" len="lg"/>
                </a:ln>
              </p:spPr>
            </p:sp>
            <p:sp>
              <p:nvSpPr>
                <p:cNvPr id="39973" name="Line 11"/>
                <p:cNvSpPr/>
                <p:nvPr/>
              </p:nvSpPr>
              <p:spPr>
                <a:xfrm flipV="1">
                  <a:off x="2495" y="5429"/>
                  <a:ext cx="1111" cy="0"/>
                </a:xfrm>
                <a:prstGeom prst="line">
                  <a:avLst/>
                </a:prstGeom>
                <a:ln w="38100" cap="flat" cmpd="sng">
                  <a:solidFill>
                    <a:srgbClr val="333399"/>
                  </a:solidFill>
                  <a:prstDash val="solid"/>
                  <a:headEnd type="stealth" w="med" len="lg"/>
                  <a:tailEnd type="none" w="med" len="med"/>
                </a:ln>
              </p:spPr>
            </p:sp>
            <p:sp>
              <p:nvSpPr>
                <p:cNvPr id="39974" name="Line 12"/>
                <p:cNvSpPr/>
                <p:nvPr/>
              </p:nvSpPr>
              <p:spPr>
                <a:xfrm>
                  <a:off x="3636" y="5429"/>
                  <a:ext cx="2233" cy="0"/>
                </a:xfrm>
                <a:prstGeom prst="line">
                  <a:avLst/>
                </a:prstGeom>
                <a:ln w="38100" cap="flat" cmpd="sng">
                  <a:solidFill>
                    <a:srgbClr val="333399"/>
                  </a:solidFill>
                  <a:prstDash val="solid"/>
                  <a:headEnd type="none" w="med" len="lg"/>
                  <a:tailEnd type="stealth" w="med" len="lg"/>
                </a:ln>
              </p:spPr>
            </p:sp>
            <p:sp>
              <p:nvSpPr>
                <p:cNvPr id="39975" name="Line 13"/>
                <p:cNvSpPr/>
                <p:nvPr/>
              </p:nvSpPr>
              <p:spPr>
                <a:xfrm rot="5400000" flipH="1" flipV="1">
                  <a:off x="2816" y="4623"/>
                  <a:ext cx="1600" cy="5"/>
                </a:xfrm>
                <a:prstGeom prst="line">
                  <a:avLst/>
                </a:prstGeom>
                <a:ln w="38100" cap="flat" cmpd="sng">
                  <a:solidFill>
                    <a:srgbClr val="333399"/>
                  </a:solidFill>
                  <a:prstDash val="solid"/>
                  <a:headEnd type="none" w="lg" len="lg"/>
                  <a:tailEnd type="stealth" w="med" len="lg"/>
                </a:ln>
              </p:spPr>
            </p:sp>
            <p:sp>
              <p:nvSpPr>
                <p:cNvPr id="39976" name="Line 14"/>
                <p:cNvSpPr/>
                <p:nvPr/>
              </p:nvSpPr>
              <p:spPr>
                <a:xfrm>
                  <a:off x="2525" y="3922"/>
                  <a:ext cx="2211" cy="0"/>
                </a:xfrm>
                <a:prstGeom prst="line">
                  <a:avLst/>
                </a:prstGeom>
                <a:ln w="38100" cap="flat" cmpd="sng">
                  <a:solidFill>
                    <a:srgbClr val="000000"/>
                  </a:solidFill>
                  <a:prstDash val="dash"/>
                  <a:headEnd type="none" w="med" len="med"/>
                  <a:tailEnd type="none" w="med" len="med"/>
                </a:ln>
              </p:spPr>
            </p:sp>
            <p:sp>
              <p:nvSpPr>
                <p:cNvPr id="39977" name="Line 15"/>
                <p:cNvSpPr/>
                <p:nvPr/>
              </p:nvSpPr>
              <p:spPr>
                <a:xfrm>
                  <a:off x="2536" y="3889"/>
                  <a:ext cx="0" cy="1529"/>
                </a:xfrm>
                <a:prstGeom prst="line">
                  <a:avLst/>
                </a:prstGeom>
                <a:ln w="38100" cap="flat" cmpd="sng">
                  <a:solidFill>
                    <a:srgbClr val="000000"/>
                  </a:solidFill>
                  <a:prstDash val="dash"/>
                  <a:headEnd type="none" w="med" len="med"/>
                  <a:tailEnd type="none" w="med" len="med"/>
                </a:ln>
              </p:spPr>
            </p:sp>
            <p:sp>
              <p:nvSpPr>
                <p:cNvPr id="39978" name="Line 16"/>
                <p:cNvSpPr/>
                <p:nvPr/>
              </p:nvSpPr>
              <p:spPr>
                <a:xfrm flipH="1" flipV="1">
                  <a:off x="2547" y="3900"/>
                  <a:ext cx="1056" cy="1518"/>
                </a:xfrm>
                <a:prstGeom prst="line">
                  <a:avLst/>
                </a:prstGeom>
                <a:ln w="38100" cap="flat" cmpd="sng">
                  <a:solidFill>
                    <a:srgbClr val="666699"/>
                  </a:solidFill>
                  <a:prstDash val="solid"/>
                  <a:headEnd type="none" w="med" len="med"/>
                  <a:tailEnd type="stealth" w="med" len="lg"/>
                </a:ln>
              </p:spPr>
            </p:sp>
            <p:sp>
              <p:nvSpPr>
                <p:cNvPr id="39979" name="Line 17"/>
                <p:cNvSpPr/>
                <p:nvPr/>
              </p:nvSpPr>
              <p:spPr>
                <a:xfrm flipH="1" flipV="1">
                  <a:off x="4758" y="3900"/>
                  <a:ext cx="1056" cy="1518"/>
                </a:xfrm>
                <a:prstGeom prst="line">
                  <a:avLst/>
                </a:prstGeom>
                <a:ln w="38100" cap="flat" cmpd="sng">
                  <a:solidFill>
                    <a:srgbClr val="000000"/>
                  </a:solidFill>
                  <a:prstDash val="dash"/>
                  <a:headEnd type="none" w="med" len="med"/>
                  <a:tailEnd type="none" w="med" len="lg"/>
                </a:ln>
              </p:spPr>
            </p:sp>
            <p:sp>
              <p:nvSpPr>
                <p:cNvPr id="39980" name="Line 18"/>
                <p:cNvSpPr/>
                <p:nvPr/>
              </p:nvSpPr>
              <p:spPr>
                <a:xfrm flipV="1">
                  <a:off x="3614" y="3889"/>
                  <a:ext cx="1144" cy="1507"/>
                </a:xfrm>
                <a:prstGeom prst="line">
                  <a:avLst/>
                </a:prstGeom>
                <a:ln w="38100" cap="flat" cmpd="sng">
                  <a:solidFill>
                    <a:srgbClr val="FF0000"/>
                  </a:solidFill>
                  <a:prstDash val="solid"/>
                  <a:headEnd type="none" w="med" len="med"/>
                  <a:tailEnd type="stealth" w="med" len="lg"/>
                </a:ln>
              </p:spPr>
            </p:sp>
          </p:grpSp>
          <p:sp>
            <p:nvSpPr>
              <p:cNvPr id="39963" name="Text Box 19"/>
              <p:cNvSpPr txBox="1"/>
              <p:nvPr/>
            </p:nvSpPr>
            <p:spPr>
              <a:xfrm>
                <a:off x="2880" y="2208"/>
                <a:ext cx="624"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r>
                  <a:rPr lang="en-US" altLang="zh-CN" sz="2400" b="1" dirty="0">
                    <a:latin typeface="Times New Roman" panose="02020603050405020304" pitchFamily="18" charset="0"/>
                    <a:ea typeface="华文中宋" panose="02010600040101010101" pitchFamily="2" charset="-122"/>
                  </a:rPr>
                  <a:t>+</a:t>
                </a:r>
                <a:r>
                  <a:rPr lang="en-US" altLang="zh-CN" sz="2400" b="1" baseline="-25000"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baseline="-25000" dirty="0">
                  <a:latin typeface="Times New Roman" panose="02020603050405020304" pitchFamily="18" charset="0"/>
                  <a:ea typeface="华文中宋" panose="02010600040101010101" pitchFamily="2" charset="-122"/>
                </a:endParaRPr>
              </a:p>
            </p:txBody>
          </p:sp>
          <p:sp>
            <p:nvSpPr>
              <p:cNvPr id="39964" name="Text Box 20"/>
              <p:cNvSpPr txBox="1"/>
              <p:nvPr/>
            </p:nvSpPr>
            <p:spPr>
              <a:xfrm>
                <a:off x="3840" y="3264"/>
                <a:ext cx="192"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800" dirty="0">
                  <a:latin typeface="Times New Roman" panose="02020603050405020304" pitchFamily="18" charset="0"/>
                  <a:ea typeface="华文中宋" panose="02010600040101010101" pitchFamily="2" charset="-122"/>
                </a:endParaRPr>
              </a:p>
            </p:txBody>
          </p:sp>
          <p:sp>
            <p:nvSpPr>
              <p:cNvPr id="39965" name="Text Box 21"/>
              <p:cNvSpPr txBox="1"/>
              <p:nvPr/>
            </p:nvSpPr>
            <p:spPr>
              <a:xfrm>
                <a:off x="4176" y="2688"/>
                <a:ext cx="384"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800" dirty="0">
                  <a:latin typeface="Times New Roman" panose="02020603050405020304" pitchFamily="18" charset="0"/>
                  <a:ea typeface="华文中宋" panose="02010600040101010101" pitchFamily="2" charset="-122"/>
                </a:endParaRPr>
              </a:p>
            </p:txBody>
          </p:sp>
          <p:sp>
            <p:nvSpPr>
              <p:cNvPr id="39966" name="Text Box 22"/>
              <p:cNvSpPr txBox="1"/>
              <p:nvPr/>
            </p:nvSpPr>
            <p:spPr>
              <a:xfrm>
                <a:off x="4464" y="3312"/>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3</a:t>
                </a:r>
                <a:endParaRPr lang="en-US" altLang="zh-CN" sz="2800" dirty="0">
                  <a:latin typeface="Times New Roman" panose="02020603050405020304" pitchFamily="18" charset="0"/>
                  <a:ea typeface="华文中宋" panose="02010600040101010101" pitchFamily="2" charset="-122"/>
                </a:endParaRPr>
              </a:p>
            </p:txBody>
          </p:sp>
          <p:sp>
            <p:nvSpPr>
              <p:cNvPr id="39967" name="Text Box 23"/>
              <p:cNvSpPr txBox="1"/>
              <p:nvPr/>
            </p:nvSpPr>
            <p:spPr>
              <a:xfrm>
                <a:off x="3840" y="2602"/>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800" dirty="0">
                  <a:latin typeface="Times New Roman" panose="02020603050405020304" pitchFamily="18" charset="0"/>
                  <a:ea typeface="华文中宋" panose="02010600040101010101" pitchFamily="2" charset="-122"/>
                </a:endParaRPr>
              </a:p>
            </p:txBody>
          </p:sp>
          <p:sp>
            <p:nvSpPr>
              <p:cNvPr id="39968" name="Text Box 24"/>
              <p:cNvSpPr txBox="1"/>
              <p:nvPr/>
            </p:nvSpPr>
            <p:spPr>
              <a:xfrm>
                <a:off x="3360" y="3322"/>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endParaRPr lang="en-US" altLang="zh-CN" sz="2800" dirty="0">
                  <a:latin typeface="Times New Roman" panose="02020603050405020304" pitchFamily="18" charset="0"/>
                  <a:ea typeface="华文中宋" panose="02010600040101010101" pitchFamily="2" charset="-122"/>
                </a:endParaRPr>
              </a:p>
            </p:txBody>
          </p:sp>
          <p:sp>
            <p:nvSpPr>
              <p:cNvPr id="39969" name="Text Box 25"/>
              <p:cNvSpPr txBox="1"/>
              <p:nvPr/>
            </p:nvSpPr>
            <p:spPr>
              <a:xfrm>
                <a:off x="3936" y="2064"/>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800" dirty="0">
                  <a:latin typeface="Times New Roman" panose="02020603050405020304" pitchFamily="18" charset="0"/>
                  <a:ea typeface="华文中宋" panose="02010600040101010101" pitchFamily="2" charset="-122"/>
                </a:endParaRPr>
              </a:p>
            </p:txBody>
          </p:sp>
          <p:sp>
            <p:nvSpPr>
              <p:cNvPr id="39970" name="Text Box 26"/>
              <p:cNvSpPr txBox="1"/>
              <p:nvPr/>
            </p:nvSpPr>
            <p:spPr>
              <a:xfrm>
                <a:off x="5232" y="3360"/>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800" dirty="0">
                  <a:latin typeface="Times New Roman" panose="02020603050405020304" pitchFamily="18" charset="0"/>
                  <a:ea typeface="华文中宋" panose="02010600040101010101" pitchFamily="2" charset="-122"/>
                </a:endParaRPr>
              </a:p>
            </p:txBody>
          </p:sp>
        </p:grpSp>
      </p:grpSp>
      <p:grpSp>
        <p:nvGrpSpPr>
          <p:cNvPr id="5" name="Group 27"/>
          <p:cNvGrpSpPr/>
          <p:nvPr/>
        </p:nvGrpSpPr>
        <p:grpSpPr>
          <a:xfrm>
            <a:off x="4953000" y="3562350"/>
            <a:ext cx="3886200" cy="2716213"/>
            <a:chOff x="3120" y="2026"/>
            <a:chExt cx="2448" cy="1711"/>
          </a:xfrm>
        </p:grpSpPr>
        <p:sp>
          <p:nvSpPr>
            <p:cNvPr id="39944" name="Text Box 28"/>
            <p:cNvSpPr txBox="1"/>
            <p:nvPr/>
          </p:nvSpPr>
          <p:spPr>
            <a:xfrm>
              <a:off x="3936" y="3504"/>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800" dirty="0">
                <a:latin typeface="Times New Roman" panose="02020603050405020304" pitchFamily="18" charset="0"/>
                <a:ea typeface="华文中宋" panose="02010600040101010101" pitchFamily="2" charset="-122"/>
              </a:endParaRPr>
            </a:p>
          </p:txBody>
        </p:sp>
        <p:grpSp>
          <p:nvGrpSpPr>
            <p:cNvPr id="39945" name="Group 29"/>
            <p:cNvGrpSpPr/>
            <p:nvPr/>
          </p:nvGrpSpPr>
          <p:grpSpPr>
            <a:xfrm>
              <a:off x="3120" y="2026"/>
              <a:ext cx="2448" cy="1529"/>
              <a:chOff x="2976" y="0"/>
              <a:chExt cx="2448" cy="1529"/>
            </a:xfrm>
          </p:grpSpPr>
          <p:grpSp>
            <p:nvGrpSpPr>
              <p:cNvPr id="39946" name="Group 30"/>
              <p:cNvGrpSpPr/>
              <p:nvPr/>
            </p:nvGrpSpPr>
            <p:grpSpPr>
              <a:xfrm>
                <a:off x="2976" y="48"/>
                <a:ext cx="2314" cy="1386"/>
                <a:chOff x="5352" y="3672"/>
                <a:chExt cx="4565" cy="2681"/>
              </a:xfrm>
            </p:grpSpPr>
            <p:sp>
              <p:nvSpPr>
                <p:cNvPr id="39954" name="Line 31"/>
                <p:cNvSpPr/>
                <p:nvPr/>
              </p:nvSpPr>
              <p:spPr>
                <a:xfrm>
                  <a:off x="5352" y="5913"/>
                  <a:ext cx="4565" cy="0"/>
                </a:xfrm>
                <a:prstGeom prst="line">
                  <a:avLst/>
                </a:prstGeom>
                <a:ln w="38100" cap="flat" cmpd="sng">
                  <a:solidFill>
                    <a:srgbClr val="000000"/>
                  </a:solidFill>
                  <a:prstDash val="solid"/>
                  <a:headEnd type="none" w="lg" len="lg"/>
                  <a:tailEnd type="stealth" w="med" len="lg"/>
                </a:ln>
              </p:spPr>
            </p:sp>
            <p:sp>
              <p:nvSpPr>
                <p:cNvPr id="39955" name="Line 32"/>
                <p:cNvSpPr/>
                <p:nvPr/>
              </p:nvSpPr>
              <p:spPr>
                <a:xfrm flipV="1">
                  <a:off x="6716" y="3672"/>
                  <a:ext cx="0" cy="2681"/>
                </a:xfrm>
                <a:prstGeom prst="line">
                  <a:avLst/>
                </a:prstGeom>
                <a:ln w="38100" cap="flat" cmpd="sng">
                  <a:solidFill>
                    <a:srgbClr val="000000"/>
                  </a:solidFill>
                  <a:prstDash val="solid"/>
                  <a:headEnd type="none" w="med" len="lg"/>
                  <a:tailEnd type="stealth" w="med" len="lg"/>
                </a:ln>
              </p:spPr>
            </p:sp>
            <p:sp>
              <p:nvSpPr>
                <p:cNvPr id="39956" name="Line 33"/>
                <p:cNvSpPr/>
                <p:nvPr/>
              </p:nvSpPr>
              <p:spPr>
                <a:xfrm flipV="1">
                  <a:off x="7772" y="5825"/>
                  <a:ext cx="1111" cy="0"/>
                </a:xfrm>
                <a:prstGeom prst="line">
                  <a:avLst/>
                </a:prstGeom>
                <a:ln w="38100" cap="flat" cmpd="sng">
                  <a:solidFill>
                    <a:srgbClr val="333399"/>
                  </a:solidFill>
                  <a:prstDash val="solid"/>
                  <a:headEnd type="stealth" w="med" len="lg"/>
                  <a:tailEnd type="none" w="med" len="med"/>
                </a:ln>
              </p:spPr>
            </p:sp>
            <p:sp>
              <p:nvSpPr>
                <p:cNvPr id="39957" name="Line 34"/>
                <p:cNvSpPr/>
                <p:nvPr/>
              </p:nvSpPr>
              <p:spPr>
                <a:xfrm>
                  <a:off x="6738" y="5979"/>
                  <a:ext cx="2233" cy="0"/>
                </a:xfrm>
                <a:prstGeom prst="line">
                  <a:avLst/>
                </a:prstGeom>
                <a:ln w="38100" cap="flat" cmpd="sng">
                  <a:solidFill>
                    <a:srgbClr val="333399"/>
                  </a:solidFill>
                  <a:prstDash val="solid"/>
                  <a:headEnd type="none" w="med" len="lg"/>
                  <a:tailEnd type="stealth" w="med" len="lg"/>
                </a:ln>
              </p:spPr>
            </p:sp>
            <p:sp>
              <p:nvSpPr>
                <p:cNvPr id="39958" name="Line 35"/>
                <p:cNvSpPr/>
                <p:nvPr/>
              </p:nvSpPr>
              <p:spPr>
                <a:xfrm rot="5400000" flipH="1" flipV="1">
                  <a:off x="7051" y="5137"/>
                  <a:ext cx="1600" cy="5"/>
                </a:xfrm>
                <a:prstGeom prst="line">
                  <a:avLst/>
                </a:prstGeom>
                <a:ln w="38100" cap="flat" cmpd="sng">
                  <a:solidFill>
                    <a:srgbClr val="333399"/>
                  </a:solidFill>
                  <a:prstDash val="solid"/>
                  <a:headEnd type="none" w="lg" len="lg"/>
                  <a:tailEnd type="stealth" w="med" len="lg"/>
                </a:ln>
              </p:spPr>
            </p:sp>
            <p:sp>
              <p:nvSpPr>
                <p:cNvPr id="39959" name="Line 36"/>
                <p:cNvSpPr/>
                <p:nvPr/>
              </p:nvSpPr>
              <p:spPr>
                <a:xfrm flipV="1">
                  <a:off x="6716" y="4373"/>
                  <a:ext cx="1144" cy="1507"/>
                </a:xfrm>
                <a:prstGeom prst="line">
                  <a:avLst/>
                </a:prstGeom>
                <a:ln w="38100" cap="flat" cmpd="sng">
                  <a:solidFill>
                    <a:srgbClr val="FF0000"/>
                  </a:solidFill>
                  <a:prstDash val="solid"/>
                  <a:headEnd type="none" w="med" len="med"/>
                  <a:tailEnd type="stealth" w="med" len="lg"/>
                </a:ln>
              </p:spPr>
            </p:sp>
          </p:grpSp>
          <p:sp>
            <p:nvSpPr>
              <p:cNvPr id="39947" name="Text Box 37"/>
              <p:cNvSpPr txBox="1"/>
              <p:nvPr/>
            </p:nvSpPr>
            <p:spPr>
              <a:xfrm>
                <a:off x="3456" y="1210"/>
                <a:ext cx="192"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O</a:t>
                </a:r>
                <a:endParaRPr lang="en-US" altLang="zh-CN" sz="2800" dirty="0">
                  <a:latin typeface="Times New Roman" panose="02020603050405020304" pitchFamily="18" charset="0"/>
                  <a:ea typeface="华文中宋" panose="02010600040101010101" pitchFamily="2" charset="-122"/>
                </a:endParaRPr>
              </a:p>
            </p:txBody>
          </p:sp>
          <p:sp>
            <p:nvSpPr>
              <p:cNvPr id="39948" name="Text Box 38"/>
              <p:cNvSpPr txBox="1"/>
              <p:nvPr/>
            </p:nvSpPr>
            <p:spPr>
              <a:xfrm>
                <a:off x="3840" y="384"/>
                <a:ext cx="384"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800" dirty="0">
                  <a:latin typeface="Times New Roman" panose="02020603050405020304" pitchFamily="18" charset="0"/>
                  <a:ea typeface="华文中宋" panose="02010600040101010101" pitchFamily="2" charset="-122"/>
                </a:endParaRPr>
              </a:p>
            </p:txBody>
          </p:sp>
          <p:sp>
            <p:nvSpPr>
              <p:cNvPr id="39949" name="Text Box 39"/>
              <p:cNvSpPr txBox="1"/>
              <p:nvPr/>
            </p:nvSpPr>
            <p:spPr>
              <a:xfrm>
                <a:off x="4224" y="1296"/>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3</a:t>
                </a:r>
                <a:endParaRPr lang="en-US" altLang="zh-CN" sz="2800" dirty="0">
                  <a:latin typeface="Times New Roman" panose="02020603050405020304" pitchFamily="18" charset="0"/>
                  <a:ea typeface="华文中宋" panose="02010600040101010101" pitchFamily="2" charset="-122"/>
                </a:endParaRPr>
              </a:p>
            </p:txBody>
          </p:sp>
          <p:sp>
            <p:nvSpPr>
              <p:cNvPr id="39950" name="Text Box 40"/>
              <p:cNvSpPr txBox="1"/>
              <p:nvPr/>
            </p:nvSpPr>
            <p:spPr>
              <a:xfrm>
                <a:off x="4272" y="634"/>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800" dirty="0">
                  <a:latin typeface="Times New Roman" panose="02020603050405020304" pitchFamily="18" charset="0"/>
                  <a:ea typeface="华文中宋" panose="02010600040101010101" pitchFamily="2" charset="-122"/>
                </a:endParaRPr>
              </a:p>
            </p:txBody>
          </p:sp>
          <p:sp>
            <p:nvSpPr>
              <p:cNvPr id="39951" name="Text Box 41"/>
              <p:cNvSpPr txBox="1"/>
              <p:nvPr/>
            </p:nvSpPr>
            <p:spPr>
              <a:xfrm>
                <a:off x="4512" y="922"/>
                <a:ext cx="288"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endParaRPr lang="en-US" altLang="zh-CN" sz="2800" dirty="0">
                  <a:latin typeface="Times New Roman" panose="02020603050405020304" pitchFamily="18" charset="0"/>
                  <a:ea typeface="华文中宋" panose="02010600040101010101" pitchFamily="2" charset="-122"/>
                </a:endParaRPr>
              </a:p>
            </p:txBody>
          </p:sp>
          <p:sp>
            <p:nvSpPr>
              <p:cNvPr id="39952" name="Text Box 42"/>
              <p:cNvSpPr txBox="1"/>
              <p:nvPr/>
            </p:nvSpPr>
            <p:spPr>
              <a:xfrm>
                <a:off x="3792" y="0"/>
                <a:ext cx="240"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800" dirty="0">
                  <a:latin typeface="Times New Roman" panose="02020603050405020304" pitchFamily="18" charset="0"/>
                  <a:ea typeface="华文中宋" panose="02010600040101010101" pitchFamily="2" charset="-122"/>
                </a:endParaRPr>
              </a:p>
            </p:txBody>
          </p:sp>
          <p:sp>
            <p:nvSpPr>
              <p:cNvPr id="39953" name="Text Box 43"/>
              <p:cNvSpPr txBox="1"/>
              <p:nvPr/>
            </p:nvSpPr>
            <p:spPr>
              <a:xfrm>
                <a:off x="5088" y="1296"/>
                <a:ext cx="336" cy="23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800" dirty="0">
                  <a:latin typeface="Times New Roman" panose="02020603050405020304" pitchFamily="18" charset="0"/>
                  <a:ea typeface="华文中宋" panose="02010600040101010101" pitchFamily="2" charset="-122"/>
                </a:endParaRPr>
              </a:p>
            </p:txBody>
          </p:sp>
        </p:grpSp>
      </p:grpSp>
      <p:sp>
        <p:nvSpPr>
          <p:cNvPr id="794668" name="Text Box 44"/>
          <p:cNvSpPr txBox="1"/>
          <p:nvPr/>
        </p:nvSpPr>
        <p:spPr>
          <a:xfrm>
            <a:off x="838200" y="2708275"/>
            <a:ext cx="49530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其相量图如图</a:t>
            </a:r>
            <a:r>
              <a:rPr lang="en-US" altLang="zh-CN" sz="2400" b="1" dirty="0">
                <a:latin typeface="Times New Roman" panose="02020603050405020304" pitchFamily="18" charset="0"/>
                <a:ea typeface="华文中宋" panose="02010600040101010101" pitchFamily="2" charset="-122"/>
              </a:rPr>
              <a:t>(a)</a:t>
            </a:r>
            <a:r>
              <a:rPr lang="zh-CN" altLang="en-US" sz="2400" b="1" dirty="0">
                <a:latin typeface="Times New Roman" panose="02020603050405020304" pitchFamily="18" charset="0"/>
                <a:ea typeface="华文中宋" panose="02010600040101010101" pitchFamily="2" charset="-122"/>
              </a:rPr>
              <a:t>和图</a:t>
            </a:r>
            <a:r>
              <a:rPr lang="en-US" altLang="zh-CN" sz="2400" b="1" dirty="0">
                <a:latin typeface="Times New Roman" panose="02020603050405020304" pitchFamily="18" charset="0"/>
                <a:ea typeface="华文中宋" panose="02010600040101010101" pitchFamily="2" charset="-122"/>
              </a:rPr>
              <a:t>(b)</a:t>
            </a:r>
            <a:r>
              <a:rPr lang="zh-CN" altLang="en-US" sz="2400" b="1" dirty="0">
                <a:latin typeface="Times New Roman" panose="02020603050405020304" pitchFamily="18" charset="0"/>
                <a:ea typeface="华文中宋" panose="02010600040101010101" pitchFamily="2" charset="-122"/>
              </a:rPr>
              <a:t>所示。 </a:t>
            </a:r>
            <a:endParaRPr lang="zh-CN" altLang="en-US" sz="24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4627">
                                            <p:txEl>
                                              <p:charRg st="0" end="4"/>
                                            </p:txEl>
                                          </p:spTgt>
                                        </p:tgtEl>
                                        <p:attrNameLst>
                                          <p:attrName>style.visibility</p:attrName>
                                        </p:attrNameLst>
                                      </p:cBhvr>
                                      <p:to>
                                        <p:strVal val="visible"/>
                                      </p:to>
                                    </p:set>
                                    <p:animEffect transition="in" filter="wipe(left)">
                                      <p:cBhvr>
                                        <p:cTn id="7" dur="500"/>
                                        <p:tgtEl>
                                          <p:spTgt spid="794627">
                                            <p:txEl>
                                              <p:charRg st="0" end="4"/>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794628"/>
                                        </p:tgtEl>
                                        <p:attrNameLst>
                                          <p:attrName>style.visibility</p:attrName>
                                        </p:attrNameLst>
                                      </p:cBhvr>
                                      <p:to>
                                        <p:strVal val="visible"/>
                                      </p:to>
                                    </p:set>
                                    <p:animEffect transition="in" filter="blinds(horizontal)">
                                      <p:cBhvr>
                                        <p:cTn id="11" dur="500"/>
                                        <p:tgtEl>
                                          <p:spTgt spid="79462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94668">
                                            <p:txEl>
                                              <p:charRg st="0" end="19"/>
                                            </p:txEl>
                                          </p:spTgt>
                                        </p:tgtEl>
                                        <p:attrNameLst>
                                          <p:attrName>style.visibility</p:attrName>
                                        </p:attrNameLst>
                                      </p:cBhvr>
                                      <p:to>
                                        <p:strVal val="visible"/>
                                      </p:to>
                                    </p:set>
                                    <p:animEffect transition="in" filter="wipe(left)">
                                      <p:cBhvr>
                                        <p:cTn id="16" dur="500"/>
                                        <p:tgtEl>
                                          <p:spTgt spid="794668">
                                            <p:txEl>
                                              <p:charRg st="0" end="19"/>
                                            </p:txEl>
                                          </p:spTgt>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7" grpId="0" advAuto="1000" build="p"/>
      <p:bldP spid="794668" grpId="0" advAuto="100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793602" name="Rectangle 2"/>
          <p:cNvSpPr/>
          <p:nvPr/>
        </p:nvSpPr>
        <p:spPr>
          <a:xfrm>
            <a:off x="615950" y="333375"/>
            <a:ext cx="7772400" cy="6096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b="1" dirty="0">
                <a:solidFill>
                  <a:schemeClr val="tx2"/>
                </a:solidFill>
                <a:latin typeface="Times New Roman" panose="02020603050405020304" pitchFamily="18" charset="0"/>
                <a:ea typeface="华文中宋" panose="02010600040101010101" pitchFamily="2" charset="-122"/>
              </a:rPr>
              <a:t>3.3 </a:t>
            </a:r>
            <a:r>
              <a:rPr lang="zh-CN" altLang="en-US" b="1" dirty="0">
                <a:solidFill>
                  <a:schemeClr val="tx2"/>
                </a:solidFill>
                <a:latin typeface="Times New Roman" panose="02020603050405020304" pitchFamily="18" charset="0"/>
                <a:ea typeface="华文中宋" panose="02010600040101010101" pitchFamily="2" charset="-122"/>
              </a:rPr>
              <a:t>单一元件参数电路</a:t>
            </a:r>
            <a:endParaRPr lang="zh-CN" altLang="en-US" b="1" dirty="0">
              <a:solidFill>
                <a:schemeClr val="tx2"/>
              </a:solidFill>
              <a:latin typeface="Times New Roman" panose="02020603050405020304" pitchFamily="18" charset="0"/>
              <a:ea typeface="华文中宋" panose="02010600040101010101" pitchFamily="2" charset="-122"/>
            </a:endParaRPr>
          </a:p>
        </p:txBody>
      </p:sp>
      <p:sp>
        <p:nvSpPr>
          <p:cNvPr id="793603" name="Rectangle 3"/>
          <p:cNvSpPr/>
          <p:nvPr/>
        </p:nvSpPr>
        <p:spPr>
          <a:xfrm>
            <a:off x="642938" y="1196975"/>
            <a:ext cx="3352800" cy="4572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3400" b="1" dirty="0">
                <a:latin typeface="Times New Roman" panose="02020603050405020304" pitchFamily="18" charset="0"/>
                <a:ea typeface="华文中宋" panose="02010600040101010101" pitchFamily="2" charset="-122"/>
              </a:rPr>
              <a:t>3.3.1  </a:t>
            </a:r>
            <a:r>
              <a:rPr lang="zh-CN" altLang="en-US" sz="3400" b="1" dirty="0">
                <a:latin typeface="Times New Roman" panose="02020603050405020304" pitchFamily="18" charset="0"/>
                <a:ea typeface="华文中宋" panose="02010600040101010101" pitchFamily="2" charset="-122"/>
              </a:rPr>
              <a:t>电阻电路</a:t>
            </a:r>
            <a:endParaRPr lang="zh-CN" altLang="en-US" sz="3400" b="1" dirty="0">
              <a:latin typeface="Times New Roman" panose="02020603050405020304" pitchFamily="18" charset="0"/>
              <a:ea typeface="华文中宋" panose="02010600040101010101" pitchFamily="2" charset="-122"/>
            </a:endParaRPr>
          </a:p>
        </p:txBody>
      </p:sp>
      <p:grpSp>
        <p:nvGrpSpPr>
          <p:cNvPr id="2" name="Group 4"/>
          <p:cNvGrpSpPr/>
          <p:nvPr/>
        </p:nvGrpSpPr>
        <p:grpSpPr>
          <a:xfrm>
            <a:off x="838200" y="2330450"/>
            <a:ext cx="1601788" cy="1905000"/>
            <a:chOff x="4032" y="624"/>
            <a:chExt cx="787" cy="936"/>
          </a:xfrm>
        </p:grpSpPr>
        <p:sp>
          <p:nvSpPr>
            <p:cNvPr id="41001" name="Oval 5"/>
            <p:cNvSpPr/>
            <p:nvPr/>
          </p:nvSpPr>
          <p:spPr>
            <a:xfrm>
              <a:off x="4129" y="1513"/>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1002" name="Rectangle 6"/>
            <p:cNvSpPr/>
            <p:nvPr/>
          </p:nvSpPr>
          <p:spPr>
            <a:xfrm>
              <a:off x="4718" y="1152"/>
              <a:ext cx="101" cy="18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graphicFrame>
          <p:nvGraphicFramePr>
            <p:cNvPr id="41003" name="Object 7"/>
            <p:cNvGraphicFramePr>
              <a:graphicFrameLocks noChangeAspect="1"/>
            </p:cNvGraphicFramePr>
            <p:nvPr/>
          </p:nvGraphicFramePr>
          <p:xfrm>
            <a:off x="4272" y="624"/>
            <a:ext cx="128" cy="228"/>
          </p:xfrm>
          <a:graphic>
            <a:graphicData uri="http://schemas.openxmlformats.org/presentationml/2006/ole">
              <mc:AlternateContent xmlns:mc="http://schemas.openxmlformats.org/markup-compatibility/2006">
                <mc:Choice xmlns:v="urn:schemas-microsoft-com:vml" Requires="v">
                  <p:oleObj spid="_x0000_s3168" name="" r:id="rId1" imgW="12700" imgH="12700" progId="Equation.3">
                    <p:embed/>
                  </p:oleObj>
                </mc:Choice>
                <mc:Fallback>
                  <p:oleObj name="" r:id="rId1" imgW="12700" imgH="12700" progId="Equation.3">
                    <p:embed/>
                    <p:pic>
                      <p:nvPicPr>
                        <p:cNvPr id="0" name="图片 3167"/>
                        <p:cNvPicPr/>
                        <p:nvPr/>
                      </p:nvPicPr>
                      <p:blipFill>
                        <a:blip r:embed="rId2">
                          <a:clrChange>
                            <a:clrFrom>
                              <a:srgbClr val="000000"/>
                            </a:clrFrom>
                            <a:clrTo>
                              <a:srgbClr val="FF0000"/>
                            </a:clrTo>
                          </a:clrChange>
                        </a:blip>
                        <a:stretch>
                          <a:fillRect/>
                        </a:stretch>
                      </p:blipFill>
                      <p:spPr>
                        <a:xfrm>
                          <a:off x="4272" y="624"/>
                          <a:ext cx="128" cy="228"/>
                        </a:xfrm>
                        <a:prstGeom prst="rect">
                          <a:avLst/>
                        </a:prstGeom>
                        <a:noFill/>
                        <a:ln w="38100">
                          <a:noFill/>
                          <a:miter/>
                        </a:ln>
                      </p:spPr>
                    </p:pic>
                  </p:oleObj>
                </mc:Fallback>
              </mc:AlternateContent>
            </a:graphicData>
          </a:graphic>
        </p:graphicFrame>
        <p:sp>
          <p:nvSpPr>
            <p:cNvPr id="41004" name="Rectangle 8"/>
            <p:cNvSpPr/>
            <p:nvPr/>
          </p:nvSpPr>
          <p:spPr>
            <a:xfrm>
              <a:off x="4583" y="1104"/>
              <a:ext cx="73" cy="267"/>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1005" name="Line 9"/>
            <p:cNvSpPr/>
            <p:nvPr/>
          </p:nvSpPr>
          <p:spPr>
            <a:xfrm>
              <a:off x="4619" y="912"/>
              <a:ext cx="0" cy="185"/>
            </a:xfrm>
            <a:prstGeom prst="line">
              <a:avLst/>
            </a:prstGeom>
            <a:ln w="38100" cap="flat" cmpd="sng">
              <a:solidFill>
                <a:schemeClr val="tx1"/>
              </a:solidFill>
              <a:prstDash val="solid"/>
              <a:headEnd type="none" w="med" len="med"/>
              <a:tailEnd type="none" w="med" len="med"/>
            </a:ln>
          </p:spPr>
        </p:sp>
        <p:sp>
          <p:nvSpPr>
            <p:cNvPr id="41006" name="Line 10"/>
            <p:cNvSpPr/>
            <p:nvPr/>
          </p:nvSpPr>
          <p:spPr>
            <a:xfrm>
              <a:off x="4176" y="1545"/>
              <a:ext cx="458" cy="0"/>
            </a:xfrm>
            <a:prstGeom prst="line">
              <a:avLst/>
            </a:prstGeom>
            <a:ln w="38100" cap="flat" cmpd="sng">
              <a:solidFill>
                <a:schemeClr val="tx1"/>
              </a:solidFill>
              <a:prstDash val="solid"/>
              <a:headEnd type="none" w="med" len="med"/>
              <a:tailEnd type="none" w="med" len="med"/>
            </a:ln>
          </p:spPr>
        </p:sp>
        <p:sp>
          <p:nvSpPr>
            <p:cNvPr id="41007" name="Text Box 11"/>
            <p:cNvSpPr txBox="1"/>
            <p:nvPr/>
          </p:nvSpPr>
          <p:spPr>
            <a:xfrm>
              <a:off x="4032" y="1088"/>
              <a:ext cx="175" cy="2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latin typeface="Times New Roman" panose="02020603050405020304" pitchFamily="18" charset="0"/>
                <a:ea typeface="华文中宋" panose="02010600040101010101" pitchFamily="2" charset="-122"/>
              </a:endParaRPr>
            </a:p>
          </p:txBody>
        </p:sp>
        <p:sp>
          <p:nvSpPr>
            <p:cNvPr id="41008" name="Line 12"/>
            <p:cNvSpPr/>
            <p:nvPr/>
          </p:nvSpPr>
          <p:spPr>
            <a:xfrm>
              <a:off x="4176" y="864"/>
              <a:ext cx="295" cy="0"/>
            </a:xfrm>
            <a:prstGeom prst="line">
              <a:avLst/>
            </a:prstGeom>
            <a:ln w="38100" cap="flat" cmpd="sng">
              <a:solidFill>
                <a:srgbClr val="FF0000"/>
              </a:solidFill>
              <a:prstDash val="solid"/>
              <a:headEnd type="none" w="med" len="med"/>
              <a:tailEnd type="triangle" w="med" len="med"/>
            </a:ln>
          </p:spPr>
        </p:sp>
        <p:sp>
          <p:nvSpPr>
            <p:cNvPr id="41009" name="Text Box 13"/>
            <p:cNvSpPr txBox="1"/>
            <p:nvPr/>
          </p:nvSpPr>
          <p:spPr>
            <a:xfrm>
              <a:off x="4053" y="894"/>
              <a:ext cx="182" cy="227"/>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1010" name="Text Box 14"/>
            <p:cNvSpPr txBox="1"/>
            <p:nvPr/>
          </p:nvSpPr>
          <p:spPr>
            <a:xfrm>
              <a:off x="4055" y="1279"/>
              <a:ext cx="166" cy="225"/>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1011" name="Oval 15"/>
            <p:cNvSpPr/>
            <p:nvPr/>
          </p:nvSpPr>
          <p:spPr>
            <a:xfrm>
              <a:off x="4128" y="890"/>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1012" name="Line 16"/>
            <p:cNvSpPr/>
            <p:nvPr/>
          </p:nvSpPr>
          <p:spPr>
            <a:xfrm>
              <a:off x="4619" y="1368"/>
              <a:ext cx="0" cy="192"/>
            </a:xfrm>
            <a:prstGeom prst="line">
              <a:avLst/>
            </a:prstGeom>
            <a:ln w="38100" cap="flat" cmpd="sng">
              <a:solidFill>
                <a:schemeClr val="tx1"/>
              </a:solidFill>
              <a:prstDash val="solid"/>
              <a:headEnd type="none" w="med" len="med"/>
              <a:tailEnd type="none" w="med" len="med"/>
            </a:ln>
          </p:spPr>
        </p:sp>
        <p:sp>
          <p:nvSpPr>
            <p:cNvPr id="41013" name="Line 17"/>
            <p:cNvSpPr/>
            <p:nvPr/>
          </p:nvSpPr>
          <p:spPr>
            <a:xfrm>
              <a:off x="4176" y="912"/>
              <a:ext cx="458" cy="0"/>
            </a:xfrm>
            <a:prstGeom prst="line">
              <a:avLst/>
            </a:prstGeom>
            <a:ln w="38100" cap="flat" cmpd="sng">
              <a:solidFill>
                <a:schemeClr val="tx1"/>
              </a:solidFill>
              <a:prstDash val="solid"/>
              <a:headEnd type="none" w="med" len="med"/>
              <a:tailEnd type="none" w="med" len="med"/>
            </a:ln>
          </p:spPr>
        </p:sp>
      </p:grpSp>
      <p:graphicFrame>
        <p:nvGraphicFramePr>
          <p:cNvPr id="793618" name="Object 18"/>
          <p:cNvGraphicFramePr>
            <a:graphicFrameLocks noChangeAspect="1"/>
          </p:cNvGraphicFramePr>
          <p:nvPr/>
        </p:nvGraphicFramePr>
        <p:xfrm>
          <a:off x="5918200" y="2644775"/>
          <a:ext cx="1193800" cy="436563"/>
        </p:xfrm>
        <a:graphic>
          <a:graphicData uri="http://schemas.openxmlformats.org/presentationml/2006/ole">
            <mc:AlternateContent xmlns:mc="http://schemas.openxmlformats.org/markup-compatibility/2006">
              <mc:Choice xmlns:v="urn:schemas-microsoft-com:vml" Requires="v">
                <p:oleObj spid="_x0000_s3167" name="" r:id="rId3" imgW="457200" imgH="50800" progId="Equation.3">
                  <p:embed/>
                </p:oleObj>
              </mc:Choice>
              <mc:Fallback>
                <p:oleObj name="" r:id="rId3" imgW="457200" imgH="50800" progId="Equation.3">
                  <p:embed/>
                  <p:pic>
                    <p:nvPicPr>
                      <p:cNvPr id="0" name="图片 3166"/>
                      <p:cNvPicPr/>
                      <p:nvPr/>
                    </p:nvPicPr>
                    <p:blipFill>
                      <a:blip r:embed="rId4">
                        <a:clrChange>
                          <a:clrFrom>
                            <a:srgbClr val="000000"/>
                          </a:clrFrom>
                          <a:clrTo>
                            <a:srgbClr val="FF0000"/>
                          </a:clrTo>
                        </a:clrChange>
                      </a:blip>
                      <a:stretch>
                        <a:fillRect/>
                      </a:stretch>
                    </p:blipFill>
                    <p:spPr>
                      <a:xfrm>
                        <a:off x="5918200" y="2644775"/>
                        <a:ext cx="1193800" cy="436563"/>
                      </a:xfrm>
                      <a:prstGeom prst="rect">
                        <a:avLst/>
                      </a:prstGeom>
                      <a:noFill/>
                      <a:ln w="38100">
                        <a:noFill/>
                        <a:miter/>
                      </a:ln>
                    </p:spPr>
                  </p:pic>
                </p:oleObj>
              </mc:Fallback>
            </mc:AlternateContent>
          </a:graphicData>
        </a:graphic>
      </p:graphicFrame>
      <p:sp>
        <p:nvSpPr>
          <p:cNvPr id="793619" name="Rectangle 19"/>
          <p:cNvSpPr/>
          <p:nvPr/>
        </p:nvSpPr>
        <p:spPr>
          <a:xfrm>
            <a:off x="3973513" y="2635250"/>
            <a:ext cx="18176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由欧姆定律</a:t>
            </a:r>
            <a:r>
              <a:rPr lang="en-US" altLang="zh-CN"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793620" name="Rectangle 20"/>
          <p:cNvSpPr/>
          <p:nvPr/>
        </p:nvSpPr>
        <p:spPr>
          <a:xfrm>
            <a:off x="4648200" y="4692650"/>
            <a:ext cx="2876550" cy="519113"/>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1</a:t>
            </a:r>
            <a:r>
              <a:rPr lang="zh-CN" altLang="en-US" sz="2800" b="1" dirty="0">
                <a:latin typeface="Times New Roman" panose="02020603050405020304" pitchFamily="18" charset="0"/>
                <a:ea typeface="华文中宋" panose="02010600040101010101" pitchFamily="2" charset="-122"/>
              </a:rPr>
              <a:t>） 频率相同</a:t>
            </a:r>
            <a:endParaRPr lang="zh-CN" altLang="en-US" sz="2800" b="1" dirty="0">
              <a:latin typeface="Times New Roman" panose="02020603050405020304" pitchFamily="18" charset="0"/>
              <a:ea typeface="华文中宋" panose="02010600040101010101" pitchFamily="2" charset="-122"/>
            </a:endParaRPr>
          </a:p>
        </p:txBody>
      </p:sp>
      <p:sp>
        <p:nvSpPr>
          <p:cNvPr id="793621" name="Text Box 21"/>
          <p:cNvSpPr txBox="1"/>
          <p:nvPr/>
        </p:nvSpPr>
        <p:spPr>
          <a:xfrm>
            <a:off x="4648200" y="5149850"/>
            <a:ext cx="3733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2</a:t>
            </a:r>
            <a:r>
              <a:rPr lang="zh-CN" altLang="en-US" sz="2800" b="1" dirty="0">
                <a:latin typeface="Times New Roman" panose="02020603050405020304" pitchFamily="18" charset="0"/>
                <a:ea typeface="华文中宋" panose="02010600040101010101" pitchFamily="2" charset="-122"/>
              </a:rPr>
              <a:t>） 有效值  </a:t>
            </a:r>
            <a:r>
              <a:rPr lang="en-US" altLang="zh-CN" sz="2800" b="1" i="1" dirty="0">
                <a:latin typeface="Times New Roman" panose="02020603050405020304" pitchFamily="18" charset="0"/>
                <a:ea typeface="华文中宋" panose="02010600040101010101" pitchFamily="2" charset="-122"/>
              </a:rPr>
              <a:t>U </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RI</a:t>
            </a:r>
            <a:endParaRPr lang="en-US" altLang="zh-CN" sz="2800" b="1" dirty="0">
              <a:latin typeface="Times New Roman" panose="02020603050405020304" pitchFamily="18" charset="0"/>
              <a:ea typeface="华文中宋" panose="02010600040101010101" pitchFamily="2" charset="-122"/>
            </a:endParaRPr>
          </a:p>
        </p:txBody>
      </p:sp>
      <p:sp>
        <p:nvSpPr>
          <p:cNvPr id="40970" name="Line 22"/>
          <p:cNvSpPr/>
          <p:nvPr/>
        </p:nvSpPr>
        <p:spPr>
          <a:xfrm>
            <a:off x="6191250" y="4789488"/>
            <a:ext cx="1588" cy="1587"/>
          </a:xfrm>
          <a:prstGeom prst="line">
            <a:avLst/>
          </a:prstGeom>
          <a:ln w="9525" cap="flat" cmpd="sng">
            <a:solidFill>
              <a:srgbClr val="000000"/>
            </a:solidFill>
            <a:prstDash val="solid"/>
            <a:headEnd type="none" w="med" len="med"/>
            <a:tailEnd type="none" w="med" len="med"/>
          </a:ln>
        </p:spPr>
      </p:sp>
      <p:grpSp>
        <p:nvGrpSpPr>
          <p:cNvPr id="3" name="Group 23"/>
          <p:cNvGrpSpPr/>
          <p:nvPr/>
        </p:nvGrpSpPr>
        <p:grpSpPr>
          <a:xfrm>
            <a:off x="4621213" y="5605463"/>
            <a:ext cx="3711575" cy="992187"/>
            <a:chOff x="2911" y="3263"/>
            <a:chExt cx="2338" cy="625"/>
          </a:xfrm>
        </p:grpSpPr>
        <p:graphicFrame>
          <p:nvGraphicFramePr>
            <p:cNvPr id="40999" name="Object 24"/>
            <p:cNvGraphicFramePr>
              <a:graphicFrameLocks noChangeAspect="1"/>
            </p:cNvGraphicFramePr>
            <p:nvPr/>
          </p:nvGraphicFramePr>
          <p:xfrm>
            <a:off x="3648" y="3517"/>
            <a:ext cx="1601" cy="371"/>
          </p:xfrm>
          <a:graphic>
            <a:graphicData uri="http://schemas.openxmlformats.org/presentationml/2006/ole">
              <mc:AlternateContent xmlns:mc="http://schemas.openxmlformats.org/markup-compatibility/2006">
                <mc:Choice xmlns:v="urn:schemas-microsoft-com:vml" Requires="v">
                  <p:oleObj spid="_x0000_s3171" name="" r:id="rId5" imgW="1282700" imgH="114300" progId="Equation.3">
                    <p:embed/>
                  </p:oleObj>
                </mc:Choice>
                <mc:Fallback>
                  <p:oleObj name="" r:id="rId5" imgW="1282700" imgH="114300" progId="Equation.3">
                    <p:embed/>
                    <p:pic>
                      <p:nvPicPr>
                        <p:cNvPr id="0" name="图片 3170"/>
                        <p:cNvPicPr/>
                        <p:nvPr/>
                      </p:nvPicPr>
                      <p:blipFill>
                        <a:blip r:embed="rId6">
                          <a:clrChange>
                            <a:clrFrom>
                              <a:srgbClr val="000000"/>
                            </a:clrFrom>
                            <a:clrTo>
                              <a:srgbClr val="000099"/>
                            </a:clrTo>
                          </a:clrChange>
                        </a:blip>
                        <a:stretch>
                          <a:fillRect/>
                        </a:stretch>
                      </p:blipFill>
                      <p:spPr>
                        <a:xfrm>
                          <a:off x="3648" y="3517"/>
                          <a:ext cx="1601" cy="371"/>
                        </a:xfrm>
                        <a:prstGeom prst="rect">
                          <a:avLst/>
                        </a:prstGeom>
                        <a:noFill/>
                        <a:ln w="38100">
                          <a:noFill/>
                          <a:miter/>
                        </a:ln>
                      </p:spPr>
                    </p:pic>
                  </p:oleObj>
                </mc:Fallback>
              </mc:AlternateContent>
            </a:graphicData>
          </a:graphic>
        </p:graphicFrame>
        <p:sp>
          <p:nvSpPr>
            <p:cNvPr id="41000" name="Text Box 25"/>
            <p:cNvSpPr txBox="1"/>
            <p:nvPr/>
          </p:nvSpPr>
          <p:spPr>
            <a:xfrm>
              <a:off x="2911" y="3263"/>
              <a:ext cx="1388" cy="33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3</a:t>
              </a:r>
              <a:r>
                <a:rPr lang="zh-CN" altLang="en-US" sz="2800" b="1" dirty="0">
                  <a:latin typeface="Times New Roman" panose="02020603050405020304" pitchFamily="18" charset="0"/>
                  <a:ea typeface="华文中宋" panose="02010600040101010101" pitchFamily="2" charset="-122"/>
                </a:rPr>
                <a:t>）相位差</a:t>
              </a:r>
              <a:endParaRPr lang="zh-CN" altLang="en-US" sz="2800" b="1" dirty="0">
                <a:latin typeface="Times New Roman" panose="02020603050405020304" pitchFamily="18" charset="0"/>
                <a:ea typeface="华文中宋" panose="02010600040101010101" pitchFamily="2" charset="-122"/>
              </a:endParaRPr>
            </a:p>
          </p:txBody>
        </p:sp>
      </p:grpSp>
      <p:grpSp>
        <p:nvGrpSpPr>
          <p:cNvPr id="4" name="Group 26"/>
          <p:cNvGrpSpPr/>
          <p:nvPr/>
        </p:nvGrpSpPr>
        <p:grpSpPr>
          <a:xfrm>
            <a:off x="4267200" y="1949450"/>
            <a:ext cx="3048000" cy="652463"/>
            <a:chOff x="384" y="1344"/>
            <a:chExt cx="2005" cy="430"/>
          </a:xfrm>
        </p:grpSpPr>
        <p:sp>
          <p:nvSpPr>
            <p:cNvPr id="40997" name="Text Box 27"/>
            <p:cNvSpPr txBox="1"/>
            <p:nvPr/>
          </p:nvSpPr>
          <p:spPr>
            <a:xfrm>
              <a:off x="384" y="1344"/>
              <a:ext cx="769" cy="304"/>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若</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40998" name="Object 28">
              <a:hlinkClick r:id="" action="ppaction://ole?verb="/>
            </p:cNvPr>
            <p:cNvGraphicFramePr/>
            <p:nvPr/>
          </p:nvGraphicFramePr>
          <p:xfrm>
            <a:off x="846" y="1344"/>
            <a:ext cx="1543" cy="430"/>
          </p:xfrm>
          <a:graphic>
            <a:graphicData uri="http://schemas.openxmlformats.org/presentationml/2006/ole">
              <mc:AlternateContent xmlns:mc="http://schemas.openxmlformats.org/markup-compatibility/2006">
                <mc:Choice xmlns:v="urn:schemas-microsoft-com:vml" Requires="v">
                  <p:oleObj spid="_x0000_s3170" name="" r:id="rId7" imgW="1002665" imgH="241300" progId="Equation.3">
                    <p:embed/>
                  </p:oleObj>
                </mc:Choice>
                <mc:Fallback>
                  <p:oleObj name="" r:id="rId7" imgW="1002665" imgH="241300" progId="Equation.3">
                    <p:embed/>
                    <p:pic>
                      <p:nvPicPr>
                        <p:cNvPr id="0" name="图片 3169"/>
                        <p:cNvPicPr/>
                        <p:nvPr/>
                      </p:nvPicPr>
                      <p:blipFill>
                        <a:blip r:embed="rId8"/>
                        <a:stretch>
                          <a:fillRect/>
                        </a:stretch>
                      </p:blipFill>
                      <p:spPr>
                        <a:xfrm>
                          <a:off x="846" y="1344"/>
                          <a:ext cx="1543" cy="430"/>
                        </a:xfrm>
                        <a:prstGeom prst="rect">
                          <a:avLst/>
                        </a:prstGeom>
                        <a:noFill/>
                        <a:ln w="38100">
                          <a:noFill/>
                          <a:miter/>
                        </a:ln>
                      </p:spPr>
                    </p:pic>
                  </p:oleObj>
                </mc:Fallback>
              </mc:AlternateContent>
            </a:graphicData>
          </a:graphic>
        </p:graphicFrame>
      </p:grpSp>
      <p:graphicFrame>
        <p:nvGraphicFramePr>
          <p:cNvPr id="793629" name="Object 29">
            <a:hlinkClick r:id="" action="ppaction://ole?verb="/>
          </p:cNvPr>
          <p:cNvGraphicFramePr/>
          <p:nvPr/>
        </p:nvGraphicFramePr>
        <p:xfrm>
          <a:off x="4724400" y="3244850"/>
          <a:ext cx="2171700" cy="530225"/>
        </p:xfrm>
        <a:graphic>
          <a:graphicData uri="http://schemas.openxmlformats.org/presentationml/2006/ole">
            <mc:AlternateContent xmlns:mc="http://schemas.openxmlformats.org/markup-compatibility/2006">
              <mc:Choice xmlns:v="urn:schemas-microsoft-com:vml" Requires="v">
                <p:oleObj spid="_x0000_s3172" name="" r:id="rId9" imgW="939165" imgH="215900" progId="Equation.3">
                  <p:embed/>
                </p:oleObj>
              </mc:Choice>
              <mc:Fallback>
                <p:oleObj name="" r:id="rId9" imgW="939165" imgH="215900" progId="Equation.3">
                  <p:embed/>
                  <p:pic>
                    <p:nvPicPr>
                      <p:cNvPr id="0" name="图片 3171"/>
                      <p:cNvPicPr/>
                      <p:nvPr/>
                    </p:nvPicPr>
                    <p:blipFill>
                      <a:blip r:embed="rId10"/>
                      <a:stretch>
                        <a:fillRect/>
                      </a:stretch>
                    </p:blipFill>
                    <p:spPr>
                      <a:xfrm>
                        <a:off x="4724400" y="3244850"/>
                        <a:ext cx="2171700" cy="530225"/>
                      </a:xfrm>
                      <a:prstGeom prst="rect">
                        <a:avLst/>
                      </a:prstGeom>
                      <a:noFill/>
                      <a:ln w="38100">
                        <a:noFill/>
                        <a:miter/>
                      </a:ln>
                    </p:spPr>
                  </p:pic>
                </p:oleObj>
              </mc:Fallback>
            </mc:AlternateContent>
          </a:graphicData>
        </a:graphic>
      </p:graphicFrame>
      <p:graphicFrame>
        <p:nvGraphicFramePr>
          <p:cNvPr id="793630" name="Object 30">
            <a:hlinkClick r:id="" action="ppaction://ole?verb="/>
          </p:cNvPr>
          <p:cNvGraphicFramePr/>
          <p:nvPr/>
        </p:nvGraphicFramePr>
        <p:xfrm>
          <a:off x="4953000" y="3702050"/>
          <a:ext cx="2517775" cy="593725"/>
        </p:xfrm>
        <a:graphic>
          <a:graphicData uri="http://schemas.openxmlformats.org/presentationml/2006/ole">
            <mc:AlternateContent xmlns:mc="http://schemas.openxmlformats.org/markup-compatibility/2006">
              <mc:Choice xmlns:v="urn:schemas-microsoft-com:vml" Requires="v">
                <p:oleObj spid="_x0000_s3173" name="" r:id="rId11" imgW="989965" imgH="241300" progId="Equation.3">
                  <p:embed/>
                </p:oleObj>
              </mc:Choice>
              <mc:Fallback>
                <p:oleObj name="" r:id="rId11" imgW="989965" imgH="241300" progId="Equation.3">
                  <p:embed/>
                  <p:pic>
                    <p:nvPicPr>
                      <p:cNvPr id="0" name="图片 3172"/>
                      <p:cNvPicPr/>
                      <p:nvPr/>
                    </p:nvPicPr>
                    <p:blipFill>
                      <a:blip r:embed="rId12"/>
                      <a:stretch>
                        <a:fillRect/>
                      </a:stretch>
                    </p:blipFill>
                    <p:spPr>
                      <a:xfrm>
                        <a:off x="4953000" y="3702050"/>
                        <a:ext cx="2517775" cy="593725"/>
                      </a:xfrm>
                      <a:prstGeom prst="rect">
                        <a:avLst/>
                      </a:prstGeom>
                      <a:noFill/>
                      <a:ln w="38100">
                        <a:noFill/>
                        <a:miter/>
                      </a:ln>
                    </p:spPr>
                  </p:pic>
                </p:oleObj>
              </mc:Fallback>
            </mc:AlternateContent>
          </a:graphicData>
        </a:graphic>
      </p:graphicFrame>
      <p:grpSp>
        <p:nvGrpSpPr>
          <p:cNvPr id="5" name="Group 31"/>
          <p:cNvGrpSpPr/>
          <p:nvPr/>
        </p:nvGrpSpPr>
        <p:grpSpPr>
          <a:xfrm>
            <a:off x="900113" y="4540250"/>
            <a:ext cx="3281362" cy="1789113"/>
            <a:chOff x="567" y="2523"/>
            <a:chExt cx="2067" cy="1127"/>
          </a:xfrm>
        </p:grpSpPr>
        <p:grpSp>
          <p:nvGrpSpPr>
            <p:cNvPr id="40983" name="Group 32"/>
            <p:cNvGrpSpPr/>
            <p:nvPr/>
          </p:nvGrpSpPr>
          <p:grpSpPr>
            <a:xfrm>
              <a:off x="567" y="2523"/>
              <a:ext cx="2067" cy="1127"/>
              <a:chOff x="567" y="2523"/>
              <a:chExt cx="2067" cy="1127"/>
            </a:xfrm>
          </p:grpSpPr>
          <p:sp>
            <p:nvSpPr>
              <p:cNvPr id="40985" name="Rectangle 33"/>
              <p:cNvSpPr/>
              <p:nvPr/>
            </p:nvSpPr>
            <p:spPr>
              <a:xfrm>
                <a:off x="754" y="2523"/>
                <a:ext cx="15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nvGrpSpPr>
              <p:cNvPr id="40986" name="Group 34"/>
              <p:cNvGrpSpPr/>
              <p:nvPr/>
            </p:nvGrpSpPr>
            <p:grpSpPr>
              <a:xfrm>
                <a:off x="567" y="2537"/>
                <a:ext cx="2067" cy="1113"/>
                <a:chOff x="567" y="2537"/>
                <a:chExt cx="2067" cy="1113"/>
              </a:xfrm>
            </p:grpSpPr>
            <p:sp>
              <p:nvSpPr>
                <p:cNvPr id="40987" name="Line 35"/>
                <p:cNvSpPr/>
                <p:nvPr/>
              </p:nvSpPr>
              <p:spPr>
                <a:xfrm>
                  <a:off x="689" y="3262"/>
                  <a:ext cx="1615" cy="0"/>
                </a:xfrm>
                <a:prstGeom prst="line">
                  <a:avLst/>
                </a:prstGeom>
                <a:ln w="38100" cap="flat" cmpd="sng">
                  <a:solidFill>
                    <a:schemeClr val="tx2"/>
                  </a:solidFill>
                  <a:prstDash val="solid"/>
                  <a:headEnd type="none" w="med" len="med"/>
                  <a:tailEnd type="triangle" w="med" len="med"/>
                </a:ln>
              </p:spPr>
            </p:sp>
            <p:sp>
              <p:nvSpPr>
                <p:cNvPr id="40988" name="Rectangle 36"/>
                <p:cNvSpPr/>
                <p:nvPr/>
              </p:nvSpPr>
              <p:spPr>
                <a:xfrm>
                  <a:off x="2137" y="3149"/>
                  <a:ext cx="497"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40989" name="Line 37"/>
                <p:cNvSpPr/>
                <p:nvPr/>
              </p:nvSpPr>
              <p:spPr>
                <a:xfrm>
                  <a:off x="766" y="2759"/>
                  <a:ext cx="0" cy="868"/>
                </a:xfrm>
                <a:prstGeom prst="line">
                  <a:avLst/>
                </a:prstGeom>
                <a:ln w="38100" cap="flat" cmpd="sng">
                  <a:solidFill>
                    <a:srgbClr val="000000"/>
                  </a:solidFill>
                  <a:prstDash val="solid"/>
                  <a:headEnd type="triangle" w="med" len="med"/>
                  <a:tailEnd type="none" w="med" len="med"/>
                </a:ln>
              </p:spPr>
            </p:sp>
            <p:sp>
              <p:nvSpPr>
                <p:cNvPr id="40990" name="Rectangle 38"/>
                <p:cNvSpPr/>
                <p:nvPr/>
              </p:nvSpPr>
              <p:spPr>
                <a:xfrm>
                  <a:off x="567" y="2537"/>
                  <a:ext cx="22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grpSp>
              <p:nvGrpSpPr>
                <p:cNvPr id="40991" name="Group 39"/>
                <p:cNvGrpSpPr/>
                <p:nvPr/>
              </p:nvGrpSpPr>
              <p:grpSpPr>
                <a:xfrm>
                  <a:off x="775" y="2981"/>
                  <a:ext cx="1249" cy="578"/>
                  <a:chOff x="775" y="2981"/>
                  <a:chExt cx="1249" cy="578"/>
                </a:xfrm>
              </p:grpSpPr>
              <p:sp>
                <p:nvSpPr>
                  <p:cNvPr id="40995" name="Freeform 40"/>
                  <p:cNvSpPr/>
                  <p:nvPr/>
                </p:nvSpPr>
                <p:spPr>
                  <a:xfrm>
                    <a:off x="775" y="2981"/>
                    <a:ext cx="623" cy="291"/>
                  </a:xfrm>
                  <a:custGeom>
                    <a:avLst/>
                    <a:gdLst>
                      <a:gd name="txL" fmla="*/ 0 w 672"/>
                      <a:gd name="txT" fmla="*/ 0 h 193"/>
                      <a:gd name="txR" fmla="*/ 672 w 672"/>
                      <a:gd name="txB" fmla="*/ 193 h 193"/>
                    </a:gdLst>
                    <a:ahLst/>
                    <a:cxnLst>
                      <a:cxn ang="0">
                        <a:pos x="0" y="311038"/>
                      </a:cxn>
                      <a:cxn ang="0">
                        <a:pos x="15" y="226678"/>
                      </a:cxn>
                      <a:cxn ang="0">
                        <a:pos x="29" y="152778"/>
                      </a:cxn>
                      <a:cxn ang="0">
                        <a:pos x="44" y="88898"/>
                      </a:cxn>
                      <a:cxn ang="0">
                        <a:pos x="58" y="37824"/>
                      </a:cxn>
                      <a:cxn ang="0">
                        <a:pos x="70" y="9944"/>
                      </a:cxn>
                      <a:cxn ang="0">
                        <a:pos x="85" y="0"/>
                      </a:cxn>
                      <a:cxn ang="0">
                        <a:pos x="100" y="9944"/>
                      </a:cxn>
                      <a:cxn ang="0">
                        <a:pos x="114" y="37824"/>
                      </a:cxn>
                      <a:cxn ang="0">
                        <a:pos x="127" y="88898"/>
                      </a:cxn>
                      <a:cxn ang="0">
                        <a:pos x="143" y="152778"/>
                      </a:cxn>
                      <a:cxn ang="0">
                        <a:pos x="158" y="232942"/>
                      </a:cxn>
                      <a:cxn ang="0">
                        <a:pos x="171" y="311038"/>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66FF">
                        <a:alpha val="100000"/>
                      </a:srgbClr>
                    </a:solidFill>
                    <a:prstDash val="solid"/>
                    <a:round/>
                    <a:headEnd type="none" w="med" len="med"/>
                    <a:tailEnd type="none" w="med" len="med"/>
                  </a:ln>
                </p:spPr>
                <p:txBody>
                  <a:bodyPr/>
                  <a:p>
                    <a:endParaRPr lang="zh-CN" altLang="en-US"/>
                  </a:p>
                </p:txBody>
              </p:sp>
              <p:sp>
                <p:nvSpPr>
                  <p:cNvPr id="40996" name="Freeform 41"/>
                  <p:cNvSpPr/>
                  <p:nvPr/>
                </p:nvSpPr>
                <p:spPr>
                  <a:xfrm>
                    <a:off x="1401" y="3269"/>
                    <a:ext cx="623" cy="290"/>
                  </a:xfrm>
                  <a:custGeom>
                    <a:avLst/>
                    <a:gdLst>
                      <a:gd name="txL" fmla="*/ 0 w 674"/>
                      <a:gd name="txT" fmla="*/ 0 h 193"/>
                      <a:gd name="txR" fmla="*/ 674 w 674"/>
                      <a:gd name="txB" fmla="*/ 193 h 193"/>
                    </a:gdLst>
                    <a:ahLst/>
                    <a:cxnLst>
                      <a:cxn ang="0">
                        <a:pos x="164" y="0"/>
                      </a:cxn>
                      <a:cxn ang="0">
                        <a:pos x="150" y="79069"/>
                      </a:cxn>
                      <a:cxn ang="0">
                        <a:pos x="137" y="149260"/>
                      </a:cxn>
                      <a:cxn ang="0">
                        <a:pos x="120" y="207174"/>
                      </a:cxn>
                      <a:cxn ang="0">
                        <a:pos x="108" y="257784"/>
                      </a:cxn>
                      <a:cxn ang="0">
                        <a:pos x="96" y="283265"/>
                      </a:cxn>
                      <a:cxn ang="0">
                        <a:pos x="82" y="292569"/>
                      </a:cxn>
                      <a:cxn ang="0">
                        <a:pos x="68" y="283265"/>
                      </a:cxn>
                      <a:cxn ang="0">
                        <a:pos x="55" y="257784"/>
                      </a:cxn>
                      <a:cxn ang="0">
                        <a:pos x="42" y="207174"/>
                      </a:cxn>
                      <a:cxn ang="0">
                        <a:pos x="27" y="149260"/>
                      </a:cxn>
                      <a:cxn ang="0">
                        <a:pos x="14" y="74910"/>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0066FF">
                        <a:alpha val="100000"/>
                      </a:srgbClr>
                    </a:solidFill>
                    <a:prstDash val="solid"/>
                    <a:round/>
                    <a:headEnd type="none" w="med" len="med"/>
                    <a:tailEnd type="none" w="med" len="med"/>
                  </a:ln>
                </p:spPr>
                <p:txBody>
                  <a:bodyPr/>
                  <a:p>
                    <a:endParaRPr lang="zh-CN" altLang="en-US"/>
                  </a:p>
                </p:txBody>
              </p:sp>
            </p:grpSp>
            <p:grpSp>
              <p:nvGrpSpPr>
                <p:cNvPr id="40992" name="Group 42"/>
                <p:cNvGrpSpPr/>
                <p:nvPr/>
              </p:nvGrpSpPr>
              <p:grpSpPr>
                <a:xfrm>
                  <a:off x="775" y="2859"/>
                  <a:ext cx="1253" cy="791"/>
                  <a:chOff x="775" y="2859"/>
                  <a:chExt cx="1253" cy="791"/>
                </a:xfrm>
              </p:grpSpPr>
              <p:sp>
                <p:nvSpPr>
                  <p:cNvPr id="40993" name="Freeform 43"/>
                  <p:cNvSpPr/>
                  <p:nvPr/>
                </p:nvSpPr>
                <p:spPr>
                  <a:xfrm>
                    <a:off x="775" y="2859"/>
                    <a:ext cx="624" cy="407"/>
                  </a:xfrm>
                  <a:custGeom>
                    <a:avLst/>
                    <a:gdLst>
                      <a:gd name="txL" fmla="*/ 0 w 652"/>
                      <a:gd name="txT" fmla="*/ 0 h 289"/>
                      <a:gd name="txR" fmla="*/ 652 w 652"/>
                      <a:gd name="txB" fmla="*/ 289 h 289"/>
                    </a:gdLst>
                    <a:ahLst/>
                    <a:cxnLst>
                      <a:cxn ang="0">
                        <a:pos x="0" y="136958"/>
                      </a:cxn>
                      <a:cxn ang="0">
                        <a:pos x="26" y="99087"/>
                      </a:cxn>
                      <a:cxn ang="0">
                        <a:pos x="50" y="67028"/>
                      </a:cxn>
                      <a:cxn ang="0">
                        <a:pos x="75" y="39480"/>
                      </a:cxn>
                      <a:cxn ang="0">
                        <a:pos x="99" y="16297"/>
                      </a:cxn>
                      <a:cxn ang="0">
                        <a:pos x="122" y="4202"/>
                      </a:cxn>
                      <a:cxn ang="0">
                        <a:pos x="145" y="0"/>
                      </a:cxn>
                      <a:cxn ang="0">
                        <a:pos x="171" y="4202"/>
                      </a:cxn>
                      <a:cxn ang="0">
                        <a:pos x="195" y="16297"/>
                      </a:cxn>
                      <a:cxn ang="0">
                        <a:pos x="221" y="39480"/>
                      </a:cxn>
                      <a:cxn ang="0">
                        <a:pos x="245" y="67028"/>
                      </a:cxn>
                      <a:cxn ang="0">
                        <a:pos x="271" y="101474"/>
                      </a:cxn>
                      <a:cxn ang="0">
                        <a:pos x="296" y="136958"/>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40994" name="Freeform 44"/>
                  <p:cNvSpPr/>
                  <p:nvPr/>
                </p:nvSpPr>
                <p:spPr>
                  <a:xfrm>
                    <a:off x="1392" y="3264"/>
                    <a:ext cx="636" cy="386"/>
                  </a:xfrm>
                  <a:custGeom>
                    <a:avLst/>
                    <a:gdLst>
                      <a:gd name="txL" fmla="*/ 0 w 636"/>
                      <a:gd name="txT" fmla="*/ 0 h 386"/>
                      <a:gd name="txR" fmla="*/ 636 w 636"/>
                      <a:gd name="txB" fmla="*/ 386 h 386"/>
                    </a:gdLst>
                    <a:ahLst/>
                    <a:cxnLst>
                      <a:cxn ang="0">
                        <a:pos x="636" y="0"/>
                      </a:cxn>
                      <a:cxn ang="0">
                        <a:pos x="582" y="108"/>
                      </a:cxn>
                      <a:cxn ang="0">
                        <a:pos x="528" y="210"/>
                      </a:cxn>
                      <a:cxn ang="0">
                        <a:pos x="468" y="282"/>
                      </a:cxn>
                      <a:cxn ang="0">
                        <a:pos x="413" y="339"/>
                      </a:cxn>
                      <a:cxn ang="0">
                        <a:pos x="368" y="372"/>
                      </a:cxn>
                      <a:cxn ang="0">
                        <a:pos x="314" y="386"/>
                      </a:cxn>
                      <a:cxn ang="0">
                        <a:pos x="263" y="372"/>
                      </a:cxn>
                      <a:cxn ang="0">
                        <a:pos x="209" y="339"/>
                      </a:cxn>
                      <a:cxn ang="0">
                        <a:pos x="158" y="273"/>
                      </a:cxn>
                      <a:cxn ang="0">
                        <a:pos x="104" y="196"/>
                      </a:cxn>
                      <a:cxn ang="0">
                        <a:pos x="52" y="98"/>
                      </a:cxn>
                      <a:cxn ang="0">
                        <a:pos x="0" y="0"/>
                      </a:cxn>
                    </a:cxnLst>
                    <a:rect l="txL" t="txT" r="txR" b="txB"/>
                    <a:pathLst>
                      <a:path w="636" h="386">
                        <a:moveTo>
                          <a:pt x="636" y="0"/>
                        </a:moveTo>
                        <a:lnTo>
                          <a:pt x="582" y="108"/>
                        </a:lnTo>
                        <a:lnTo>
                          <a:pt x="528" y="210"/>
                        </a:lnTo>
                        <a:lnTo>
                          <a:pt x="468" y="282"/>
                        </a:lnTo>
                        <a:lnTo>
                          <a:pt x="413" y="339"/>
                        </a:lnTo>
                        <a:lnTo>
                          <a:pt x="368" y="372"/>
                        </a:lnTo>
                        <a:lnTo>
                          <a:pt x="314" y="386"/>
                        </a:lnTo>
                        <a:lnTo>
                          <a:pt x="263" y="372"/>
                        </a:lnTo>
                        <a:lnTo>
                          <a:pt x="209" y="339"/>
                        </a:lnTo>
                        <a:lnTo>
                          <a:pt x="158" y="273"/>
                        </a:lnTo>
                        <a:lnTo>
                          <a:pt x="104" y="196"/>
                        </a:lnTo>
                        <a:lnTo>
                          <a:pt x="52" y="98"/>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grpSp>
          </p:grpSp>
        </p:grpSp>
        <p:sp>
          <p:nvSpPr>
            <p:cNvPr id="40984" name="Text Box 45"/>
            <p:cNvSpPr txBox="1"/>
            <p:nvPr/>
          </p:nvSpPr>
          <p:spPr>
            <a:xfrm>
              <a:off x="570" y="321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793646" name="Text Box 46"/>
          <p:cNvSpPr txBox="1"/>
          <p:nvPr/>
        </p:nvSpPr>
        <p:spPr>
          <a:xfrm>
            <a:off x="3962400" y="3244850"/>
            <a:ext cx="60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得</a:t>
            </a:r>
            <a:endParaRPr lang="zh-CN" altLang="en-US" sz="2400" b="1" dirty="0">
              <a:latin typeface="Times New Roman" panose="02020603050405020304" pitchFamily="18" charset="0"/>
              <a:ea typeface="华文中宋" panose="02010600040101010101" pitchFamily="2" charset="-122"/>
            </a:endParaRPr>
          </a:p>
        </p:txBody>
      </p:sp>
      <p:sp>
        <p:nvSpPr>
          <p:cNvPr id="40977" name="Text Box 48"/>
          <p:cNvSpPr txBox="1"/>
          <p:nvPr/>
        </p:nvSpPr>
        <p:spPr>
          <a:xfrm>
            <a:off x="4267200" y="4311650"/>
            <a:ext cx="990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zh-CN" sz="2800" dirty="0">
              <a:latin typeface="Times New Roman" panose="02020603050405020304" pitchFamily="18" charset="0"/>
              <a:ea typeface="华文中宋" panose="02010600040101010101" pitchFamily="2" charset="-122"/>
            </a:endParaRPr>
          </a:p>
        </p:txBody>
      </p:sp>
      <p:sp>
        <p:nvSpPr>
          <p:cNvPr id="40978" name="Text Box 49"/>
          <p:cNvSpPr txBox="1"/>
          <p:nvPr/>
        </p:nvSpPr>
        <p:spPr>
          <a:xfrm>
            <a:off x="4114800" y="3930650"/>
            <a:ext cx="1066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zh-CN" sz="2800" dirty="0">
              <a:latin typeface="Times New Roman" panose="02020603050405020304" pitchFamily="18" charset="0"/>
              <a:ea typeface="华文中宋" panose="02010600040101010101" pitchFamily="2" charset="-122"/>
            </a:endParaRPr>
          </a:p>
        </p:txBody>
      </p:sp>
      <p:sp>
        <p:nvSpPr>
          <p:cNvPr id="793650" name="Text Box 50"/>
          <p:cNvSpPr txBox="1"/>
          <p:nvPr/>
        </p:nvSpPr>
        <p:spPr>
          <a:xfrm>
            <a:off x="3948113" y="4292600"/>
            <a:ext cx="3352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对照电压与电流，可见</a:t>
            </a:r>
            <a:endParaRPr lang="zh-CN" altLang="en-US" sz="2400" b="1" dirty="0">
              <a:latin typeface="Times New Roman" panose="02020603050405020304" pitchFamily="18" charset="0"/>
              <a:ea typeface="华文中宋" panose="02010600040101010101" pitchFamily="2" charset="-122"/>
            </a:endParaRPr>
          </a:p>
        </p:txBody>
      </p:sp>
      <p:sp>
        <p:nvSpPr>
          <p:cNvPr id="793651" name="Rectangle 51"/>
          <p:cNvSpPr>
            <a:spLocks noChangeArrowheads="1"/>
          </p:cNvSpPr>
          <p:nvPr/>
        </p:nvSpPr>
        <p:spPr bwMode="auto">
          <a:xfrm>
            <a:off x="539750" y="1806575"/>
            <a:ext cx="3962400" cy="6858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）电压与电流的关系</a:t>
            </a: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1" name="Rectangle 4"/>
          <p:cNvSpPr/>
          <p:nvPr/>
        </p:nvSpPr>
        <p:spPr>
          <a:xfrm>
            <a:off x="303213" y="912813"/>
            <a:ext cx="8207375" cy="49212"/>
          </a:xfrm>
          <a:prstGeom prst="rect">
            <a:avLst/>
          </a:prstGeom>
          <a:gradFill rotWithShape="0">
            <a:gsLst>
              <a:gs pos="0">
                <a:srgbClr val="3366FF">
                  <a:alpha val="100000"/>
                </a:srgbClr>
              </a:gs>
              <a:gs pos="12500">
                <a:srgbClr val="01A78F">
                  <a:alpha val="100000"/>
                </a:srgbClr>
              </a:gs>
              <a:gs pos="25000">
                <a:srgbClr val="FFFF00">
                  <a:alpha val="100000"/>
                </a:srgbClr>
              </a:gs>
              <a:gs pos="37500">
                <a:srgbClr val="FF6633">
                  <a:alpha val="100000"/>
                </a:srgbClr>
              </a:gs>
              <a:gs pos="50000">
                <a:srgbClr val="FF3399">
                  <a:alpha val="100000"/>
                </a:srgbClr>
              </a:gs>
              <a:gs pos="62500">
                <a:srgbClr val="FF6633">
                  <a:alpha val="100000"/>
                </a:srgbClr>
              </a:gs>
              <a:gs pos="75000">
                <a:srgbClr val="FFFF00">
                  <a:alpha val="100000"/>
                </a:srgbClr>
              </a:gs>
              <a:gs pos="87500">
                <a:srgbClr val="01A78F">
                  <a:alpha val="100000"/>
                </a:srgbClr>
              </a:gs>
              <a:gs pos="100000">
                <a:srgbClr val="3366FF">
                  <a:alpha val="100000"/>
                </a:srgbClr>
              </a:gs>
            </a:gsLst>
            <a:lin ang="0" scaled="1"/>
            <a:tileRect/>
          </a:gradFill>
          <a:ln w="12700" cap="sq"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cxnSp>
        <p:nvCxnSpPr>
          <p:cNvPr id="40982" name="直接连接符 6"/>
          <p:cNvCxnSpPr/>
          <p:nvPr/>
        </p:nvCxnSpPr>
        <p:spPr>
          <a:xfrm>
            <a:off x="5867400" y="4205288"/>
            <a:ext cx="433388" cy="0"/>
          </a:xfrm>
          <a:prstGeom prst="line">
            <a:avLst/>
          </a:prstGeom>
          <a:ln w="38100" cap="flat" cmpd="sng">
            <a:solidFill>
              <a:schemeClr val="accent2"/>
            </a:solidFill>
            <a:prstDash val="soli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3602"/>
                                        </p:tgtEl>
                                        <p:attrNameLst>
                                          <p:attrName>style.visibility</p:attrName>
                                        </p:attrNameLst>
                                      </p:cBhvr>
                                      <p:to>
                                        <p:strVal val="visible"/>
                                      </p:to>
                                    </p:set>
                                    <p:animEffect transition="in" filter="wipe(left)">
                                      <p:cBhvr>
                                        <p:cTn id="7" dur="500"/>
                                        <p:tgtEl>
                                          <p:spTgt spid="79360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93603"/>
                                        </p:tgtEl>
                                        <p:attrNameLst>
                                          <p:attrName>style.visibility</p:attrName>
                                        </p:attrNameLst>
                                      </p:cBhvr>
                                      <p:to>
                                        <p:strVal val="visible"/>
                                      </p:to>
                                    </p:set>
                                    <p:animEffect transition="in" filter="wipe(left)">
                                      <p:cBhvr>
                                        <p:cTn id="11" dur="500"/>
                                        <p:tgtEl>
                                          <p:spTgt spid="793603"/>
                                        </p:tgtEl>
                                      </p:cBhvr>
                                    </p:animEffect>
                                  </p:childTnLst>
                                </p:cTn>
                              </p:par>
                            </p:childTnLst>
                          </p:cTn>
                        </p:par>
                        <p:par>
                          <p:cTn id="12" fill="hold">
                            <p:stCondLst>
                              <p:cond delay="1000"/>
                            </p:stCondLst>
                            <p:childTnLst>
                              <p:par>
                                <p:cTn id="13" presetID="17" presetClass="entr" presetSubtype="1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000000"/>
                                          </p:val>
                                        </p:tav>
                                        <p:tav tm="100000">
                                          <p:val>
                                            <p:strVal val="#ppt_w"/>
                                          </p:val>
                                        </p:tav>
                                      </p:tavLst>
                                    </p:anim>
                                    <p:anim calcmode="lin" valueType="num">
                                      <p:cBhvr>
                                        <p:cTn id="16" dur="500" fill="hold"/>
                                        <p:tgtEl>
                                          <p:spTgt spid="2"/>
                                        </p:tgtEl>
                                        <p:attrNameLst>
                                          <p:attrName>ppt_h</p:attrName>
                                        </p:attrNameLst>
                                      </p:cBhvr>
                                      <p:tavLst>
                                        <p:tav tm="0">
                                          <p:val>
                                            <p:strVal val="#ppt_h"/>
                                          </p:val>
                                        </p:tav>
                                        <p:tav tm="100000">
                                          <p:val>
                                            <p:strVal val="#ppt_h"/>
                                          </p:val>
                                        </p:tav>
                                      </p:tavLst>
                                    </p:anim>
                                  </p:childTnLst>
                                </p:cTn>
                              </p:par>
                            </p:childTnLst>
                          </p:cTn>
                        </p:par>
                        <p:par>
                          <p:cTn id="17" fill="hold">
                            <p:stCondLst>
                              <p:cond delay="1500"/>
                            </p:stCondLst>
                            <p:childTnLst>
                              <p:par>
                                <p:cTn id="18" presetID="17" presetClass="entr" presetSubtype="1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000000"/>
                                          </p:val>
                                        </p:tav>
                                        <p:tav tm="100000">
                                          <p:val>
                                            <p:strVal val="#ppt_w"/>
                                          </p:val>
                                        </p:tav>
                                      </p:tavLst>
                                    </p:anim>
                                    <p:anim calcmode="lin" valueType="num">
                                      <p:cBhvr>
                                        <p:cTn id="21"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93651"/>
                                        </p:tgtEl>
                                        <p:attrNameLst>
                                          <p:attrName>style.visibility</p:attrName>
                                        </p:attrNameLst>
                                      </p:cBhvr>
                                      <p:to>
                                        <p:strVal val="visible"/>
                                      </p:to>
                                    </p:set>
                                    <p:animEffect transition="in" filter="wipe(left)">
                                      <p:cBhvr>
                                        <p:cTn id="26" dur="500"/>
                                        <p:tgtEl>
                                          <p:spTgt spid="79365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93619"/>
                                        </p:tgtEl>
                                        <p:attrNameLst>
                                          <p:attrName>style.visibility</p:attrName>
                                        </p:attrNameLst>
                                      </p:cBhvr>
                                      <p:to>
                                        <p:strVal val="visible"/>
                                      </p:to>
                                    </p:set>
                                    <p:animEffect transition="in" filter="wipe(left)">
                                      <p:cBhvr>
                                        <p:cTn id="36" dur="500"/>
                                        <p:tgtEl>
                                          <p:spTgt spid="793619"/>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793618"/>
                                        </p:tgtEl>
                                        <p:attrNameLst>
                                          <p:attrName>style.visibility</p:attrName>
                                        </p:attrNameLst>
                                      </p:cBhvr>
                                      <p:to>
                                        <p:strVal val="visible"/>
                                      </p:to>
                                    </p:set>
                                    <p:animEffect transition="in" filter="wipe(left)">
                                      <p:cBhvr>
                                        <p:cTn id="40" dur="500"/>
                                        <p:tgtEl>
                                          <p:spTgt spid="7936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93646"/>
                                        </p:tgtEl>
                                        <p:attrNameLst>
                                          <p:attrName>style.visibility</p:attrName>
                                        </p:attrNameLst>
                                      </p:cBhvr>
                                      <p:to>
                                        <p:strVal val="visible"/>
                                      </p:to>
                                    </p:set>
                                    <p:animEffect transition="in" filter="wipe(left)">
                                      <p:cBhvr>
                                        <p:cTn id="45" dur="500"/>
                                        <p:tgtEl>
                                          <p:spTgt spid="793646"/>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793629"/>
                                        </p:tgtEl>
                                        <p:attrNameLst>
                                          <p:attrName>style.visibility</p:attrName>
                                        </p:attrNameLst>
                                      </p:cBhvr>
                                      <p:to>
                                        <p:strVal val="visible"/>
                                      </p:to>
                                    </p:set>
                                    <p:animEffect transition="in" filter="wipe(left)">
                                      <p:cBhvr>
                                        <p:cTn id="49" dur="500"/>
                                        <p:tgtEl>
                                          <p:spTgt spid="793629"/>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793630"/>
                                        </p:tgtEl>
                                        <p:attrNameLst>
                                          <p:attrName>style.visibility</p:attrName>
                                        </p:attrNameLst>
                                      </p:cBhvr>
                                      <p:to>
                                        <p:strVal val="visible"/>
                                      </p:to>
                                    </p:set>
                                    <p:animEffect transition="in" filter="wipe(left)">
                                      <p:cBhvr>
                                        <p:cTn id="53" dur="500"/>
                                        <p:tgtEl>
                                          <p:spTgt spid="79363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93650"/>
                                        </p:tgtEl>
                                        <p:attrNameLst>
                                          <p:attrName>style.visibility</p:attrName>
                                        </p:attrNameLst>
                                      </p:cBhvr>
                                      <p:to>
                                        <p:strVal val="visible"/>
                                      </p:to>
                                    </p:set>
                                    <p:animEffect transition="in" filter="wipe(left)">
                                      <p:cBhvr>
                                        <p:cTn id="58" dur="500"/>
                                        <p:tgtEl>
                                          <p:spTgt spid="79365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793620"/>
                                        </p:tgtEl>
                                        <p:attrNameLst>
                                          <p:attrName>style.visibility</p:attrName>
                                        </p:attrNameLst>
                                      </p:cBhvr>
                                      <p:to>
                                        <p:strVal val="visible"/>
                                      </p:to>
                                    </p:set>
                                    <p:animEffect transition="in" filter="wipe(left)">
                                      <p:cBhvr>
                                        <p:cTn id="63" dur="500"/>
                                        <p:tgtEl>
                                          <p:spTgt spid="793620"/>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793621"/>
                                        </p:tgtEl>
                                        <p:attrNameLst>
                                          <p:attrName>style.visibility</p:attrName>
                                        </p:attrNameLst>
                                      </p:cBhvr>
                                      <p:to>
                                        <p:strVal val="visible"/>
                                      </p:to>
                                    </p:set>
                                    <p:animEffect transition="in" filter="wipe(left)">
                                      <p:cBhvr>
                                        <p:cTn id="67" dur="500"/>
                                        <p:tgtEl>
                                          <p:spTgt spid="793621"/>
                                        </p:tgtEl>
                                      </p:cBhvr>
                                    </p:animEffec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2" grpId="0"/>
      <p:bldP spid="793603" grpId="0"/>
      <p:bldP spid="793619" grpId="0"/>
      <p:bldP spid="793620" grpId="0"/>
      <p:bldP spid="793621" grpId="0"/>
      <p:bldP spid="793646" grpId="0"/>
      <p:bldP spid="793650" grpId="0"/>
      <p:bldP spid="79365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09989" name="Object 5"/>
          <p:cNvGraphicFramePr>
            <a:graphicFrameLocks noChangeAspect="1"/>
          </p:cNvGraphicFramePr>
          <p:nvPr/>
        </p:nvGraphicFramePr>
        <p:xfrm>
          <a:off x="4137025" y="1341438"/>
          <a:ext cx="1349375" cy="504825"/>
        </p:xfrm>
        <a:graphic>
          <a:graphicData uri="http://schemas.openxmlformats.org/presentationml/2006/ole">
            <mc:AlternateContent xmlns:mc="http://schemas.openxmlformats.org/markup-compatibility/2006">
              <mc:Choice xmlns:v="urn:schemas-microsoft-com:vml" Requires="v">
                <p:oleObj spid="_x0000_s3169" name="" r:id="rId1" imgW="508000" imgH="203200" progId="Equation.3">
                  <p:embed/>
                </p:oleObj>
              </mc:Choice>
              <mc:Fallback>
                <p:oleObj name="" r:id="rId1" imgW="508000" imgH="203200" progId="Equation.3">
                  <p:embed/>
                  <p:pic>
                    <p:nvPicPr>
                      <p:cNvPr id="0" name="图片 3168"/>
                      <p:cNvPicPr/>
                      <p:nvPr/>
                    </p:nvPicPr>
                    <p:blipFill>
                      <a:blip r:embed="rId2"/>
                      <a:stretch>
                        <a:fillRect/>
                      </a:stretch>
                    </p:blipFill>
                    <p:spPr>
                      <a:xfrm>
                        <a:off x="4137025" y="1341438"/>
                        <a:ext cx="1349375" cy="504825"/>
                      </a:xfrm>
                      <a:prstGeom prst="rect">
                        <a:avLst/>
                      </a:prstGeom>
                      <a:solidFill>
                        <a:srgbClr val="E9FCC8"/>
                      </a:solidFill>
                      <a:ln w="38100">
                        <a:noFill/>
                        <a:miter/>
                      </a:ln>
                    </p:spPr>
                  </p:pic>
                </p:oleObj>
              </mc:Fallback>
            </mc:AlternateContent>
          </a:graphicData>
        </a:graphic>
      </p:graphicFrame>
      <p:sp>
        <p:nvSpPr>
          <p:cNvPr id="809990" name="Text Box 6"/>
          <p:cNvSpPr txBox="1">
            <a:spLocks noChangeArrowheads="1"/>
          </p:cNvSpPr>
          <p:nvPr/>
        </p:nvSpPr>
        <p:spPr bwMode="auto">
          <a:xfrm>
            <a:off x="896938" y="692150"/>
            <a:ext cx="4827588" cy="519113"/>
          </a:xfrm>
          <a:prstGeom prst="rect">
            <a:avLst/>
          </a:prstGeom>
          <a:noFill/>
          <a:ln w="9525">
            <a:noFill/>
            <a:miter lim="800000"/>
          </a:ln>
          <a:effectLst/>
        </p:spPr>
        <p:txBody>
          <a:bodyPr wrap="none">
            <a:spAutoFit/>
          </a:bodyPr>
          <a:lstStyle/>
          <a:p>
            <a:pPr marR="0" defTabSz="914400" eaLnBrk="1" hangingPunct="1">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电压与电流的关系可以表示为</a:t>
            </a:r>
            <a:endPar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7"/>
          <p:cNvGrpSpPr/>
          <p:nvPr/>
        </p:nvGrpSpPr>
        <p:grpSpPr>
          <a:xfrm>
            <a:off x="5715000" y="4695825"/>
            <a:ext cx="1600200" cy="1828800"/>
            <a:chOff x="528" y="1248"/>
            <a:chExt cx="1008" cy="1152"/>
          </a:xfrm>
        </p:grpSpPr>
        <p:sp>
          <p:nvSpPr>
            <p:cNvPr id="42010" name="Oval 8"/>
            <p:cNvSpPr/>
            <p:nvPr/>
          </p:nvSpPr>
          <p:spPr>
            <a:xfrm>
              <a:off x="652" y="2340"/>
              <a:ext cx="58" cy="57"/>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2011" name="Rectangle 9"/>
            <p:cNvSpPr/>
            <p:nvPr/>
          </p:nvSpPr>
          <p:spPr>
            <a:xfrm>
              <a:off x="1407" y="1877"/>
              <a:ext cx="129" cy="23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sp>
          <p:nvSpPr>
            <p:cNvPr id="42012" name="Rectangle 10"/>
            <p:cNvSpPr/>
            <p:nvPr/>
          </p:nvSpPr>
          <p:spPr>
            <a:xfrm>
              <a:off x="1235" y="1815"/>
              <a:ext cx="93" cy="343"/>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2013" name="Line 11"/>
            <p:cNvSpPr/>
            <p:nvPr/>
          </p:nvSpPr>
          <p:spPr>
            <a:xfrm>
              <a:off x="1281" y="1569"/>
              <a:ext cx="0" cy="237"/>
            </a:xfrm>
            <a:prstGeom prst="line">
              <a:avLst/>
            </a:prstGeom>
            <a:ln w="38100" cap="flat" cmpd="sng">
              <a:solidFill>
                <a:schemeClr val="tx1"/>
              </a:solidFill>
              <a:prstDash val="solid"/>
              <a:headEnd type="none" w="med" len="med"/>
              <a:tailEnd type="none" w="med" len="med"/>
            </a:ln>
          </p:spPr>
        </p:sp>
        <p:sp>
          <p:nvSpPr>
            <p:cNvPr id="42014" name="Line 12"/>
            <p:cNvSpPr/>
            <p:nvPr/>
          </p:nvSpPr>
          <p:spPr>
            <a:xfrm>
              <a:off x="713" y="2381"/>
              <a:ext cx="587" cy="0"/>
            </a:xfrm>
            <a:prstGeom prst="line">
              <a:avLst/>
            </a:prstGeom>
            <a:ln w="38100" cap="flat" cmpd="sng">
              <a:solidFill>
                <a:schemeClr val="tx1"/>
              </a:solidFill>
              <a:prstDash val="solid"/>
              <a:headEnd type="none" w="med" len="med"/>
              <a:tailEnd type="none" w="med" len="med"/>
            </a:ln>
          </p:spPr>
        </p:sp>
        <p:sp>
          <p:nvSpPr>
            <p:cNvPr id="42015" name="Text Box 13"/>
            <p:cNvSpPr txBox="1"/>
            <p:nvPr/>
          </p:nvSpPr>
          <p:spPr>
            <a:xfrm>
              <a:off x="528" y="1824"/>
              <a:ext cx="305"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p:txBody>
        </p:sp>
        <p:sp>
          <p:nvSpPr>
            <p:cNvPr id="42016" name="Line 14"/>
            <p:cNvSpPr/>
            <p:nvPr/>
          </p:nvSpPr>
          <p:spPr>
            <a:xfrm>
              <a:off x="713" y="1508"/>
              <a:ext cx="378" cy="0"/>
            </a:xfrm>
            <a:prstGeom prst="line">
              <a:avLst/>
            </a:prstGeom>
            <a:ln w="38100" cap="flat" cmpd="sng">
              <a:solidFill>
                <a:srgbClr val="FF0000"/>
              </a:solidFill>
              <a:prstDash val="solid"/>
              <a:headEnd type="none" w="med" len="med"/>
              <a:tailEnd type="triangle" w="med" len="med"/>
            </a:ln>
          </p:spPr>
        </p:sp>
        <p:sp>
          <p:nvSpPr>
            <p:cNvPr id="42017" name="Text Box 15"/>
            <p:cNvSpPr txBox="1"/>
            <p:nvPr/>
          </p:nvSpPr>
          <p:spPr>
            <a:xfrm>
              <a:off x="555" y="1546"/>
              <a:ext cx="233"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2018" name="Text Box 16"/>
            <p:cNvSpPr txBox="1"/>
            <p:nvPr/>
          </p:nvSpPr>
          <p:spPr>
            <a:xfrm>
              <a:off x="556" y="2038"/>
              <a:ext cx="214"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2019" name="Oval 17"/>
            <p:cNvSpPr/>
            <p:nvPr/>
          </p:nvSpPr>
          <p:spPr>
            <a:xfrm>
              <a:off x="651" y="1541"/>
              <a:ext cx="58" cy="58"/>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2020" name="Line 18"/>
            <p:cNvSpPr/>
            <p:nvPr/>
          </p:nvSpPr>
          <p:spPr>
            <a:xfrm>
              <a:off x="1281" y="2154"/>
              <a:ext cx="0" cy="246"/>
            </a:xfrm>
            <a:prstGeom prst="line">
              <a:avLst/>
            </a:prstGeom>
            <a:ln w="38100" cap="flat" cmpd="sng">
              <a:solidFill>
                <a:schemeClr val="tx1"/>
              </a:solidFill>
              <a:prstDash val="solid"/>
              <a:headEnd type="none" w="med" len="med"/>
              <a:tailEnd type="none" w="med" len="med"/>
            </a:ln>
          </p:spPr>
        </p:sp>
        <p:sp>
          <p:nvSpPr>
            <p:cNvPr id="42021" name="Line 19"/>
            <p:cNvSpPr/>
            <p:nvPr/>
          </p:nvSpPr>
          <p:spPr>
            <a:xfrm>
              <a:off x="713" y="1569"/>
              <a:ext cx="587" cy="0"/>
            </a:xfrm>
            <a:prstGeom prst="line">
              <a:avLst/>
            </a:prstGeom>
            <a:ln w="38100" cap="flat" cmpd="sng">
              <a:solidFill>
                <a:schemeClr val="tx1"/>
              </a:solidFill>
              <a:prstDash val="solid"/>
              <a:headEnd type="none" w="med" len="med"/>
              <a:tailEnd type="none" w="med" len="med"/>
            </a:ln>
          </p:spPr>
        </p:sp>
        <p:sp>
          <p:nvSpPr>
            <p:cNvPr id="42022" name="Rectangle 20"/>
            <p:cNvSpPr/>
            <p:nvPr/>
          </p:nvSpPr>
          <p:spPr>
            <a:xfrm>
              <a:off x="816" y="1248"/>
              <a:ext cx="192"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dirty="0">
                <a:latin typeface="Times New Roman" panose="02020603050405020304" pitchFamily="18" charset="0"/>
                <a:ea typeface="华文中宋" panose="02010600040101010101" pitchFamily="2" charset="-122"/>
              </a:endParaRPr>
            </a:p>
          </p:txBody>
        </p:sp>
      </p:grpSp>
      <p:sp>
        <p:nvSpPr>
          <p:cNvPr id="810005" name="Text Box 21"/>
          <p:cNvSpPr txBox="1">
            <a:spLocks noChangeArrowheads="1"/>
          </p:cNvSpPr>
          <p:nvPr/>
        </p:nvSpPr>
        <p:spPr bwMode="auto">
          <a:xfrm>
            <a:off x="914400" y="1844675"/>
            <a:ext cx="7545388" cy="946150"/>
          </a:xfrm>
          <a:prstGeom prst="rect">
            <a:avLst/>
          </a:prstGeom>
          <a:noFill/>
          <a:ln w="9525">
            <a:noFill/>
            <a:miter lim="800000"/>
          </a:ln>
          <a:effectLst/>
        </p:spPr>
        <p:txBody>
          <a:bodyPr>
            <a:spAutoFit/>
          </a:bodyPr>
          <a:lstStyle/>
          <a:p>
            <a:pPr marR="0" defTabSz="914400" eaLnBrk="1" hangingPunct="1">
              <a:buClrTx/>
              <a:buSzTx/>
              <a:buFontTx/>
              <a:defRPr/>
            </a:pPr>
            <a:r>
              <a:rPr kumimoji="1" lang="zh-CN" altLang="en-US"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这是欧姆定律的相量形式。复数相等是模与辐角分别相等。此式表明有效值</a:t>
            </a:r>
            <a:endParaRPr kumimoji="1" lang="zh-CN" altLang="en-US"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10006" name="Text Box 22"/>
          <p:cNvSpPr txBox="1">
            <a:spLocks noChangeArrowheads="1"/>
          </p:cNvSpPr>
          <p:nvPr/>
        </p:nvSpPr>
        <p:spPr bwMode="auto">
          <a:xfrm>
            <a:off x="971550" y="4062413"/>
            <a:ext cx="6288088" cy="519113"/>
          </a:xfrm>
          <a:prstGeom prst="rect">
            <a:avLst/>
          </a:prstGeom>
          <a:noFill/>
          <a:ln w="9525">
            <a:noFill/>
            <a:miter lim="800000"/>
          </a:ln>
          <a:effectLst/>
        </p:spPr>
        <p:txBody>
          <a:bodyPr>
            <a:spAutoFit/>
          </a:bodyPr>
          <a:lstStyle/>
          <a:p>
            <a:pPr marR="0" defTabSz="914400" eaLnBrk="1" hangingPunct="1">
              <a:buClrTx/>
              <a:buSzTx/>
              <a:buFontTx/>
              <a:defRPr/>
            </a:pPr>
            <a:r>
              <a:rPr kumimoji="1" lang="zh-CN" altLang="en-US"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相量形式的电阻元件符号见右图。</a:t>
            </a:r>
            <a:endParaRPr kumimoji="1" lang="zh-CN" altLang="en-US" kern="1200" cap="none" spc="0" normalizeH="0" baseline="0" noProof="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10007" name="Object 23"/>
          <p:cNvGraphicFramePr>
            <a:graphicFrameLocks noChangeAspect="1"/>
          </p:cNvGraphicFramePr>
          <p:nvPr/>
        </p:nvGraphicFramePr>
        <p:xfrm>
          <a:off x="4572000" y="2867025"/>
          <a:ext cx="1273175" cy="444500"/>
        </p:xfrm>
        <a:graphic>
          <a:graphicData uri="http://schemas.openxmlformats.org/presentationml/2006/ole">
            <mc:AlternateContent xmlns:mc="http://schemas.openxmlformats.org/markup-compatibility/2006">
              <mc:Choice xmlns:v="urn:schemas-microsoft-com:vml" Requires="v">
                <p:oleObj spid="_x0000_s3174" name="" r:id="rId3" imgW="508000" imgH="177800" progId="Equation.3">
                  <p:embed/>
                </p:oleObj>
              </mc:Choice>
              <mc:Fallback>
                <p:oleObj name="" r:id="rId3" imgW="508000" imgH="177800" progId="Equation.3">
                  <p:embed/>
                  <p:pic>
                    <p:nvPicPr>
                      <p:cNvPr id="0" name="图片 3173"/>
                      <p:cNvPicPr/>
                      <p:nvPr/>
                    </p:nvPicPr>
                    <p:blipFill>
                      <a:blip r:embed="rId4"/>
                      <a:stretch>
                        <a:fillRect/>
                      </a:stretch>
                    </p:blipFill>
                    <p:spPr>
                      <a:xfrm>
                        <a:off x="4572000" y="2867025"/>
                        <a:ext cx="1273175" cy="444500"/>
                      </a:xfrm>
                      <a:prstGeom prst="rect">
                        <a:avLst/>
                      </a:prstGeom>
                      <a:solidFill>
                        <a:srgbClr val="E9FCC8"/>
                      </a:solidFill>
                      <a:ln w="38100">
                        <a:noFill/>
                        <a:miter/>
                      </a:ln>
                    </p:spPr>
                  </p:pic>
                </p:oleObj>
              </mc:Fallback>
            </mc:AlternateContent>
          </a:graphicData>
        </a:graphic>
      </p:graphicFrame>
      <p:sp>
        <p:nvSpPr>
          <p:cNvPr id="810008" name="Text Box 24"/>
          <p:cNvSpPr txBox="1">
            <a:spLocks noChangeArrowheads="1"/>
          </p:cNvSpPr>
          <p:nvPr/>
        </p:nvSpPr>
        <p:spPr bwMode="auto">
          <a:xfrm>
            <a:off x="1001713" y="3171825"/>
            <a:ext cx="2057400" cy="519113"/>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相位关系</a:t>
            </a:r>
            <a:endPar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10009" name="Object 25"/>
          <p:cNvGraphicFramePr>
            <a:graphicFrameLocks noChangeAspect="1"/>
          </p:cNvGraphicFramePr>
          <p:nvPr/>
        </p:nvGraphicFramePr>
        <p:xfrm>
          <a:off x="4589463" y="3476625"/>
          <a:ext cx="1411287" cy="579438"/>
        </p:xfrm>
        <a:graphic>
          <a:graphicData uri="http://schemas.openxmlformats.org/presentationml/2006/ole">
            <mc:AlternateContent xmlns:mc="http://schemas.openxmlformats.org/markup-compatibility/2006">
              <mc:Choice xmlns:v="urn:schemas-microsoft-com:vml" Requires="v">
                <p:oleObj spid="_x0000_s3175" name="" r:id="rId5" imgW="495300" imgH="228600" progId="Equation.DSMT4">
                  <p:embed/>
                </p:oleObj>
              </mc:Choice>
              <mc:Fallback>
                <p:oleObj name="" r:id="rId5" imgW="495300" imgH="228600" progId="Equation.DSMT4">
                  <p:embed/>
                  <p:pic>
                    <p:nvPicPr>
                      <p:cNvPr id="0" name="图片 3174"/>
                      <p:cNvPicPr/>
                      <p:nvPr/>
                    </p:nvPicPr>
                    <p:blipFill>
                      <a:blip r:embed="rId6"/>
                      <a:stretch>
                        <a:fillRect/>
                      </a:stretch>
                    </p:blipFill>
                    <p:spPr>
                      <a:xfrm>
                        <a:off x="4589463" y="3476625"/>
                        <a:ext cx="1411287" cy="579438"/>
                      </a:xfrm>
                      <a:prstGeom prst="rect">
                        <a:avLst/>
                      </a:prstGeom>
                      <a:solidFill>
                        <a:srgbClr val="E9FCC8"/>
                      </a:solidFill>
                      <a:ln w="38100">
                        <a:noFill/>
                        <a:miter/>
                      </a:ln>
                    </p:spPr>
                  </p:pic>
                </p:oleObj>
              </mc:Fallback>
            </mc:AlternateContent>
          </a:graphicData>
        </a:graphic>
      </p:graphicFrame>
      <p:grpSp>
        <p:nvGrpSpPr>
          <p:cNvPr id="3" name="Group 26"/>
          <p:cNvGrpSpPr/>
          <p:nvPr/>
        </p:nvGrpSpPr>
        <p:grpSpPr>
          <a:xfrm>
            <a:off x="2057400" y="4619625"/>
            <a:ext cx="1601788" cy="1905000"/>
            <a:chOff x="4032" y="624"/>
            <a:chExt cx="787" cy="936"/>
          </a:xfrm>
        </p:grpSpPr>
        <p:sp>
          <p:nvSpPr>
            <p:cNvPr id="41997" name="Oval 27"/>
            <p:cNvSpPr/>
            <p:nvPr/>
          </p:nvSpPr>
          <p:spPr>
            <a:xfrm>
              <a:off x="4129" y="1513"/>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1998" name="Rectangle 28"/>
            <p:cNvSpPr/>
            <p:nvPr/>
          </p:nvSpPr>
          <p:spPr>
            <a:xfrm>
              <a:off x="4718" y="1152"/>
              <a:ext cx="101" cy="181"/>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graphicFrame>
          <p:nvGraphicFramePr>
            <p:cNvPr id="41999" name="Object 29"/>
            <p:cNvGraphicFramePr>
              <a:graphicFrameLocks noChangeAspect="1"/>
            </p:cNvGraphicFramePr>
            <p:nvPr/>
          </p:nvGraphicFramePr>
          <p:xfrm>
            <a:off x="4272" y="624"/>
            <a:ext cx="128" cy="228"/>
          </p:xfrm>
          <a:graphic>
            <a:graphicData uri="http://schemas.openxmlformats.org/presentationml/2006/ole">
              <mc:AlternateContent xmlns:mc="http://schemas.openxmlformats.org/markup-compatibility/2006">
                <mc:Choice xmlns:v="urn:schemas-microsoft-com:vml" Requires="v">
                  <p:oleObj spid="_x0000_s3176" name="" r:id="rId7" imgW="12700" imgH="12700" progId="Equation.3">
                    <p:embed/>
                  </p:oleObj>
                </mc:Choice>
                <mc:Fallback>
                  <p:oleObj name="" r:id="rId7" imgW="12700" imgH="12700" progId="Equation.3">
                    <p:embed/>
                    <p:pic>
                      <p:nvPicPr>
                        <p:cNvPr id="0" name="图片 3175"/>
                        <p:cNvPicPr/>
                        <p:nvPr/>
                      </p:nvPicPr>
                      <p:blipFill>
                        <a:blip r:embed="rId8">
                          <a:clrChange>
                            <a:clrFrom>
                              <a:srgbClr val="000000"/>
                            </a:clrFrom>
                            <a:clrTo>
                              <a:srgbClr val="FF0000"/>
                            </a:clrTo>
                          </a:clrChange>
                        </a:blip>
                        <a:stretch>
                          <a:fillRect/>
                        </a:stretch>
                      </p:blipFill>
                      <p:spPr>
                        <a:xfrm>
                          <a:off x="4272" y="624"/>
                          <a:ext cx="128" cy="228"/>
                        </a:xfrm>
                        <a:prstGeom prst="rect">
                          <a:avLst/>
                        </a:prstGeom>
                        <a:noFill/>
                        <a:ln w="38100">
                          <a:noFill/>
                          <a:miter/>
                        </a:ln>
                      </p:spPr>
                    </p:pic>
                  </p:oleObj>
                </mc:Fallback>
              </mc:AlternateContent>
            </a:graphicData>
          </a:graphic>
        </p:graphicFrame>
        <p:sp>
          <p:nvSpPr>
            <p:cNvPr id="42000" name="Rectangle 30"/>
            <p:cNvSpPr/>
            <p:nvPr/>
          </p:nvSpPr>
          <p:spPr>
            <a:xfrm>
              <a:off x="4583" y="1104"/>
              <a:ext cx="73" cy="267"/>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2001" name="Line 31"/>
            <p:cNvSpPr/>
            <p:nvPr/>
          </p:nvSpPr>
          <p:spPr>
            <a:xfrm>
              <a:off x="4619" y="912"/>
              <a:ext cx="0" cy="185"/>
            </a:xfrm>
            <a:prstGeom prst="line">
              <a:avLst/>
            </a:prstGeom>
            <a:ln w="38100" cap="flat" cmpd="sng">
              <a:solidFill>
                <a:schemeClr val="tx1"/>
              </a:solidFill>
              <a:prstDash val="solid"/>
              <a:headEnd type="none" w="med" len="med"/>
              <a:tailEnd type="none" w="med" len="med"/>
            </a:ln>
          </p:spPr>
        </p:sp>
        <p:sp>
          <p:nvSpPr>
            <p:cNvPr id="42002" name="Line 32"/>
            <p:cNvSpPr/>
            <p:nvPr/>
          </p:nvSpPr>
          <p:spPr>
            <a:xfrm>
              <a:off x="4176" y="1545"/>
              <a:ext cx="458" cy="0"/>
            </a:xfrm>
            <a:prstGeom prst="line">
              <a:avLst/>
            </a:prstGeom>
            <a:ln w="38100" cap="flat" cmpd="sng">
              <a:solidFill>
                <a:schemeClr val="tx1"/>
              </a:solidFill>
              <a:prstDash val="solid"/>
              <a:headEnd type="none" w="med" len="med"/>
              <a:tailEnd type="none" w="med" len="med"/>
            </a:ln>
          </p:spPr>
        </p:sp>
        <p:sp>
          <p:nvSpPr>
            <p:cNvPr id="42003" name="Text Box 33"/>
            <p:cNvSpPr txBox="1"/>
            <p:nvPr/>
          </p:nvSpPr>
          <p:spPr>
            <a:xfrm>
              <a:off x="4032" y="1088"/>
              <a:ext cx="175" cy="2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latin typeface="Times New Roman" panose="02020603050405020304" pitchFamily="18" charset="0"/>
                <a:ea typeface="华文中宋" panose="02010600040101010101" pitchFamily="2" charset="-122"/>
              </a:endParaRPr>
            </a:p>
          </p:txBody>
        </p:sp>
        <p:sp>
          <p:nvSpPr>
            <p:cNvPr id="42004" name="Line 34"/>
            <p:cNvSpPr/>
            <p:nvPr/>
          </p:nvSpPr>
          <p:spPr>
            <a:xfrm>
              <a:off x="4176" y="864"/>
              <a:ext cx="295" cy="0"/>
            </a:xfrm>
            <a:prstGeom prst="line">
              <a:avLst/>
            </a:prstGeom>
            <a:ln w="38100" cap="flat" cmpd="sng">
              <a:solidFill>
                <a:srgbClr val="FF0000"/>
              </a:solidFill>
              <a:prstDash val="solid"/>
              <a:headEnd type="none" w="med" len="med"/>
              <a:tailEnd type="triangle" w="med" len="med"/>
            </a:ln>
          </p:spPr>
        </p:sp>
        <p:sp>
          <p:nvSpPr>
            <p:cNvPr id="42005" name="Text Box 35"/>
            <p:cNvSpPr txBox="1"/>
            <p:nvPr/>
          </p:nvSpPr>
          <p:spPr>
            <a:xfrm>
              <a:off x="4053" y="894"/>
              <a:ext cx="182" cy="227"/>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2006" name="Text Box 36"/>
            <p:cNvSpPr txBox="1"/>
            <p:nvPr/>
          </p:nvSpPr>
          <p:spPr>
            <a:xfrm>
              <a:off x="4055" y="1279"/>
              <a:ext cx="166" cy="225"/>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2007" name="Oval 37"/>
            <p:cNvSpPr/>
            <p:nvPr/>
          </p:nvSpPr>
          <p:spPr>
            <a:xfrm>
              <a:off x="4128" y="890"/>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2008" name="Line 38"/>
            <p:cNvSpPr/>
            <p:nvPr/>
          </p:nvSpPr>
          <p:spPr>
            <a:xfrm>
              <a:off x="4619" y="1368"/>
              <a:ext cx="0" cy="192"/>
            </a:xfrm>
            <a:prstGeom prst="line">
              <a:avLst/>
            </a:prstGeom>
            <a:ln w="38100" cap="flat" cmpd="sng">
              <a:solidFill>
                <a:schemeClr val="tx1"/>
              </a:solidFill>
              <a:prstDash val="solid"/>
              <a:headEnd type="none" w="med" len="med"/>
              <a:tailEnd type="none" w="med" len="med"/>
            </a:ln>
          </p:spPr>
        </p:sp>
        <p:sp>
          <p:nvSpPr>
            <p:cNvPr id="42009" name="Line 39"/>
            <p:cNvSpPr/>
            <p:nvPr/>
          </p:nvSpPr>
          <p:spPr>
            <a:xfrm>
              <a:off x="4176" y="912"/>
              <a:ext cx="458" cy="0"/>
            </a:xfrm>
            <a:prstGeom prst="line">
              <a:avLst/>
            </a:prstGeom>
            <a:ln w="38100" cap="flat" cmpd="sng">
              <a:solidFill>
                <a:schemeClr val="tx1"/>
              </a:solidFill>
              <a:prstDash val="solid"/>
              <a:headEnd type="none" w="med" len="med"/>
              <a:tailEnd type="none" w="med" len="med"/>
            </a:ln>
          </p:spPr>
        </p:sp>
      </p:grpSp>
      <p:sp>
        <p:nvSpPr>
          <p:cNvPr id="810024" name="AutoShape 40"/>
          <p:cNvSpPr/>
          <p:nvPr/>
        </p:nvSpPr>
        <p:spPr>
          <a:xfrm>
            <a:off x="4343400" y="5534025"/>
            <a:ext cx="990600" cy="609600"/>
          </a:xfrm>
          <a:prstGeom prst="rightArrow">
            <a:avLst>
              <a:gd name="adj1" fmla="val 50000"/>
              <a:gd name="adj2" fmla="val 40625"/>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990"/>
                                        </p:tgtEl>
                                        <p:attrNameLst>
                                          <p:attrName>style.visibility</p:attrName>
                                        </p:attrNameLst>
                                      </p:cBhvr>
                                      <p:to>
                                        <p:strVal val="visible"/>
                                      </p:to>
                                    </p:set>
                                    <p:animEffect transition="in" filter="wipe(left)">
                                      <p:cBhvr>
                                        <p:cTn id="7" dur="500"/>
                                        <p:tgtEl>
                                          <p:spTgt spid="80999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09989"/>
                                        </p:tgtEl>
                                        <p:attrNameLst>
                                          <p:attrName>style.visibility</p:attrName>
                                        </p:attrNameLst>
                                      </p:cBhvr>
                                      <p:to>
                                        <p:strVal val="visible"/>
                                      </p:to>
                                    </p:set>
                                    <p:animEffect transition="in" filter="wipe(left)">
                                      <p:cBhvr>
                                        <p:cTn id="11" dur="500"/>
                                        <p:tgtEl>
                                          <p:spTgt spid="80998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10005"/>
                                        </p:tgtEl>
                                        <p:attrNameLst>
                                          <p:attrName>style.visibility</p:attrName>
                                        </p:attrNameLst>
                                      </p:cBhvr>
                                      <p:to>
                                        <p:strVal val="visible"/>
                                      </p:to>
                                    </p:set>
                                    <p:animEffect transition="in" filter="blinds(horizontal)">
                                      <p:cBhvr>
                                        <p:cTn id="16" dur="500"/>
                                        <p:tgtEl>
                                          <p:spTgt spid="81000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10007"/>
                                        </p:tgtEl>
                                        <p:attrNameLst>
                                          <p:attrName>style.visibility</p:attrName>
                                        </p:attrNameLst>
                                      </p:cBhvr>
                                      <p:to>
                                        <p:strVal val="visible"/>
                                      </p:to>
                                    </p:set>
                                    <p:animEffect transition="in" filter="wipe(left)">
                                      <p:cBhvr>
                                        <p:cTn id="20" dur="500"/>
                                        <p:tgtEl>
                                          <p:spTgt spid="81000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10008"/>
                                        </p:tgtEl>
                                        <p:attrNameLst>
                                          <p:attrName>style.visibility</p:attrName>
                                        </p:attrNameLst>
                                      </p:cBhvr>
                                      <p:to>
                                        <p:strVal val="visible"/>
                                      </p:to>
                                    </p:set>
                                    <p:animEffect transition="in" filter="wipe(left)">
                                      <p:cBhvr>
                                        <p:cTn id="25" dur="500"/>
                                        <p:tgtEl>
                                          <p:spTgt spid="81000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810009"/>
                                        </p:tgtEl>
                                        <p:attrNameLst>
                                          <p:attrName>style.visibility</p:attrName>
                                        </p:attrNameLst>
                                      </p:cBhvr>
                                      <p:to>
                                        <p:strVal val="visible"/>
                                      </p:to>
                                    </p:set>
                                    <p:animEffect transition="in" filter="wipe(left)">
                                      <p:cBhvr>
                                        <p:cTn id="29" dur="500"/>
                                        <p:tgtEl>
                                          <p:spTgt spid="810009"/>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10006"/>
                                        </p:tgtEl>
                                        <p:attrNameLst>
                                          <p:attrName>style.visibility</p:attrName>
                                        </p:attrNameLst>
                                      </p:cBhvr>
                                      <p:to>
                                        <p:strVal val="visible"/>
                                      </p:to>
                                    </p:set>
                                    <p:animEffect transition="in" filter="box(out)">
                                      <p:cBhvr>
                                        <p:cTn id="34" dur="500"/>
                                        <p:tgtEl>
                                          <p:spTgt spid="810006"/>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p:cTn id="39" dur="500" fill="hold"/>
                                        <p:tgtEl>
                                          <p:spTgt spid="3"/>
                                        </p:tgtEl>
                                        <p:attrNameLst>
                                          <p:attrName>ppt_w</p:attrName>
                                        </p:attrNameLst>
                                      </p:cBhvr>
                                      <p:tavLst>
                                        <p:tav tm="0">
                                          <p:val>
                                            <p:fltVal val="0.000000"/>
                                          </p:val>
                                        </p:tav>
                                        <p:tav tm="100000">
                                          <p:val>
                                            <p:strVal val="#ppt_w"/>
                                          </p:val>
                                        </p:tav>
                                      </p:tavLst>
                                    </p:anim>
                                    <p:anim calcmode="lin" valueType="num">
                                      <p:cBhvr>
                                        <p:cTn id="40" dur="500" fill="hold"/>
                                        <p:tgtEl>
                                          <p:spTgt spid="3"/>
                                        </p:tgtEl>
                                        <p:attrNameLst>
                                          <p:attrName>ppt_h</p:attrName>
                                        </p:attrNameLst>
                                      </p:cBhvr>
                                      <p:tavLst>
                                        <p:tav tm="0">
                                          <p:val>
                                            <p:fltVal val="0.000000"/>
                                          </p:val>
                                        </p:tav>
                                        <p:tav tm="100000">
                                          <p:val>
                                            <p:strVal val="#ppt_h"/>
                                          </p:val>
                                        </p:tav>
                                      </p:tavLst>
                                    </p:anim>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810024"/>
                                        </p:tgtEl>
                                        <p:attrNameLst>
                                          <p:attrName>style.visibility</p:attrName>
                                        </p:attrNameLst>
                                      </p:cBhvr>
                                      <p:to>
                                        <p:strVal val="visible"/>
                                      </p:to>
                                    </p:set>
                                    <p:animEffect transition="in" filter="wipe(left)">
                                      <p:cBhvr>
                                        <p:cTn id="44" dur="500"/>
                                        <p:tgtEl>
                                          <p:spTgt spid="810024"/>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90" grpId="0"/>
      <p:bldP spid="810005" grpId="0"/>
      <p:bldP spid="810006" grpId="0"/>
      <p:bldP spid="810008" grpId="0"/>
      <p:bldP spid="8100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43011" name="Line 3"/>
          <p:cNvSpPr/>
          <p:nvPr/>
        </p:nvSpPr>
        <p:spPr>
          <a:xfrm>
            <a:off x="762000" y="2133600"/>
            <a:ext cx="0" cy="0"/>
          </a:xfrm>
          <a:prstGeom prst="line">
            <a:avLst/>
          </a:prstGeom>
          <a:ln w="9525">
            <a:noFill/>
          </a:ln>
        </p:spPr>
      </p:sp>
      <p:graphicFrame>
        <p:nvGraphicFramePr>
          <p:cNvPr id="811012" name="Object 4">
            <a:hlinkClick r:id="" action="ppaction://ole?verb="/>
          </p:cNvPr>
          <p:cNvGraphicFramePr/>
          <p:nvPr/>
        </p:nvGraphicFramePr>
        <p:xfrm>
          <a:off x="762000" y="2362200"/>
          <a:ext cx="1676400" cy="615950"/>
        </p:xfrm>
        <a:graphic>
          <a:graphicData uri="http://schemas.openxmlformats.org/presentationml/2006/ole">
            <mc:AlternateContent xmlns:mc="http://schemas.openxmlformats.org/markup-compatibility/2006">
              <mc:Choice xmlns:v="urn:schemas-microsoft-com:vml" Requires="v">
                <p:oleObj spid="_x0000_s3180" name="" r:id="rId1" imgW="508000" imgH="203200" progId="Equation.3">
                  <p:embed/>
                </p:oleObj>
              </mc:Choice>
              <mc:Fallback>
                <p:oleObj name="" r:id="rId1" imgW="508000" imgH="203200" progId="Equation.3">
                  <p:embed/>
                  <p:pic>
                    <p:nvPicPr>
                      <p:cNvPr id="0" name="图片 3179"/>
                      <p:cNvPicPr/>
                      <p:nvPr/>
                    </p:nvPicPr>
                    <p:blipFill>
                      <a:blip r:embed="rId2"/>
                      <a:stretch>
                        <a:fillRect/>
                      </a:stretch>
                    </p:blipFill>
                    <p:spPr>
                      <a:xfrm>
                        <a:off x="762000" y="2362200"/>
                        <a:ext cx="1676400" cy="615950"/>
                      </a:xfrm>
                      <a:prstGeom prst="rect">
                        <a:avLst/>
                      </a:prstGeom>
                      <a:noFill/>
                      <a:ln w="38100">
                        <a:noFill/>
                        <a:miter/>
                      </a:ln>
                    </p:spPr>
                  </p:pic>
                </p:oleObj>
              </mc:Fallback>
            </mc:AlternateContent>
          </a:graphicData>
        </a:graphic>
      </p:graphicFrame>
      <p:sp>
        <p:nvSpPr>
          <p:cNvPr id="811013" name="Rectangle 5"/>
          <p:cNvSpPr/>
          <p:nvPr/>
        </p:nvSpPr>
        <p:spPr>
          <a:xfrm>
            <a:off x="333375" y="608013"/>
            <a:ext cx="7681913" cy="519112"/>
          </a:xfrm>
          <a:prstGeom prst="rect">
            <a:avLst/>
          </a:prstGeom>
          <a:noFill/>
          <a:ln w="127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006600"/>
                </a:solidFill>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2</a:t>
            </a:r>
            <a:r>
              <a:rPr lang="zh-CN" altLang="en-US" sz="2800" b="1" dirty="0">
                <a:latin typeface="Times New Roman" panose="02020603050405020304" pitchFamily="18" charset="0"/>
                <a:ea typeface="华文中宋" panose="02010600040101010101" pitchFamily="2" charset="-122"/>
              </a:rPr>
              <a:t>）</a:t>
            </a:r>
            <a:r>
              <a:rPr lang="zh-CN" altLang="en-US" sz="2800" b="1" dirty="0">
                <a:solidFill>
                  <a:srgbClr val="FF5050"/>
                </a:solidFill>
                <a:latin typeface="Times New Roman" panose="02020603050405020304" pitchFamily="18" charset="0"/>
                <a:ea typeface="华文中宋" panose="02010600040101010101" pitchFamily="2" charset="-122"/>
              </a:rPr>
              <a:t>瞬时功率 </a:t>
            </a:r>
            <a:r>
              <a:rPr lang="en-US" altLang="zh-CN" sz="2800" b="1" i="1" dirty="0">
                <a:solidFill>
                  <a:srgbClr val="FF5050"/>
                </a:solidFill>
                <a:latin typeface="Times New Roman" panose="02020603050405020304" pitchFamily="18" charset="0"/>
                <a:ea typeface="华文中宋" panose="02010600040101010101" pitchFamily="2" charset="-122"/>
              </a:rPr>
              <a:t>p</a:t>
            </a:r>
            <a:r>
              <a:rPr lang="zh-CN" altLang="en-US" sz="2800" b="1" dirty="0">
                <a:solidFill>
                  <a:srgbClr val="FF5050"/>
                </a:solidFill>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瞬时电压与瞬时电流的乘积</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1014" name="Object 6"/>
          <p:cNvGraphicFramePr>
            <a:graphicFrameLocks noChangeAspect="1"/>
          </p:cNvGraphicFramePr>
          <p:nvPr/>
        </p:nvGraphicFramePr>
        <p:xfrm>
          <a:off x="1219200" y="2819400"/>
          <a:ext cx="2743200" cy="577850"/>
        </p:xfrm>
        <a:graphic>
          <a:graphicData uri="http://schemas.openxmlformats.org/presentationml/2006/ole">
            <mc:AlternateContent xmlns:mc="http://schemas.openxmlformats.org/markup-compatibility/2006">
              <mc:Choice xmlns:v="urn:schemas-microsoft-com:vml" Requires="v">
                <p:oleObj spid="_x0000_s3178" name="" r:id="rId3" imgW="1002665" imgH="228600" progId="Equation.3">
                  <p:embed/>
                </p:oleObj>
              </mc:Choice>
              <mc:Fallback>
                <p:oleObj name="" r:id="rId3" imgW="1002665" imgH="228600" progId="Equation.3">
                  <p:embed/>
                  <p:pic>
                    <p:nvPicPr>
                      <p:cNvPr id="0" name="图片 3177"/>
                      <p:cNvPicPr/>
                      <p:nvPr/>
                    </p:nvPicPr>
                    <p:blipFill>
                      <a:blip r:embed="rId4"/>
                      <a:stretch>
                        <a:fillRect/>
                      </a:stretch>
                    </p:blipFill>
                    <p:spPr>
                      <a:xfrm>
                        <a:off x="1219200" y="2819400"/>
                        <a:ext cx="2743200" cy="577850"/>
                      </a:xfrm>
                      <a:prstGeom prst="rect">
                        <a:avLst/>
                      </a:prstGeom>
                      <a:noFill/>
                      <a:ln w="38100">
                        <a:noFill/>
                        <a:miter/>
                      </a:ln>
                    </p:spPr>
                  </p:pic>
                </p:oleObj>
              </mc:Fallback>
            </mc:AlternateContent>
          </a:graphicData>
        </a:graphic>
      </p:graphicFrame>
      <p:graphicFrame>
        <p:nvGraphicFramePr>
          <p:cNvPr id="811015" name="Object 7"/>
          <p:cNvGraphicFramePr>
            <a:graphicFrameLocks noChangeAspect="1"/>
          </p:cNvGraphicFramePr>
          <p:nvPr/>
        </p:nvGraphicFramePr>
        <p:xfrm>
          <a:off x="1219200" y="3276600"/>
          <a:ext cx="3644900" cy="990600"/>
        </p:xfrm>
        <a:graphic>
          <a:graphicData uri="http://schemas.openxmlformats.org/presentationml/2006/ole">
            <mc:AlternateContent xmlns:mc="http://schemas.openxmlformats.org/markup-compatibility/2006">
              <mc:Choice xmlns:v="urn:schemas-microsoft-com:vml" Requires="v">
                <p:oleObj spid="_x0000_s3179" name="" r:id="rId5" imgW="1447165" imgH="393700" progId="Equation.3">
                  <p:embed/>
                </p:oleObj>
              </mc:Choice>
              <mc:Fallback>
                <p:oleObj name="" r:id="rId5" imgW="1447165" imgH="393700" progId="Equation.3">
                  <p:embed/>
                  <p:pic>
                    <p:nvPicPr>
                      <p:cNvPr id="0" name="图片 3178"/>
                      <p:cNvPicPr/>
                      <p:nvPr/>
                    </p:nvPicPr>
                    <p:blipFill>
                      <a:blip r:embed="rId6"/>
                      <a:stretch>
                        <a:fillRect/>
                      </a:stretch>
                    </p:blipFill>
                    <p:spPr>
                      <a:xfrm>
                        <a:off x="1219200" y="3276600"/>
                        <a:ext cx="3644900" cy="990600"/>
                      </a:xfrm>
                      <a:prstGeom prst="rect">
                        <a:avLst/>
                      </a:prstGeom>
                      <a:noFill/>
                      <a:ln w="38100">
                        <a:noFill/>
                        <a:miter/>
                      </a:ln>
                    </p:spPr>
                  </p:pic>
                </p:oleObj>
              </mc:Fallback>
            </mc:AlternateContent>
          </a:graphicData>
        </a:graphic>
      </p:graphicFrame>
      <p:grpSp>
        <p:nvGrpSpPr>
          <p:cNvPr id="2" name="Group 8"/>
          <p:cNvGrpSpPr/>
          <p:nvPr/>
        </p:nvGrpSpPr>
        <p:grpSpPr>
          <a:xfrm>
            <a:off x="762000" y="4343400"/>
            <a:ext cx="4572000" cy="1436688"/>
            <a:chOff x="288" y="2928"/>
            <a:chExt cx="2880" cy="905"/>
          </a:xfrm>
        </p:grpSpPr>
        <p:sp>
          <p:nvSpPr>
            <p:cNvPr id="43059" name="Rectangle 9"/>
            <p:cNvSpPr/>
            <p:nvPr/>
          </p:nvSpPr>
          <p:spPr>
            <a:xfrm>
              <a:off x="288" y="2928"/>
              <a:ext cx="2880" cy="891"/>
            </a:xfrm>
            <a:prstGeom prst="rect">
              <a:avLst/>
            </a:prstGeom>
            <a:noFill/>
            <a:ln w="127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nSpc>
                  <a:spcPct val="130000"/>
                </a:lnSpc>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可以看出功率随时间变化，</a:t>
              </a:r>
              <a:endParaRPr lang="zh-CN" altLang="en-US" sz="2800" b="1" dirty="0">
                <a:latin typeface="Times New Roman" panose="02020603050405020304" pitchFamily="18" charset="0"/>
                <a:ea typeface="华文中宋" panose="02010600040101010101" pitchFamily="2" charset="-122"/>
              </a:endParaRPr>
            </a:p>
            <a:p>
              <a:pPr marL="0" lvl="0" indent="0">
                <a:lnSpc>
                  <a:spcPct val="130000"/>
                </a:lnSpc>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且</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43060" name="Object 10"/>
            <p:cNvGraphicFramePr>
              <a:graphicFrameLocks noChangeAspect="1"/>
            </p:cNvGraphicFramePr>
            <p:nvPr/>
          </p:nvGraphicFramePr>
          <p:xfrm>
            <a:off x="720" y="3456"/>
            <a:ext cx="624" cy="377"/>
          </p:xfrm>
          <a:graphic>
            <a:graphicData uri="http://schemas.openxmlformats.org/presentationml/2006/ole">
              <mc:AlternateContent xmlns:mc="http://schemas.openxmlformats.org/markup-compatibility/2006">
                <mc:Choice xmlns:v="urn:schemas-microsoft-com:vml" Requires="v">
                  <p:oleObj spid="_x0000_s3177" name="" r:id="rId7" imgW="368300" imgH="203200" progId="Equation.3">
                    <p:embed/>
                  </p:oleObj>
                </mc:Choice>
                <mc:Fallback>
                  <p:oleObj name="" r:id="rId7" imgW="368300" imgH="203200" progId="Equation.3">
                    <p:embed/>
                    <p:pic>
                      <p:nvPicPr>
                        <p:cNvPr id="0" name="图片 3176"/>
                        <p:cNvPicPr/>
                        <p:nvPr/>
                      </p:nvPicPr>
                      <p:blipFill>
                        <a:blip r:embed="rId8"/>
                        <a:stretch>
                          <a:fillRect/>
                        </a:stretch>
                      </p:blipFill>
                      <p:spPr>
                        <a:xfrm>
                          <a:off x="720" y="3456"/>
                          <a:ext cx="624" cy="377"/>
                        </a:xfrm>
                        <a:prstGeom prst="rect">
                          <a:avLst/>
                        </a:prstGeom>
                        <a:noFill/>
                        <a:ln w="38100">
                          <a:noFill/>
                          <a:miter/>
                        </a:ln>
                      </p:spPr>
                    </p:pic>
                  </p:oleObj>
                </mc:Fallback>
              </mc:AlternateContent>
            </a:graphicData>
          </a:graphic>
        </p:graphicFrame>
      </p:grpSp>
      <p:graphicFrame>
        <p:nvGraphicFramePr>
          <p:cNvPr id="811019" name="Object 11">
            <a:hlinkClick r:id="" action="ppaction://ole?verb="/>
          </p:cNvPr>
          <p:cNvGraphicFramePr/>
          <p:nvPr/>
        </p:nvGraphicFramePr>
        <p:xfrm>
          <a:off x="1371600" y="1219200"/>
          <a:ext cx="2438400" cy="1066800"/>
        </p:xfrm>
        <a:graphic>
          <a:graphicData uri="http://schemas.openxmlformats.org/presentationml/2006/ole">
            <mc:AlternateContent xmlns:mc="http://schemas.openxmlformats.org/markup-compatibility/2006">
              <mc:Choice xmlns:v="urn:schemas-microsoft-com:vml" Requires="v">
                <p:oleObj spid="_x0000_s3181" name="" r:id="rId9" imgW="1079500" imgH="457200" progId="Equation.3">
                  <p:embed/>
                </p:oleObj>
              </mc:Choice>
              <mc:Fallback>
                <p:oleObj name="" r:id="rId9" imgW="1079500" imgH="457200" progId="Equation.3">
                  <p:embed/>
                  <p:pic>
                    <p:nvPicPr>
                      <p:cNvPr id="0" name="图片 3180"/>
                      <p:cNvPicPr/>
                      <p:nvPr/>
                    </p:nvPicPr>
                    <p:blipFill>
                      <a:blip r:embed="rId10"/>
                      <a:stretch>
                        <a:fillRect/>
                      </a:stretch>
                    </p:blipFill>
                    <p:spPr>
                      <a:xfrm>
                        <a:off x="1371600" y="1219200"/>
                        <a:ext cx="2438400" cy="1066800"/>
                      </a:xfrm>
                      <a:prstGeom prst="rect">
                        <a:avLst/>
                      </a:prstGeom>
                      <a:noFill/>
                      <a:ln w="38100">
                        <a:noFill/>
                        <a:miter/>
                      </a:ln>
                    </p:spPr>
                  </p:pic>
                </p:oleObj>
              </mc:Fallback>
            </mc:AlternateContent>
          </a:graphicData>
        </a:graphic>
      </p:graphicFrame>
      <p:sp>
        <p:nvSpPr>
          <p:cNvPr id="43018" name="Line 12"/>
          <p:cNvSpPr/>
          <p:nvPr/>
        </p:nvSpPr>
        <p:spPr>
          <a:xfrm>
            <a:off x="6811963" y="4225925"/>
            <a:ext cx="0" cy="0"/>
          </a:xfrm>
          <a:prstGeom prst="line">
            <a:avLst/>
          </a:prstGeom>
          <a:ln w="38100" cap="flat" cmpd="sng">
            <a:solidFill>
              <a:schemeClr val="accent2"/>
            </a:solidFill>
            <a:prstDash val="solid"/>
            <a:headEnd type="none" w="med" len="med"/>
            <a:tailEnd type="none" w="med" len="med"/>
          </a:ln>
        </p:spPr>
      </p:sp>
      <p:grpSp>
        <p:nvGrpSpPr>
          <p:cNvPr id="3" name="Group 13"/>
          <p:cNvGrpSpPr/>
          <p:nvPr/>
        </p:nvGrpSpPr>
        <p:grpSpPr>
          <a:xfrm>
            <a:off x="6692900" y="2408238"/>
            <a:ext cx="1030288" cy="2514600"/>
            <a:chOff x="4032" y="1776"/>
            <a:chExt cx="649" cy="1584"/>
          </a:xfrm>
        </p:grpSpPr>
        <p:sp>
          <p:nvSpPr>
            <p:cNvPr id="43057" name="Line 14"/>
            <p:cNvSpPr/>
            <p:nvPr/>
          </p:nvSpPr>
          <p:spPr>
            <a:xfrm flipH="1">
              <a:off x="4032" y="1776"/>
              <a:ext cx="0" cy="1584"/>
            </a:xfrm>
            <a:prstGeom prst="line">
              <a:avLst/>
            </a:prstGeom>
            <a:ln w="28575" cap="flat" cmpd="sng">
              <a:solidFill>
                <a:schemeClr val="accent2"/>
              </a:solidFill>
              <a:prstDash val="dash"/>
              <a:headEnd type="none" w="med" len="med"/>
              <a:tailEnd type="none" w="med" len="med"/>
            </a:ln>
          </p:spPr>
        </p:sp>
        <p:sp>
          <p:nvSpPr>
            <p:cNvPr id="43058" name="Line 15"/>
            <p:cNvSpPr/>
            <p:nvPr/>
          </p:nvSpPr>
          <p:spPr>
            <a:xfrm>
              <a:off x="4681" y="1824"/>
              <a:ext cx="0" cy="1531"/>
            </a:xfrm>
            <a:prstGeom prst="line">
              <a:avLst/>
            </a:prstGeom>
            <a:ln w="28575" cap="flat" cmpd="sng">
              <a:solidFill>
                <a:schemeClr val="accent2"/>
              </a:solidFill>
              <a:prstDash val="dash"/>
              <a:headEnd type="none" w="med" len="med"/>
              <a:tailEnd type="none" w="med" len="med"/>
            </a:ln>
          </p:spPr>
        </p:sp>
      </p:grpSp>
      <p:sp>
        <p:nvSpPr>
          <p:cNvPr id="811024" name="Rectangle 16"/>
          <p:cNvSpPr/>
          <p:nvPr/>
        </p:nvSpPr>
        <p:spPr>
          <a:xfrm>
            <a:off x="6157913" y="3243263"/>
            <a:ext cx="336550" cy="460375"/>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p</a:t>
            </a:r>
            <a:endParaRPr lang="en-US" altLang="zh-CN" sz="2400" i="1" dirty="0">
              <a:solidFill>
                <a:srgbClr val="000099"/>
              </a:solidFill>
              <a:latin typeface="Times New Roman" panose="02020603050405020304" pitchFamily="18" charset="0"/>
              <a:ea typeface="华文中宋" panose="02010600040101010101" pitchFamily="2" charset="-122"/>
            </a:endParaRPr>
          </a:p>
        </p:txBody>
      </p:sp>
      <p:sp>
        <p:nvSpPr>
          <p:cNvPr id="43021" name="Line 17"/>
          <p:cNvSpPr/>
          <p:nvPr/>
        </p:nvSpPr>
        <p:spPr>
          <a:xfrm>
            <a:off x="7008813" y="2470150"/>
            <a:ext cx="0" cy="0"/>
          </a:xfrm>
          <a:prstGeom prst="line">
            <a:avLst/>
          </a:prstGeom>
          <a:ln w="38100" cap="flat" cmpd="sng">
            <a:solidFill>
              <a:schemeClr val="accent2"/>
            </a:solidFill>
            <a:prstDash val="solid"/>
            <a:headEnd type="none" w="med" len="med"/>
            <a:tailEnd type="none" w="med" len="med"/>
          </a:ln>
        </p:spPr>
      </p:sp>
      <p:grpSp>
        <p:nvGrpSpPr>
          <p:cNvPr id="4" name="Group 18"/>
          <p:cNvGrpSpPr/>
          <p:nvPr/>
        </p:nvGrpSpPr>
        <p:grpSpPr>
          <a:xfrm>
            <a:off x="5789613" y="3665538"/>
            <a:ext cx="1916112" cy="1258887"/>
            <a:chOff x="3463" y="2568"/>
            <a:chExt cx="1207" cy="793"/>
          </a:xfrm>
        </p:grpSpPr>
        <p:sp>
          <p:nvSpPr>
            <p:cNvPr id="43051" name="Line 19"/>
            <p:cNvSpPr/>
            <p:nvPr/>
          </p:nvSpPr>
          <p:spPr>
            <a:xfrm flipH="1">
              <a:off x="3463" y="2964"/>
              <a:ext cx="99" cy="396"/>
            </a:xfrm>
            <a:prstGeom prst="line">
              <a:avLst/>
            </a:prstGeom>
            <a:ln w="38100" cap="flat" cmpd="sng">
              <a:solidFill>
                <a:srgbClr val="000099"/>
              </a:solidFill>
              <a:prstDash val="solid"/>
              <a:headEnd type="none" w="med" len="med"/>
              <a:tailEnd type="none" w="med" len="med"/>
            </a:ln>
          </p:spPr>
        </p:sp>
        <p:grpSp>
          <p:nvGrpSpPr>
            <p:cNvPr id="43052" name="Group 20"/>
            <p:cNvGrpSpPr/>
            <p:nvPr/>
          </p:nvGrpSpPr>
          <p:grpSpPr>
            <a:xfrm>
              <a:off x="3562" y="2568"/>
              <a:ext cx="1108" cy="793"/>
              <a:chOff x="3562" y="2568"/>
              <a:chExt cx="1108" cy="793"/>
            </a:xfrm>
          </p:grpSpPr>
          <p:sp>
            <p:nvSpPr>
              <p:cNvPr id="43053" name="Freeform 21"/>
              <p:cNvSpPr/>
              <p:nvPr/>
            </p:nvSpPr>
            <p:spPr>
              <a:xfrm>
                <a:off x="3880" y="2964"/>
                <a:ext cx="317" cy="397"/>
              </a:xfrm>
              <a:custGeom>
                <a:avLst/>
                <a:gdLst>
                  <a:gd name="txL" fmla="*/ 0 w 338"/>
                  <a:gd name="txT" fmla="*/ 0 h 194"/>
                  <a:gd name="txR" fmla="*/ 338 w 338"/>
                  <a:gd name="txB" fmla="*/ 194 h 194"/>
                </a:gdLst>
                <a:ahLst/>
                <a:cxnLst>
                  <a:cxn ang="0">
                    <a:pos x="106" y="0"/>
                  </a:cxn>
                  <a:cxn ang="0">
                    <a:pos x="98" y="20527861"/>
                  </a:cxn>
                  <a:cxn ang="0">
                    <a:pos x="88" y="38869128"/>
                  </a:cxn>
                  <a:cxn ang="0">
                    <a:pos x="78" y="54202844"/>
                  </a:cxn>
                  <a:cxn ang="0">
                    <a:pos x="71" y="66975881"/>
                  </a:cxn>
                  <a:cxn ang="0">
                    <a:pos x="63" y="73772897"/>
                  </a:cxn>
                  <a:cxn ang="0">
                    <a:pos x="53" y="76408007"/>
                  </a:cxn>
                  <a:cxn ang="0">
                    <a:pos x="45" y="73772897"/>
                  </a:cxn>
                  <a:cxn ang="0">
                    <a:pos x="36" y="66975881"/>
                  </a:cxn>
                  <a:cxn ang="0">
                    <a:pos x="27" y="54202844"/>
                  </a:cxn>
                  <a:cxn ang="0">
                    <a:pos x="19" y="38869128"/>
                  </a:cxn>
                  <a:cxn ang="0">
                    <a:pos x="8" y="19406084"/>
                  </a:cxn>
                  <a:cxn ang="0">
                    <a:pos x="0" y="0"/>
                  </a:cxn>
                </a:cxnLst>
                <a:rect l="txL" t="txT" r="txR" b="txB"/>
                <a:pathLst>
                  <a:path w="338" h="194">
                    <a:moveTo>
                      <a:pt x="337" y="0"/>
                    </a:moveTo>
                    <a:lnTo>
                      <a:pt x="308" y="52"/>
                    </a:lnTo>
                    <a:lnTo>
                      <a:pt x="279" y="98"/>
                    </a:lnTo>
                    <a:lnTo>
                      <a:pt x="251" y="137"/>
                    </a:lnTo>
                    <a:lnTo>
                      <a:pt x="223" y="169"/>
                    </a:lnTo>
                    <a:lnTo>
                      <a:pt x="199" y="186"/>
                    </a:lnTo>
                    <a:lnTo>
                      <a:pt x="171" y="193"/>
                    </a:lnTo>
                    <a:lnTo>
                      <a:pt x="142" y="186"/>
                    </a:lnTo>
                    <a:lnTo>
                      <a:pt x="113" y="169"/>
                    </a:lnTo>
                    <a:lnTo>
                      <a:pt x="85" y="137"/>
                    </a:lnTo>
                    <a:lnTo>
                      <a:pt x="57" y="98"/>
                    </a:lnTo>
                    <a:lnTo>
                      <a:pt x="28" y="49"/>
                    </a:lnTo>
                    <a:lnTo>
                      <a:pt x="0" y="0"/>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3054" name="Freeform 22"/>
              <p:cNvSpPr/>
              <p:nvPr/>
            </p:nvSpPr>
            <p:spPr>
              <a:xfrm>
                <a:off x="3562" y="2580"/>
                <a:ext cx="317" cy="396"/>
              </a:xfrm>
              <a:custGeom>
                <a:avLst/>
                <a:gdLst>
                  <a:gd name="txL" fmla="*/ 0 w 337"/>
                  <a:gd name="txT" fmla="*/ 0 h 194"/>
                  <a:gd name="txR" fmla="*/ 337 w 337"/>
                  <a:gd name="txB" fmla="*/ 194 h 194"/>
                </a:gdLst>
                <a:ahLst/>
                <a:cxnLst>
                  <a:cxn ang="0">
                    <a:pos x="0" y="73038428"/>
                  </a:cxn>
                  <a:cxn ang="0">
                    <a:pos x="8" y="53043004"/>
                  </a:cxn>
                  <a:cxn ang="0">
                    <a:pos x="20" y="35599365"/>
                  </a:cxn>
                  <a:cxn ang="0">
                    <a:pos x="28" y="20773903"/>
                  </a:cxn>
                  <a:cxn ang="0">
                    <a:pos x="38" y="8717838"/>
                  </a:cxn>
                  <a:cxn ang="0">
                    <a:pos x="46" y="2176196"/>
                  </a:cxn>
                  <a:cxn ang="0">
                    <a:pos x="55" y="0"/>
                  </a:cxn>
                  <a:cxn ang="0">
                    <a:pos x="64" y="2176196"/>
                  </a:cxn>
                  <a:cxn ang="0">
                    <a:pos x="73" y="8717838"/>
                  </a:cxn>
                  <a:cxn ang="0">
                    <a:pos x="82" y="20773903"/>
                  </a:cxn>
                  <a:cxn ang="0">
                    <a:pos x="93" y="35599365"/>
                  </a:cxn>
                  <a:cxn ang="0">
                    <a:pos x="103" y="54530194"/>
                  </a:cxn>
                  <a:cxn ang="0">
                    <a:pos x="112" y="73038428"/>
                  </a:cxn>
                </a:cxnLst>
                <a:rect l="txL" t="txT" r="txR" b="txB"/>
                <a:pathLst>
                  <a:path w="337" h="194">
                    <a:moveTo>
                      <a:pt x="0" y="193"/>
                    </a:moveTo>
                    <a:lnTo>
                      <a:pt x="28" y="140"/>
                    </a:lnTo>
                    <a:lnTo>
                      <a:pt x="57" y="94"/>
                    </a:lnTo>
                    <a:lnTo>
                      <a:pt x="85" y="55"/>
                    </a:lnTo>
                    <a:lnTo>
                      <a:pt x="113" y="23"/>
                    </a:lnTo>
                    <a:lnTo>
                      <a:pt x="137" y="6"/>
                    </a:lnTo>
                    <a:lnTo>
                      <a:pt x="165" y="0"/>
                    </a:lnTo>
                    <a:lnTo>
                      <a:pt x="194" y="6"/>
                    </a:lnTo>
                    <a:lnTo>
                      <a:pt x="222" y="23"/>
                    </a:lnTo>
                    <a:lnTo>
                      <a:pt x="250" y="55"/>
                    </a:lnTo>
                    <a:lnTo>
                      <a:pt x="279" y="94"/>
                    </a:lnTo>
                    <a:lnTo>
                      <a:pt x="307" y="144"/>
                    </a:lnTo>
                    <a:lnTo>
                      <a:pt x="336" y="193"/>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3055" name="Freeform 23"/>
              <p:cNvSpPr/>
              <p:nvPr/>
            </p:nvSpPr>
            <p:spPr>
              <a:xfrm>
                <a:off x="4200" y="2568"/>
                <a:ext cx="317" cy="396"/>
              </a:xfrm>
              <a:custGeom>
                <a:avLst/>
                <a:gdLst>
                  <a:gd name="txL" fmla="*/ 0 w 337"/>
                  <a:gd name="txT" fmla="*/ 0 h 194"/>
                  <a:gd name="txR" fmla="*/ 337 w 337"/>
                  <a:gd name="txB" fmla="*/ 194 h 194"/>
                </a:gdLst>
                <a:ahLst/>
                <a:cxnLst>
                  <a:cxn ang="0">
                    <a:pos x="0" y="73038428"/>
                  </a:cxn>
                  <a:cxn ang="0">
                    <a:pos x="8" y="53043004"/>
                  </a:cxn>
                  <a:cxn ang="0">
                    <a:pos x="20" y="35599365"/>
                  </a:cxn>
                  <a:cxn ang="0">
                    <a:pos x="28" y="20773903"/>
                  </a:cxn>
                  <a:cxn ang="0">
                    <a:pos x="38" y="8717838"/>
                  </a:cxn>
                  <a:cxn ang="0">
                    <a:pos x="46" y="2176196"/>
                  </a:cxn>
                  <a:cxn ang="0">
                    <a:pos x="55" y="0"/>
                  </a:cxn>
                  <a:cxn ang="0">
                    <a:pos x="64" y="2176196"/>
                  </a:cxn>
                  <a:cxn ang="0">
                    <a:pos x="73" y="8717838"/>
                  </a:cxn>
                  <a:cxn ang="0">
                    <a:pos x="82" y="20773903"/>
                  </a:cxn>
                  <a:cxn ang="0">
                    <a:pos x="93" y="35599365"/>
                  </a:cxn>
                  <a:cxn ang="0">
                    <a:pos x="103" y="54530194"/>
                  </a:cxn>
                  <a:cxn ang="0">
                    <a:pos x="112" y="73038428"/>
                  </a:cxn>
                </a:cxnLst>
                <a:rect l="txL" t="txT" r="txR" b="txB"/>
                <a:pathLst>
                  <a:path w="337" h="194">
                    <a:moveTo>
                      <a:pt x="0" y="193"/>
                    </a:moveTo>
                    <a:lnTo>
                      <a:pt x="28" y="140"/>
                    </a:lnTo>
                    <a:lnTo>
                      <a:pt x="57" y="94"/>
                    </a:lnTo>
                    <a:lnTo>
                      <a:pt x="85" y="55"/>
                    </a:lnTo>
                    <a:lnTo>
                      <a:pt x="113" y="23"/>
                    </a:lnTo>
                    <a:lnTo>
                      <a:pt x="137" y="6"/>
                    </a:lnTo>
                    <a:lnTo>
                      <a:pt x="165" y="0"/>
                    </a:lnTo>
                    <a:lnTo>
                      <a:pt x="194" y="6"/>
                    </a:lnTo>
                    <a:lnTo>
                      <a:pt x="222" y="23"/>
                    </a:lnTo>
                    <a:lnTo>
                      <a:pt x="250" y="55"/>
                    </a:lnTo>
                    <a:lnTo>
                      <a:pt x="279" y="94"/>
                    </a:lnTo>
                    <a:lnTo>
                      <a:pt x="307" y="144"/>
                    </a:lnTo>
                    <a:lnTo>
                      <a:pt x="336" y="193"/>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3056" name="Freeform 24"/>
              <p:cNvSpPr/>
              <p:nvPr/>
            </p:nvSpPr>
            <p:spPr>
              <a:xfrm>
                <a:off x="4512" y="2954"/>
                <a:ext cx="158" cy="400"/>
              </a:xfrm>
              <a:custGeom>
                <a:avLst/>
                <a:gdLst>
                  <a:gd name="txL" fmla="*/ 0 w 158"/>
                  <a:gd name="txT" fmla="*/ 0 h 400"/>
                  <a:gd name="txR" fmla="*/ 158 w 158"/>
                  <a:gd name="txB" fmla="*/ 400 h 400"/>
                </a:gdLst>
                <a:ahLst/>
                <a:cxnLst>
                  <a:cxn ang="0">
                    <a:pos x="0" y="0"/>
                  </a:cxn>
                  <a:cxn ang="0">
                    <a:pos x="23" y="101"/>
                  </a:cxn>
                  <a:cxn ang="0">
                    <a:pos x="78" y="280"/>
                  </a:cxn>
                  <a:cxn ang="0">
                    <a:pos x="109" y="327"/>
                  </a:cxn>
                  <a:cxn ang="0">
                    <a:pos x="132" y="374"/>
                  </a:cxn>
                  <a:cxn ang="0">
                    <a:pos x="156" y="397"/>
                  </a:cxn>
                </a:cxnLst>
                <a:rect l="txL" t="txT" r="txR" b="txB"/>
                <a:pathLst>
                  <a:path w="158" h="400">
                    <a:moveTo>
                      <a:pt x="0" y="0"/>
                    </a:moveTo>
                    <a:cubicBezTo>
                      <a:pt x="12" y="33"/>
                      <a:pt x="13" y="67"/>
                      <a:pt x="23" y="101"/>
                    </a:cubicBezTo>
                    <a:cubicBezTo>
                      <a:pt x="41" y="161"/>
                      <a:pt x="57" y="221"/>
                      <a:pt x="78" y="280"/>
                    </a:cubicBezTo>
                    <a:cubicBezTo>
                      <a:pt x="82" y="292"/>
                      <a:pt x="103" y="316"/>
                      <a:pt x="109" y="327"/>
                    </a:cubicBezTo>
                    <a:cubicBezTo>
                      <a:pt x="121" y="350"/>
                      <a:pt x="112" y="354"/>
                      <a:pt x="132" y="374"/>
                    </a:cubicBezTo>
                    <a:cubicBezTo>
                      <a:pt x="158" y="400"/>
                      <a:pt x="156" y="377"/>
                      <a:pt x="156" y="397"/>
                    </a:cubicBezTo>
                  </a:path>
                </a:pathLst>
              </a:custGeom>
              <a:noFill/>
              <a:ln w="38100" cap="flat" cmpd="sng">
                <a:solidFill>
                  <a:srgbClr val="000099">
                    <a:alpha val="100000"/>
                  </a:srgbClr>
                </a:solidFill>
                <a:prstDash val="solid"/>
                <a:round/>
                <a:headEnd type="none" w="med" len="med"/>
                <a:tailEnd type="none" w="med" len="med"/>
              </a:ln>
            </p:spPr>
            <p:txBody>
              <a:bodyPr/>
              <a:p>
                <a:endParaRPr lang="zh-CN" altLang="en-US"/>
              </a:p>
            </p:txBody>
          </p:sp>
        </p:grpSp>
      </p:grpSp>
      <p:grpSp>
        <p:nvGrpSpPr>
          <p:cNvPr id="6" name="Group 25"/>
          <p:cNvGrpSpPr/>
          <p:nvPr/>
        </p:nvGrpSpPr>
        <p:grpSpPr>
          <a:xfrm>
            <a:off x="5405438" y="1265238"/>
            <a:ext cx="3281362" cy="1790700"/>
            <a:chOff x="3213" y="797"/>
            <a:chExt cx="2067" cy="1128"/>
          </a:xfrm>
        </p:grpSpPr>
        <p:grpSp>
          <p:nvGrpSpPr>
            <p:cNvPr id="43037" name="Group 26"/>
            <p:cNvGrpSpPr/>
            <p:nvPr/>
          </p:nvGrpSpPr>
          <p:grpSpPr>
            <a:xfrm>
              <a:off x="3213" y="797"/>
              <a:ext cx="2067" cy="1128"/>
              <a:chOff x="3213" y="797"/>
              <a:chExt cx="2067" cy="1128"/>
            </a:xfrm>
          </p:grpSpPr>
          <p:sp>
            <p:nvSpPr>
              <p:cNvPr id="43039" name="Rectangle 27"/>
              <p:cNvSpPr/>
              <p:nvPr/>
            </p:nvSpPr>
            <p:spPr>
              <a:xfrm>
                <a:off x="3400" y="797"/>
                <a:ext cx="157"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nvGrpSpPr>
              <p:cNvPr id="43040" name="Group 28"/>
              <p:cNvGrpSpPr/>
              <p:nvPr/>
            </p:nvGrpSpPr>
            <p:grpSpPr>
              <a:xfrm>
                <a:off x="3213" y="811"/>
                <a:ext cx="2067" cy="1114"/>
                <a:chOff x="3213" y="811"/>
                <a:chExt cx="2067" cy="1114"/>
              </a:xfrm>
            </p:grpSpPr>
            <p:sp>
              <p:nvSpPr>
                <p:cNvPr id="43041" name="Line 29"/>
                <p:cNvSpPr/>
                <p:nvPr/>
              </p:nvSpPr>
              <p:spPr>
                <a:xfrm>
                  <a:off x="3335" y="1536"/>
                  <a:ext cx="1615" cy="0"/>
                </a:xfrm>
                <a:prstGeom prst="line">
                  <a:avLst/>
                </a:prstGeom>
                <a:ln w="38100" cap="flat" cmpd="sng">
                  <a:solidFill>
                    <a:schemeClr val="tx2"/>
                  </a:solidFill>
                  <a:prstDash val="solid"/>
                  <a:headEnd type="none" w="med" len="med"/>
                  <a:tailEnd type="triangle" w="med" len="med"/>
                </a:ln>
              </p:spPr>
            </p:sp>
            <p:sp>
              <p:nvSpPr>
                <p:cNvPr id="43042" name="Rectangle 30"/>
                <p:cNvSpPr/>
                <p:nvPr/>
              </p:nvSpPr>
              <p:spPr>
                <a:xfrm>
                  <a:off x="4783" y="1423"/>
                  <a:ext cx="497"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43043" name="Line 31"/>
                <p:cNvSpPr/>
                <p:nvPr/>
              </p:nvSpPr>
              <p:spPr>
                <a:xfrm>
                  <a:off x="3412" y="1033"/>
                  <a:ext cx="0" cy="868"/>
                </a:xfrm>
                <a:prstGeom prst="line">
                  <a:avLst/>
                </a:prstGeom>
                <a:ln w="38100" cap="flat" cmpd="sng">
                  <a:solidFill>
                    <a:srgbClr val="000000"/>
                  </a:solidFill>
                  <a:prstDash val="solid"/>
                  <a:headEnd type="triangle" w="med" len="med"/>
                  <a:tailEnd type="none" w="med" len="med"/>
                </a:ln>
              </p:spPr>
            </p:sp>
            <p:sp>
              <p:nvSpPr>
                <p:cNvPr id="43044" name="Rectangle 32"/>
                <p:cNvSpPr/>
                <p:nvPr/>
              </p:nvSpPr>
              <p:spPr>
                <a:xfrm>
                  <a:off x="3213" y="811"/>
                  <a:ext cx="22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grpSp>
              <p:nvGrpSpPr>
                <p:cNvPr id="43045" name="Group 33"/>
                <p:cNvGrpSpPr/>
                <p:nvPr/>
              </p:nvGrpSpPr>
              <p:grpSpPr>
                <a:xfrm>
                  <a:off x="3421" y="1255"/>
                  <a:ext cx="1249" cy="578"/>
                  <a:chOff x="3409" y="1514"/>
                  <a:chExt cx="1249" cy="578"/>
                </a:xfrm>
              </p:grpSpPr>
              <p:sp>
                <p:nvSpPr>
                  <p:cNvPr id="43049" name="Freeform 34"/>
                  <p:cNvSpPr/>
                  <p:nvPr/>
                </p:nvSpPr>
                <p:spPr>
                  <a:xfrm>
                    <a:off x="3409" y="1514"/>
                    <a:ext cx="623" cy="291"/>
                  </a:xfrm>
                  <a:custGeom>
                    <a:avLst/>
                    <a:gdLst>
                      <a:gd name="txL" fmla="*/ 0 w 672"/>
                      <a:gd name="txT" fmla="*/ 0 h 193"/>
                      <a:gd name="txR" fmla="*/ 672 w 672"/>
                      <a:gd name="txB" fmla="*/ 193 h 193"/>
                    </a:gdLst>
                    <a:ahLst/>
                    <a:cxnLst>
                      <a:cxn ang="0">
                        <a:pos x="0" y="311038"/>
                      </a:cxn>
                      <a:cxn ang="0">
                        <a:pos x="15" y="226678"/>
                      </a:cxn>
                      <a:cxn ang="0">
                        <a:pos x="29" y="152778"/>
                      </a:cxn>
                      <a:cxn ang="0">
                        <a:pos x="44" y="88898"/>
                      </a:cxn>
                      <a:cxn ang="0">
                        <a:pos x="58" y="37824"/>
                      </a:cxn>
                      <a:cxn ang="0">
                        <a:pos x="70" y="9944"/>
                      </a:cxn>
                      <a:cxn ang="0">
                        <a:pos x="85" y="0"/>
                      </a:cxn>
                      <a:cxn ang="0">
                        <a:pos x="100" y="9944"/>
                      </a:cxn>
                      <a:cxn ang="0">
                        <a:pos x="114" y="37824"/>
                      </a:cxn>
                      <a:cxn ang="0">
                        <a:pos x="127" y="88898"/>
                      </a:cxn>
                      <a:cxn ang="0">
                        <a:pos x="143" y="152778"/>
                      </a:cxn>
                      <a:cxn ang="0">
                        <a:pos x="158" y="232942"/>
                      </a:cxn>
                      <a:cxn ang="0">
                        <a:pos x="171" y="311038"/>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66FF">
                        <a:alpha val="100000"/>
                      </a:srgbClr>
                    </a:solidFill>
                    <a:prstDash val="solid"/>
                    <a:round/>
                    <a:headEnd type="none" w="med" len="med"/>
                    <a:tailEnd type="none" w="med" len="med"/>
                  </a:ln>
                </p:spPr>
                <p:txBody>
                  <a:bodyPr/>
                  <a:p>
                    <a:endParaRPr lang="zh-CN" altLang="en-US"/>
                  </a:p>
                </p:txBody>
              </p:sp>
              <p:sp>
                <p:nvSpPr>
                  <p:cNvPr id="43050" name="Freeform 35"/>
                  <p:cNvSpPr/>
                  <p:nvPr/>
                </p:nvSpPr>
                <p:spPr>
                  <a:xfrm>
                    <a:off x="4035" y="1802"/>
                    <a:ext cx="623" cy="290"/>
                  </a:xfrm>
                  <a:custGeom>
                    <a:avLst/>
                    <a:gdLst>
                      <a:gd name="txL" fmla="*/ 0 w 674"/>
                      <a:gd name="txT" fmla="*/ 0 h 193"/>
                      <a:gd name="txR" fmla="*/ 674 w 674"/>
                      <a:gd name="txB" fmla="*/ 193 h 193"/>
                    </a:gdLst>
                    <a:ahLst/>
                    <a:cxnLst>
                      <a:cxn ang="0">
                        <a:pos x="164" y="0"/>
                      </a:cxn>
                      <a:cxn ang="0">
                        <a:pos x="150" y="79069"/>
                      </a:cxn>
                      <a:cxn ang="0">
                        <a:pos x="137" y="149260"/>
                      </a:cxn>
                      <a:cxn ang="0">
                        <a:pos x="120" y="207174"/>
                      </a:cxn>
                      <a:cxn ang="0">
                        <a:pos x="108" y="257784"/>
                      </a:cxn>
                      <a:cxn ang="0">
                        <a:pos x="96" y="283265"/>
                      </a:cxn>
                      <a:cxn ang="0">
                        <a:pos x="82" y="292569"/>
                      </a:cxn>
                      <a:cxn ang="0">
                        <a:pos x="68" y="283265"/>
                      </a:cxn>
                      <a:cxn ang="0">
                        <a:pos x="55" y="257784"/>
                      </a:cxn>
                      <a:cxn ang="0">
                        <a:pos x="42" y="207174"/>
                      </a:cxn>
                      <a:cxn ang="0">
                        <a:pos x="27" y="149260"/>
                      </a:cxn>
                      <a:cxn ang="0">
                        <a:pos x="14" y="74910"/>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0066FF">
                        <a:alpha val="100000"/>
                      </a:srgbClr>
                    </a:solidFill>
                    <a:prstDash val="solid"/>
                    <a:round/>
                    <a:headEnd type="none" w="med" len="med"/>
                    <a:tailEnd type="none" w="med" len="med"/>
                  </a:ln>
                </p:spPr>
                <p:txBody>
                  <a:bodyPr/>
                  <a:p>
                    <a:endParaRPr lang="zh-CN" altLang="en-US"/>
                  </a:p>
                </p:txBody>
              </p:sp>
            </p:grpSp>
            <p:grpSp>
              <p:nvGrpSpPr>
                <p:cNvPr id="43046" name="Group 36"/>
                <p:cNvGrpSpPr/>
                <p:nvPr/>
              </p:nvGrpSpPr>
              <p:grpSpPr>
                <a:xfrm>
                  <a:off x="3421" y="1133"/>
                  <a:ext cx="1240" cy="792"/>
                  <a:chOff x="4520" y="1104"/>
                  <a:chExt cx="1240" cy="792"/>
                </a:xfrm>
              </p:grpSpPr>
              <p:sp>
                <p:nvSpPr>
                  <p:cNvPr id="43047" name="Freeform 37"/>
                  <p:cNvSpPr/>
                  <p:nvPr/>
                </p:nvSpPr>
                <p:spPr>
                  <a:xfrm>
                    <a:off x="4520" y="1104"/>
                    <a:ext cx="624" cy="407"/>
                  </a:xfrm>
                  <a:custGeom>
                    <a:avLst/>
                    <a:gdLst>
                      <a:gd name="txL" fmla="*/ 0 w 652"/>
                      <a:gd name="txT" fmla="*/ 0 h 289"/>
                      <a:gd name="txR" fmla="*/ 652 w 652"/>
                      <a:gd name="txB" fmla="*/ 289 h 289"/>
                    </a:gdLst>
                    <a:ahLst/>
                    <a:cxnLst>
                      <a:cxn ang="0">
                        <a:pos x="0" y="136958"/>
                      </a:cxn>
                      <a:cxn ang="0">
                        <a:pos x="26" y="99087"/>
                      </a:cxn>
                      <a:cxn ang="0">
                        <a:pos x="50" y="67028"/>
                      </a:cxn>
                      <a:cxn ang="0">
                        <a:pos x="75" y="39480"/>
                      </a:cxn>
                      <a:cxn ang="0">
                        <a:pos x="99" y="16297"/>
                      </a:cxn>
                      <a:cxn ang="0">
                        <a:pos x="122" y="4202"/>
                      </a:cxn>
                      <a:cxn ang="0">
                        <a:pos x="145" y="0"/>
                      </a:cxn>
                      <a:cxn ang="0">
                        <a:pos x="171" y="4202"/>
                      </a:cxn>
                      <a:cxn ang="0">
                        <a:pos x="195" y="16297"/>
                      </a:cxn>
                      <a:cxn ang="0">
                        <a:pos x="221" y="39480"/>
                      </a:cxn>
                      <a:cxn ang="0">
                        <a:pos x="245" y="67028"/>
                      </a:cxn>
                      <a:cxn ang="0">
                        <a:pos x="271" y="101474"/>
                      </a:cxn>
                      <a:cxn ang="0">
                        <a:pos x="296" y="136958"/>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43048" name="Freeform 38"/>
                  <p:cNvSpPr/>
                  <p:nvPr/>
                </p:nvSpPr>
                <p:spPr>
                  <a:xfrm>
                    <a:off x="5137" y="1488"/>
                    <a:ext cx="623" cy="408"/>
                  </a:xfrm>
                  <a:custGeom>
                    <a:avLst/>
                    <a:gdLst>
                      <a:gd name="txL" fmla="*/ 0 w 653"/>
                      <a:gd name="txT" fmla="*/ 0 h 289"/>
                      <a:gd name="txR" fmla="*/ 653 w 653"/>
                      <a:gd name="txB" fmla="*/ 289 h 289"/>
                    </a:gdLst>
                    <a:ahLst/>
                    <a:cxnLst>
                      <a:cxn ang="0">
                        <a:pos x="279" y="0"/>
                      </a:cxn>
                      <a:cxn ang="0">
                        <a:pos x="255" y="38245"/>
                      </a:cxn>
                      <a:cxn ang="0">
                        <a:pos x="232" y="72456"/>
                      </a:cxn>
                      <a:cxn ang="0">
                        <a:pos x="208" y="101408"/>
                      </a:cxn>
                      <a:cxn ang="0">
                        <a:pos x="186" y="125557"/>
                      </a:cxn>
                      <a:cxn ang="0">
                        <a:pos x="164" y="137790"/>
                      </a:cxn>
                      <a:cxn ang="0">
                        <a:pos x="142" y="143164"/>
                      </a:cxn>
                      <a:cxn ang="0">
                        <a:pos x="117" y="137790"/>
                      </a:cxn>
                      <a:cxn ang="0">
                        <a:pos x="93" y="125557"/>
                      </a:cxn>
                      <a:cxn ang="0">
                        <a:pos x="70" y="101408"/>
                      </a:cxn>
                      <a:cxn ang="0">
                        <a:pos x="47" y="72456"/>
                      </a:cxn>
                      <a:cxn ang="0">
                        <a:pos x="25" y="36107"/>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grpSp>
          </p:grpSp>
        </p:grpSp>
        <p:sp>
          <p:nvSpPr>
            <p:cNvPr id="43038" name="Text Box 39"/>
            <p:cNvSpPr txBox="1"/>
            <p:nvPr/>
          </p:nvSpPr>
          <p:spPr>
            <a:xfrm>
              <a:off x="3216" y="148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nvGrpSpPr>
          <p:cNvPr id="11" name="Group 40"/>
          <p:cNvGrpSpPr/>
          <p:nvPr/>
        </p:nvGrpSpPr>
        <p:grpSpPr>
          <a:xfrm>
            <a:off x="5483225" y="3121025"/>
            <a:ext cx="3140075" cy="2239963"/>
            <a:chOff x="3454" y="1966"/>
            <a:chExt cx="1978" cy="1411"/>
          </a:xfrm>
        </p:grpSpPr>
        <p:grpSp>
          <p:nvGrpSpPr>
            <p:cNvPr id="43031" name="Group 41"/>
            <p:cNvGrpSpPr/>
            <p:nvPr/>
          </p:nvGrpSpPr>
          <p:grpSpPr>
            <a:xfrm>
              <a:off x="3454" y="1966"/>
              <a:ext cx="1978" cy="1411"/>
              <a:chOff x="3262" y="1966"/>
              <a:chExt cx="1978" cy="1411"/>
            </a:xfrm>
          </p:grpSpPr>
          <p:sp>
            <p:nvSpPr>
              <p:cNvPr id="43033" name="Rectangle 42"/>
              <p:cNvSpPr/>
              <p:nvPr/>
            </p:nvSpPr>
            <p:spPr>
              <a:xfrm>
                <a:off x="4848" y="3024"/>
                <a:ext cx="392" cy="288"/>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latin typeface="Times New Roman" panose="02020603050405020304" pitchFamily="18" charset="0"/>
                  <a:ea typeface="华文中宋" panose="02010600040101010101" pitchFamily="2" charset="-122"/>
                </a:endParaRPr>
              </a:p>
            </p:txBody>
          </p:sp>
          <p:sp>
            <p:nvSpPr>
              <p:cNvPr id="43034" name="Line 43"/>
              <p:cNvSpPr/>
              <p:nvPr/>
            </p:nvSpPr>
            <p:spPr>
              <a:xfrm>
                <a:off x="3453" y="2225"/>
                <a:ext cx="0" cy="1152"/>
              </a:xfrm>
              <a:prstGeom prst="line">
                <a:avLst/>
              </a:prstGeom>
              <a:ln w="38100" cap="flat" cmpd="sng">
                <a:solidFill>
                  <a:schemeClr val="tx1"/>
                </a:solidFill>
                <a:prstDash val="solid"/>
                <a:headEnd type="triangle" w="med" len="med"/>
                <a:tailEnd type="none" w="med" len="med"/>
              </a:ln>
            </p:spPr>
          </p:sp>
          <p:sp>
            <p:nvSpPr>
              <p:cNvPr id="43035" name="Rectangle 44"/>
              <p:cNvSpPr/>
              <p:nvPr/>
            </p:nvSpPr>
            <p:spPr>
              <a:xfrm>
                <a:off x="3262" y="1966"/>
                <a:ext cx="212"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p</a:t>
                </a:r>
                <a:endParaRPr lang="en-US" altLang="zh-CN" sz="2400" i="1" dirty="0">
                  <a:latin typeface="Times New Roman" panose="02020603050405020304" pitchFamily="18" charset="0"/>
                  <a:ea typeface="华文中宋" panose="02010600040101010101" pitchFamily="2" charset="-122"/>
                </a:endParaRPr>
              </a:p>
            </p:txBody>
          </p:sp>
          <p:sp>
            <p:nvSpPr>
              <p:cNvPr id="43036" name="Line 45"/>
              <p:cNvSpPr/>
              <p:nvPr/>
            </p:nvSpPr>
            <p:spPr>
              <a:xfrm>
                <a:off x="3357" y="3101"/>
                <a:ext cx="1627" cy="0"/>
              </a:xfrm>
              <a:prstGeom prst="line">
                <a:avLst/>
              </a:prstGeom>
              <a:ln w="38100" cap="flat" cmpd="sng">
                <a:solidFill>
                  <a:schemeClr val="tx2"/>
                </a:solidFill>
                <a:prstDash val="solid"/>
                <a:headEnd type="none" w="med" len="med"/>
                <a:tailEnd type="triangle" w="med" len="med"/>
              </a:ln>
            </p:spPr>
          </p:sp>
        </p:grpSp>
        <p:sp>
          <p:nvSpPr>
            <p:cNvPr id="43032" name="Rectangle 46"/>
            <p:cNvSpPr/>
            <p:nvPr/>
          </p:nvSpPr>
          <p:spPr>
            <a:xfrm>
              <a:off x="3456" y="3072"/>
              <a:ext cx="21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nvGrpSpPr>
          <p:cNvPr id="13" name="Group 47"/>
          <p:cNvGrpSpPr/>
          <p:nvPr/>
        </p:nvGrpSpPr>
        <p:grpSpPr>
          <a:xfrm>
            <a:off x="6388100" y="1444625"/>
            <a:ext cx="506413" cy="592138"/>
            <a:chOff x="3840" y="1169"/>
            <a:chExt cx="319" cy="373"/>
          </a:xfrm>
        </p:grpSpPr>
        <p:sp>
          <p:nvSpPr>
            <p:cNvPr id="43029" name="Rectangle 48"/>
            <p:cNvSpPr/>
            <p:nvPr/>
          </p:nvSpPr>
          <p:spPr>
            <a:xfrm>
              <a:off x="3985" y="1169"/>
              <a:ext cx="174"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FF"/>
                  </a:solidFill>
                  <a:latin typeface="Times New Roman" panose="02020603050405020304" pitchFamily="18" charset="0"/>
                  <a:ea typeface="华文中宋" panose="02010600040101010101" pitchFamily="2" charset="-122"/>
                </a:rPr>
                <a:t>i</a:t>
              </a:r>
              <a:endParaRPr lang="en-US" altLang="zh-CN" sz="2400" i="1" dirty="0">
                <a:solidFill>
                  <a:srgbClr val="0000FF"/>
                </a:solidFill>
                <a:latin typeface="Times New Roman" panose="02020603050405020304" pitchFamily="18" charset="0"/>
                <a:ea typeface="华文中宋" panose="02010600040101010101" pitchFamily="2" charset="-122"/>
              </a:endParaRPr>
            </a:p>
          </p:txBody>
        </p:sp>
        <p:sp>
          <p:nvSpPr>
            <p:cNvPr id="43030" name="Line 49"/>
            <p:cNvSpPr/>
            <p:nvPr/>
          </p:nvSpPr>
          <p:spPr>
            <a:xfrm flipV="1">
              <a:off x="3840" y="1344"/>
              <a:ext cx="167" cy="198"/>
            </a:xfrm>
            <a:prstGeom prst="line">
              <a:avLst/>
            </a:prstGeom>
            <a:ln w="38100" cap="flat" cmpd="sng">
              <a:solidFill>
                <a:srgbClr val="0033CC"/>
              </a:solidFill>
              <a:prstDash val="solid"/>
              <a:headEnd type="triangle" w="med" len="med"/>
              <a:tailEnd type="none" w="med" len="med"/>
            </a:ln>
          </p:spPr>
        </p:sp>
      </p:grpSp>
      <p:grpSp>
        <p:nvGrpSpPr>
          <p:cNvPr id="14" name="Group 50"/>
          <p:cNvGrpSpPr/>
          <p:nvPr/>
        </p:nvGrpSpPr>
        <p:grpSpPr>
          <a:xfrm>
            <a:off x="6616700" y="1550988"/>
            <a:ext cx="596900" cy="628650"/>
            <a:chOff x="3984" y="1236"/>
            <a:chExt cx="376" cy="396"/>
          </a:xfrm>
        </p:grpSpPr>
        <p:sp>
          <p:nvSpPr>
            <p:cNvPr id="43027" name="Rectangle 51"/>
            <p:cNvSpPr/>
            <p:nvPr/>
          </p:nvSpPr>
          <p:spPr>
            <a:xfrm>
              <a:off x="4137" y="1236"/>
              <a:ext cx="223"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i="1" dirty="0">
                <a:solidFill>
                  <a:srgbClr val="663300"/>
                </a:solidFill>
                <a:latin typeface="Times New Roman" panose="02020603050405020304" pitchFamily="18" charset="0"/>
                <a:ea typeface="华文中宋" panose="02010600040101010101" pitchFamily="2" charset="-122"/>
              </a:endParaRPr>
            </a:p>
          </p:txBody>
        </p:sp>
        <p:sp>
          <p:nvSpPr>
            <p:cNvPr id="43028" name="Line 52"/>
            <p:cNvSpPr/>
            <p:nvPr/>
          </p:nvSpPr>
          <p:spPr>
            <a:xfrm flipH="1">
              <a:off x="3984" y="1440"/>
              <a:ext cx="192" cy="192"/>
            </a:xfrm>
            <a:prstGeom prst="line">
              <a:avLst/>
            </a:prstGeom>
            <a:ln w="38100" cap="flat" cmpd="sng">
              <a:solidFill>
                <a:srgbClr val="FF3300"/>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1013"/>
                                        </p:tgtEl>
                                        <p:attrNameLst>
                                          <p:attrName>style.visibility</p:attrName>
                                        </p:attrNameLst>
                                      </p:cBhvr>
                                      <p:to>
                                        <p:strVal val="visible"/>
                                      </p:to>
                                    </p:set>
                                    <p:animEffect transition="in" filter="wipe(left)">
                                      <p:cBhvr>
                                        <p:cTn id="7" dur="500"/>
                                        <p:tgtEl>
                                          <p:spTgt spid="811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11019"/>
                                        </p:tgtEl>
                                        <p:attrNameLst>
                                          <p:attrName>style.visibility</p:attrName>
                                        </p:attrNameLst>
                                      </p:cBhvr>
                                      <p:to>
                                        <p:strVal val="visible"/>
                                      </p:to>
                                    </p:set>
                                    <p:animEffect transition="in" filter="wipe(left)">
                                      <p:cBhvr>
                                        <p:cTn id="12" dur="500"/>
                                        <p:tgtEl>
                                          <p:spTgt spid="81101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11012"/>
                                        </p:tgtEl>
                                        <p:attrNameLst>
                                          <p:attrName>style.visibility</p:attrName>
                                        </p:attrNameLst>
                                      </p:cBhvr>
                                      <p:to>
                                        <p:strVal val="visible"/>
                                      </p:to>
                                    </p:set>
                                    <p:animEffect transition="in" filter="box(out)">
                                      <p:cBhvr>
                                        <p:cTn id="17" dur="500"/>
                                        <p:tgtEl>
                                          <p:spTgt spid="8110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11014"/>
                                        </p:tgtEl>
                                        <p:attrNameLst>
                                          <p:attrName>style.visibility</p:attrName>
                                        </p:attrNameLst>
                                      </p:cBhvr>
                                      <p:to>
                                        <p:strVal val="visible"/>
                                      </p:to>
                                    </p:set>
                                    <p:animEffect transition="in" filter="wipe(left)">
                                      <p:cBhvr>
                                        <p:cTn id="22" dur="500"/>
                                        <p:tgtEl>
                                          <p:spTgt spid="8110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11015"/>
                                        </p:tgtEl>
                                        <p:attrNameLst>
                                          <p:attrName>style.visibility</p:attrName>
                                        </p:attrNameLst>
                                      </p:cBhvr>
                                      <p:to>
                                        <p:strVal val="visible"/>
                                      </p:to>
                                    </p:set>
                                    <p:animEffect transition="in" filter="wipe(left)">
                                      <p:cBhvr>
                                        <p:cTn id="27" dur="500"/>
                                        <p:tgtEl>
                                          <p:spTgt spid="8110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272"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strVal val="2/3*#ppt_w"/>
                                          </p:val>
                                        </p:tav>
                                        <p:tav tm="100000">
                                          <p:val>
                                            <p:strVal val="#ppt_w"/>
                                          </p:val>
                                        </p:tav>
                                      </p:tavLst>
                                    </p:anim>
                                    <p:anim calcmode="lin" valueType="num">
                                      <p:cBhvr>
                                        <p:cTn id="33" dur="500" fill="hold"/>
                                        <p:tgtEl>
                                          <p:spTgt spid="6"/>
                                        </p:tgtEl>
                                        <p:attrNameLst>
                                          <p:attrName>ppt_h</p:attrName>
                                        </p:attrNameLst>
                                      </p:cBhvr>
                                      <p:tavLst>
                                        <p:tav tm="0">
                                          <p:val>
                                            <p:strVal val="2/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wipe(up)">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50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272" fill="hold" grpId="0" nodeType="clickEffect">
                                  <p:stCondLst>
                                    <p:cond delay="0"/>
                                  </p:stCondLst>
                                  <p:childTnLst>
                                    <p:set>
                                      <p:cBhvr>
                                        <p:cTn id="62" dur="1" fill="hold">
                                          <p:stCondLst>
                                            <p:cond delay="0"/>
                                          </p:stCondLst>
                                        </p:cTn>
                                        <p:tgtEl>
                                          <p:spTgt spid="811024"/>
                                        </p:tgtEl>
                                        <p:attrNameLst>
                                          <p:attrName>style.visibility</p:attrName>
                                        </p:attrNameLst>
                                      </p:cBhvr>
                                      <p:to>
                                        <p:strVal val="visible"/>
                                      </p:to>
                                    </p:set>
                                    <p:anim calcmode="lin" valueType="num">
                                      <p:cBhvr>
                                        <p:cTn id="63" dur="500" fill="hold"/>
                                        <p:tgtEl>
                                          <p:spTgt spid="811024"/>
                                        </p:tgtEl>
                                        <p:attrNameLst>
                                          <p:attrName>ppt_w</p:attrName>
                                        </p:attrNameLst>
                                      </p:cBhvr>
                                      <p:tavLst>
                                        <p:tav tm="0">
                                          <p:val>
                                            <p:strVal val="2/3*#ppt_w"/>
                                          </p:val>
                                        </p:tav>
                                        <p:tav tm="100000">
                                          <p:val>
                                            <p:strVal val="#ppt_w"/>
                                          </p:val>
                                        </p:tav>
                                      </p:tavLst>
                                    </p:anim>
                                    <p:anim calcmode="lin" valueType="num">
                                      <p:cBhvr>
                                        <p:cTn id="64" dur="500" fill="hold"/>
                                        <p:tgtEl>
                                          <p:spTgt spid="811024"/>
                                        </p:tgtEl>
                                        <p:attrNameLst>
                                          <p:attrName>ppt_h</p:attrName>
                                        </p:attrNameLst>
                                      </p:cBhvr>
                                      <p:tavLst>
                                        <p:tav tm="0">
                                          <p:val>
                                            <p:strVal val="2/3*#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blinds(horizontal)">
                                      <p:cBhvr>
                                        <p:cTn id="6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3" grpId="0"/>
      <p:bldP spid="8110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44035" name="Line 3"/>
          <p:cNvSpPr/>
          <p:nvPr/>
        </p:nvSpPr>
        <p:spPr>
          <a:xfrm>
            <a:off x="762000" y="2643188"/>
            <a:ext cx="0" cy="0"/>
          </a:xfrm>
          <a:prstGeom prst="line">
            <a:avLst/>
          </a:prstGeom>
          <a:ln w="9525">
            <a:noFill/>
          </a:ln>
        </p:spPr>
      </p:sp>
      <p:sp>
        <p:nvSpPr>
          <p:cNvPr id="812036" name="Rectangle 4"/>
          <p:cNvSpPr>
            <a:spLocks noChangeArrowheads="1"/>
          </p:cNvSpPr>
          <p:nvPr/>
        </p:nvSpPr>
        <p:spPr bwMode="auto">
          <a:xfrm>
            <a:off x="533400" y="1593850"/>
            <a:ext cx="5360988" cy="515938"/>
          </a:xfrm>
          <a:prstGeom prst="rect">
            <a:avLst/>
          </a:prstGeom>
          <a:noFill/>
          <a:ln w="12700">
            <a:noFill/>
            <a:miter lim="800000"/>
          </a:ln>
          <a:effectLst/>
        </p:spPr>
        <p:txBody>
          <a:bodyPr wrap="none" lIns="90488" tIns="44450" rIns="90488" bIns="44450" anchor="ctr">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瞬时功率在一个周期内的平均值</a:t>
            </a: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endPar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12039" name="Object 7">
            <a:hlinkClick r:id="" action="ppaction://ole?verb="/>
          </p:cNvPr>
          <p:cNvGraphicFramePr/>
          <p:nvPr/>
        </p:nvGraphicFramePr>
        <p:xfrm>
          <a:off x="609600" y="2230438"/>
          <a:ext cx="4719638" cy="990600"/>
        </p:xfrm>
        <a:graphic>
          <a:graphicData uri="http://schemas.openxmlformats.org/presentationml/2006/ole">
            <mc:AlternateContent xmlns:mc="http://schemas.openxmlformats.org/markup-compatibility/2006">
              <mc:Choice xmlns:v="urn:schemas-microsoft-com:vml" Requires="v">
                <p:oleObj spid="_x0000_s3194" name="" r:id="rId1" imgW="1765300" imgH="393700" progId="Equation.3">
                  <p:embed/>
                </p:oleObj>
              </mc:Choice>
              <mc:Fallback>
                <p:oleObj name="" r:id="rId1" imgW="1765300" imgH="393700" progId="Equation.3">
                  <p:embed/>
                  <p:pic>
                    <p:nvPicPr>
                      <p:cNvPr id="0" name="图片 3193"/>
                      <p:cNvPicPr/>
                      <p:nvPr/>
                    </p:nvPicPr>
                    <p:blipFill>
                      <a:blip r:embed="rId2"/>
                      <a:stretch>
                        <a:fillRect/>
                      </a:stretch>
                    </p:blipFill>
                    <p:spPr>
                      <a:xfrm>
                        <a:off x="609600" y="2230438"/>
                        <a:ext cx="4719638" cy="990600"/>
                      </a:xfrm>
                      <a:prstGeom prst="rect">
                        <a:avLst/>
                      </a:prstGeom>
                      <a:noFill/>
                      <a:ln w="38100">
                        <a:noFill/>
                        <a:miter/>
                      </a:ln>
                    </p:spPr>
                  </p:pic>
                </p:oleObj>
              </mc:Fallback>
            </mc:AlternateContent>
          </a:graphicData>
        </a:graphic>
      </p:graphicFrame>
      <p:graphicFrame>
        <p:nvGraphicFramePr>
          <p:cNvPr id="812040" name="Object 8">
            <a:hlinkClick r:id="" action="ppaction://ole?verb="/>
          </p:cNvPr>
          <p:cNvGraphicFramePr/>
          <p:nvPr/>
        </p:nvGraphicFramePr>
        <p:xfrm>
          <a:off x="914400" y="4135438"/>
          <a:ext cx="4724400" cy="946150"/>
        </p:xfrm>
        <a:graphic>
          <a:graphicData uri="http://schemas.openxmlformats.org/presentationml/2006/ole">
            <mc:AlternateContent xmlns:mc="http://schemas.openxmlformats.org/markup-compatibility/2006">
              <mc:Choice xmlns:v="urn:schemas-microsoft-com:vml" Requires="v">
                <p:oleObj spid="_x0000_s3190" name="" r:id="rId3" imgW="1892300" imgH="393700" progId="Equation.3">
                  <p:embed/>
                </p:oleObj>
              </mc:Choice>
              <mc:Fallback>
                <p:oleObj name="" r:id="rId3" imgW="1892300" imgH="393700" progId="Equation.3">
                  <p:embed/>
                  <p:pic>
                    <p:nvPicPr>
                      <p:cNvPr id="0" name="图片 3189"/>
                      <p:cNvPicPr/>
                      <p:nvPr/>
                    </p:nvPicPr>
                    <p:blipFill>
                      <a:blip r:embed="rId4"/>
                      <a:stretch>
                        <a:fillRect/>
                      </a:stretch>
                    </p:blipFill>
                    <p:spPr>
                      <a:xfrm>
                        <a:off x="914400" y="4135438"/>
                        <a:ext cx="4724400" cy="946150"/>
                      </a:xfrm>
                      <a:prstGeom prst="rect">
                        <a:avLst/>
                      </a:prstGeom>
                      <a:noFill/>
                      <a:ln w="38100">
                        <a:noFill/>
                        <a:miter/>
                      </a:ln>
                    </p:spPr>
                  </p:pic>
                </p:oleObj>
              </mc:Fallback>
            </mc:AlternateContent>
          </a:graphicData>
        </a:graphic>
      </p:graphicFrame>
      <p:graphicFrame>
        <p:nvGraphicFramePr>
          <p:cNvPr id="812041" name="Object 9"/>
          <p:cNvGraphicFramePr>
            <a:graphicFrameLocks noChangeAspect="1"/>
          </p:cNvGraphicFramePr>
          <p:nvPr/>
        </p:nvGraphicFramePr>
        <p:xfrm>
          <a:off x="962025" y="3189288"/>
          <a:ext cx="4371975" cy="985837"/>
        </p:xfrm>
        <a:graphic>
          <a:graphicData uri="http://schemas.openxmlformats.org/presentationml/2006/ole">
            <mc:AlternateContent xmlns:mc="http://schemas.openxmlformats.org/markup-compatibility/2006">
              <mc:Choice xmlns:v="urn:schemas-microsoft-com:vml" Requires="v">
                <p:oleObj spid="_x0000_s3189" name="" r:id="rId5" imgW="1930400" imgH="393700" progId="Equation.3">
                  <p:embed/>
                </p:oleObj>
              </mc:Choice>
              <mc:Fallback>
                <p:oleObj name="" r:id="rId5" imgW="1930400" imgH="393700" progId="Equation.3">
                  <p:embed/>
                  <p:pic>
                    <p:nvPicPr>
                      <p:cNvPr id="0" name="图片 3188"/>
                      <p:cNvPicPr/>
                      <p:nvPr/>
                    </p:nvPicPr>
                    <p:blipFill>
                      <a:blip r:embed="rId6"/>
                      <a:stretch>
                        <a:fillRect/>
                      </a:stretch>
                    </p:blipFill>
                    <p:spPr>
                      <a:xfrm>
                        <a:off x="962025" y="3189288"/>
                        <a:ext cx="4371975" cy="985837"/>
                      </a:xfrm>
                      <a:prstGeom prst="rect">
                        <a:avLst/>
                      </a:prstGeom>
                      <a:noFill/>
                      <a:ln w="38100">
                        <a:noFill/>
                        <a:miter/>
                      </a:ln>
                    </p:spPr>
                  </p:pic>
                </p:oleObj>
              </mc:Fallback>
            </mc:AlternateContent>
          </a:graphicData>
        </a:graphic>
      </p:graphicFrame>
      <p:sp>
        <p:nvSpPr>
          <p:cNvPr id="812042" name="Rectangle 10"/>
          <p:cNvSpPr>
            <a:spLocks noChangeArrowheads="1"/>
          </p:cNvSpPr>
          <p:nvPr/>
        </p:nvSpPr>
        <p:spPr bwMode="auto">
          <a:xfrm>
            <a:off x="263525" y="836613"/>
            <a:ext cx="5029200" cy="533400"/>
          </a:xfrm>
          <a:prstGeom prst="rect">
            <a:avLst/>
          </a:prstGeom>
          <a:noFill/>
          <a:ln w="9525">
            <a:noFill/>
            <a:miter lim="800000"/>
          </a:ln>
        </p:spPr>
        <p: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8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平均功率</a:t>
            </a:r>
            <a:r>
              <a:rPr kumimoji="0" lang="en-US" altLang="zh-CN"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有功功率</a:t>
            </a:r>
            <a:r>
              <a:rPr kumimoji="0" lang="en-US" altLang="zh-CN" sz="28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1"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P</a:t>
            </a:r>
            <a:endParaRPr kumimoji="0" lang="en-US" altLang="zh-CN" sz="2800" b="1" i="1"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12043" name="Object 11" descr="40%"/>
          <p:cNvGraphicFramePr>
            <a:graphicFrameLocks noChangeAspect="1"/>
          </p:cNvGraphicFramePr>
          <p:nvPr/>
        </p:nvGraphicFramePr>
        <p:xfrm>
          <a:off x="900113" y="5745163"/>
          <a:ext cx="1317625" cy="479425"/>
        </p:xfrm>
        <a:graphic>
          <a:graphicData uri="http://schemas.openxmlformats.org/presentationml/2006/ole">
            <mc:AlternateContent xmlns:mc="http://schemas.openxmlformats.org/markup-compatibility/2006">
              <mc:Choice xmlns:v="urn:schemas-microsoft-com:vml" Requires="v">
                <p:oleObj spid="_x0000_s3195" name="" r:id="rId7" imgW="469900" imgH="50800" progId="Equation.3">
                  <p:embed/>
                </p:oleObj>
              </mc:Choice>
              <mc:Fallback>
                <p:oleObj name="" r:id="rId7" imgW="469900" imgH="50800" progId="Equation.3">
                  <p:embed/>
                  <p:pic>
                    <p:nvPicPr>
                      <p:cNvPr id="0" name="图片 3194"/>
                      <p:cNvPicPr/>
                      <p:nvPr/>
                    </p:nvPicPr>
                    <p:blipFill>
                      <a:blip r:embed="rId8">
                        <a:clrChange>
                          <a:clrFrom>
                            <a:srgbClr val="000000"/>
                          </a:clrFrom>
                          <a:clrTo>
                            <a:srgbClr val="FF0000"/>
                          </a:clrTo>
                        </a:clrChange>
                      </a:blip>
                      <a:stretch>
                        <a:fillRect/>
                      </a:stretch>
                    </p:blipFill>
                    <p:spPr>
                      <a:xfrm>
                        <a:off x="900113" y="5745163"/>
                        <a:ext cx="1317625" cy="479425"/>
                      </a:xfrm>
                      <a:prstGeom prst="rect">
                        <a:avLst/>
                      </a:prstGeom>
                      <a:noFill/>
                      <a:ln w="38100">
                        <a:noFill/>
                        <a:miter/>
                      </a:ln>
                    </p:spPr>
                  </p:pic>
                </p:oleObj>
              </mc:Fallback>
            </mc:AlternateContent>
          </a:graphicData>
        </a:graphic>
      </p:graphicFrame>
      <p:sp>
        <p:nvSpPr>
          <p:cNvPr id="812044" name="Text Box 12"/>
          <p:cNvSpPr txBox="1"/>
          <p:nvPr/>
        </p:nvSpPr>
        <p:spPr>
          <a:xfrm>
            <a:off x="4627563" y="5691188"/>
            <a:ext cx="2444750" cy="519112"/>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单位</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瓦（</a:t>
            </a:r>
            <a:r>
              <a:rPr lang="en-US" altLang="zh-CN" sz="2800" b="1" dirty="0">
                <a:latin typeface="Times New Roman" panose="02020603050405020304" pitchFamily="18" charset="0"/>
                <a:ea typeface="华文中宋" panose="02010600040101010101" pitchFamily="2" charset="-122"/>
              </a:rPr>
              <a:t>W</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2045" name="Object 13" descr="40%"/>
          <p:cNvGraphicFramePr>
            <a:graphicFrameLocks noChangeAspect="1"/>
          </p:cNvGraphicFramePr>
          <p:nvPr/>
        </p:nvGraphicFramePr>
        <p:xfrm>
          <a:off x="2403475" y="5691188"/>
          <a:ext cx="1196975" cy="469900"/>
        </p:xfrm>
        <a:graphic>
          <a:graphicData uri="http://schemas.openxmlformats.org/presentationml/2006/ole">
            <mc:AlternateContent xmlns:mc="http://schemas.openxmlformats.org/markup-compatibility/2006">
              <mc:Choice xmlns:v="urn:schemas-microsoft-com:vml" Requires="v">
                <p:oleObj spid="_x0000_s3191" name="" r:id="rId9" imgW="469900" imgH="63500" progId="Equation.3">
                  <p:embed/>
                </p:oleObj>
              </mc:Choice>
              <mc:Fallback>
                <p:oleObj name="" r:id="rId9" imgW="469900" imgH="63500" progId="Equation.3">
                  <p:embed/>
                  <p:pic>
                    <p:nvPicPr>
                      <p:cNvPr id="0" name="图片 3190"/>
                      <p:cNvPicPr/>
                      <p:nvPr/>
                    </p:nvPicPr>
                    <p:blipFill>
                      <a:blip r:embed="rId10">
                        <a:clrChange>
                          <a:clrFrom>
                            <a:srgbClr val="000000"/>
                          </a:clrFrom>
                          <a:clrTo>
                            <a:srgbClr val="FF0000"/>
                          </a:clrTo>
                        </a:clrChange>
                      </a:blip>
                      <a:stretch>
                        <a:fillRect/>
                      </a:stretch>
                    </p:blipFill>
                    <p:spPr>
                      <a:xfrm>
                        <a:off x="2403475" y="5691188"/>
                        <a:ext cx="1196975" cy="469900"/>
                      </a:xfrm>
                      <a:prstGeom prst="rect">
                        <a:avLst/>
                      </a:prstGeom>
                      <a:noFill/>
                      <a:ln w="38100">
                        <a:noFill/>
                        <a:miter/>
                      </a:ln>
                    </p:spPr>
                  </p:pic>
                </p:oleObj>
              </mc:Fallback>
            </mc:AlternateContent>
          </a:graphicData>
        </a:graphic>
      </p:graphicFrame>
      <p:grpSp>
        <p:nvGrpSpPr>
          <p:cNvPr id="2" name="Group 14"/>
          <p:cNvGrpSpPr/>
          <p:nvPr/>
        </p:nvGrpSpPr>
        <p:grpSpPr>
          <a:xfrm>
            <a:off x="6172200" y="3633788"/>
            <a:ext cx="2381250" cy="523875"/>
            <a:chOff x="3461" y="2814"/>
            <a:chExt cx="1500" cy="330"/>
          </a:xfrm>
        </p:grpSpPr>
        <p:sp>
          <p:nvSpPr>
            <p:cNvPr id="44076" name="Line 15"/>
            <p:cNvSpPr/>
            <p:nvPr/>
          </p:nvSpPr>
          <p:spPr>
            <a:xfrm>
              <a:off x="3461" y="2976"/>
              <a:ext cx="1243" cy="0"/>
            </a:xfrm>
            <a:prstGeom prst="line">
              <a:avLst/>
            </a:prstGeom>
            <a:ln w="38100" cap="flat" cmpd="sng">
              <a:solidFill>
                <a:srgbClr val="FF0000"/>
              </a:solidFill>
              <a:prstDash val="solid"/>
              <a:headEnd type="none" w="med" len="med"/>
              <a:tailEnd type="none" w="med" len="med"/>
            </a:ln>
          </p:spPr>
        </p:sp>
        <p:sp>
          <p:nvSpPr>
            <p:cNvPr id="44077" name="Text Box 16"/>
            <p:cNvSpPr txBox="1"/>
            <p:nvPr/>
          </p:nvSpPr>
          <p:spPr>
            <a:xfrm>
              <a:off x="4704" y="2814"/>
              <a:ext cx="257"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P</a:t>
              </a:r>
              <a:endParaRPr lang="en-US" altLang="zh-CN" b="1" dirty="0">
                <a:solidFill>
                  <a:srgbClr val="FFFF00"/>
                </a:solidFill>
                <a:latin typeface="Times New Roman" panose="02020603050405020304" pitchFamily="18" charset="0"/>
                <a:ea typeface="华文中宋" panose="02010600040101010101" pitchFamily="2" charset="-122"/>
              </a:endParaRPr>
            </a:p>
          </p:txBody>
        </p:sp>
      </p:grpSp>
      <p:graphicFrame>
        <p:nvGraphicFramePr>
          <p:cNvPr id="812049" name="Object 17" descr="40%"/>
          <p:cNvGraphicFramePr>
            <a:graphicFrameLocks noChangeAspect="1"/>
          </p:cNvGraphicFramePr>
          <p:nvPr/>
        </p:nvGraphicFramePr>
        <p:xfrm>
          <a:off x="3622675" y="5457825"/>
          <a:ext cx="1066800" cy="995363"/>
        </p:xfrm>
        <a:graphic>
          <a:graphicData uri="http://schemas.openxmlformats.org/presentationml/2006/ole">
            <mc:AlternateContent xmlns:mc="http://schemas.openxmlformats.org/markup-compatibility/2006">
              <mc:Choice xmlns:v="urn:schemas-microsoft-com:vml" Requires="v">
                <p:oleObj spid="_x0000_s3193" name="" r:id="rId11" imgW="419100" imgH="368300" progId="Equation.3">
                  <p:embed/>
                </p:oleObj>
              </mc:Choice>
              <mc:Fallback>
                <p:oleObj name="" r:id="rId11" imgW="419100" imgH="368300" progId="Equation.3">
                  <p:embed/>
                  <p:pic>
                    <p:nvPicPr>
                      <p:cNvPr id="0" name="图片 3192"/>
                      <p:cNvPicPr/>
                      <p:nvPr/>
                    </p:nvPicPr>
                    <p:blipFill>
                      <a:blip r:embed="rId12">
                        <a:clrChange>
                          <a:clrFrom>
                            <a:srgbClr val="000000"/>
                          </a:clrFrom>
                          <a:clrTo>
                            <a:srgbClr val="FF0000"/>
                          </a:clrTo>
                        </a:clrChange>
                      </a:blip>
                      <a:stretch>
                        <a:fillRect/>
                      </a:stretch>
                    </p:blipFill>
                    <p:spPr>
                      <a:xfrm>
                        <a:off x="3622675" y="5457825"/>
                        <a:ext cx="1066800" cy="995363"/>
                      </a:xfrm>
                      <a:prstGeom prst="rect">
                        <a:avLst/>
                      </a:prstGeom>
                      <a:noFill/>
                      <a:ln w="38100">
                        <a:noFill/>
                        <a:miter/>
                      </a:ln>
                    </p:spPr>
                  </p:pic>
                </p:oleObj>
              </mc:Fallback>
            </mc:AlternateContent>
          </a:graphicData>
        </a:graphic>
      </p:graphicFrame>
      <p:sp>
        <p:nvSpPr>
          <p:cNvPr id="44046" name="Oval 19"/>
          <p:cNvSpPr/>
          <p:nvPr/>
        </p:nvSpPr>
        <p:spPr>
          <a:xfrm>
            <a:off x="6683375" y="2701925"/>
            <a:ext cx="96838" cy="88900"/>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4047" name="Rectangle 20"/>
          <p:cNvSpPr/>
          <p:nvPr/>
        </p:nvSpPr>
        <p:spPr>
          <a:xfrm>
            <a:off x="7943850" y="1981200"/>
            <a:ext cx="204788" cy="36988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graphicFrame>
        <p:nvGraphicFramePr>
          <p:cNvPr id="44048" name="Object 21"/>
          <p:cNvGraphicFramePr>
            <a:graphicFrameLocks noChangeAspect="1"/>
          </p:cNvGraphicFramePr>
          <p:nvPr/>
        </p:nvGraphicFramePr>
        <p:xfrm>
          <a:off x="6988175" y="928688"/>
          <a:ext cx="273050" cy="454025"/>
        </p:xfrm>
        <a:graphic>
          <a:graphicData uri="http://schemas.openxmlformats.org/presentationml/2006/ole">
            <mc:AlternateContent xmlns:mc="http://schemas.openxmlformats.org/markup-compatibility/2006">
              <mc:Choice xmlns:v="urn:schemas-microsoft-com:vml" Requires="v">
                <p:oleObj spid="_x0000_s3192" name="" r:id="rId13" imgW="12700" imgH="12700" progId="Equation.3">
                  <p:embed/>
                </p:oleObj>
              </mc:Choice>
              <mc:Fallback>
                <p:oleObj name="" r:id="rId13" imgW="12700" imgH="12700" progId="Equation.3">
                  <p:embed/>
                  <p:pic>
                    <p:nvPicPr>
                      <p:cNvPr id="0" name="图片 3191"/>
                      <p:cNvPicPr/>
                      <p:nvPr/>
                    </p:nvPicPr>
                    <p:blipFill>
                      <a:blip r:embed="rId14">
                        <a:clrChange>
                          <a:clrFrom>
                            <a:srgbClr val="000000"/>
                          </a:clrFrom>
                          <a:clrTo>
                            <a:srgbClr val="FF0000"/>
                          </a:clrTo>
                        </a:clrChange>
                      </a:blip>
                      <a:stretch>
                        <a:fillRect/>
                      </a:stretch>
                    </p:blipFill>
                    <p:spPr>
                      <a:xfrm>
                        <a:off x="6988175" y="928688"/>
                        <a:ext cx="273050" cy="454025"/>
                      </a:xfrm>
                      <a:prstGeom prst="rect">
                        <a:avLst/>
                      </a:prstGeom>
                      <a:noFill/>
                      <a:ln w="38100">
                        <a:noFill/>
                        <a:miter/>
                      </a:ln>
                    </p:spPr>
                  </p:pic>
                </p:oleObj>
              </mc:Fallback>
            </mc:AlternateContent>
          </a:graphicData>
        </a:graphic>
      </p:graphicFrame>
      <p:sp>
        <p:nvSpPr>
          <p:cNvPr id="44049" name="Rectangle 22"/>
          <p:cNvSpPr/>
          <p:nvPr/>
        </p:nvSpPr>
        <p:spPr>
          <a:xfrm>
            <a:off x="7651750" y="1885950"/>
            <a:ext cx="155575" cy="533400"/>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4050" name="Line 23"/>
          <p:cNvSpPr/>
          <p:nvPr/>
        </p:nvSpPr>
        <p:spPr>
          <a:xfrm>
            <a:off x="7727950" y="1503363"/>
            <a:ext cx="0" cy="368300"/>
          </a:xfrm>
          <a:prstGeom prst="line">
            <a:avLst/>
          </a:prstGeom>
          <a:ln w="38100" cap="flat" cmpd="sng">
            <a:solidFill>
              <a:schemeClr val="tx1"/>
            </a:solidFill>
            <a:prstDash val="solid"/>
            <a:headEnd type="none" w="med" len="med"/>
            <a:tailEnd type="none" w="med" len="med"/>
          </a:ln>
        </p:spPr>
      </p:sp>
      <p:sp>
        <p:nvSpPr>
          <p:cNvPr id="44051" name="Line 24"/>
          <p:cNvSpPr/>
          <p:nvPr/>
        </p:nvSpPr>
        <p:spPr>
          <a:xfrm>
            <a:off x="6783388" y="2765425"/>
            <a:ext cx="977900" cy="0"/>
          </a:xfrm>
          <a:prstGeom prst="line">
            <a:avLst/>
          </a:prstGeom>
          <a:ln w="38100" cap="flat" cmpd="sng">
            <a:solidFill>
              <a:schemeClr val="tx1"/>
            </a:solidFill>
            <a:prstDash val="solid"/>
            <a:headEnd type="none" w="med" len="med"/>
            <a:tailEnd type="none" w="med" len="med"/>
          </a:ln>
        </p:spPr>
      </p:sp>
      <p:sp>
        <p:nvSpPr>
          <p:cNvPr id="44052" name="Text Box 25"/>
          <p:cNvSpPr txBox="1"/>
          <p:nvPr/>
        </p:nvSpPr>
        <p:spPr>
          <a:xfrm>
            <a:off x="6477000" y="1854200"/>
            <a:ext cx="3556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latin typeface="Times New Roman" panose="02020603050405020304" pitchFamily="18" charset="0"/>
              <a:ea typeface="华文中宋" panose="02010600040101010101" pitchFamily="2" charset="-122"/>
            </a:endParaRPr>
          </a:p>
        </p:txBody>
      </p:sp>
      <p:sp>
        <p:nvSpPr>
          <p:cNvPr id="44053" name="Line 26"/>
          <p:cNvSpPr/>
          <p:nvPr/>
        </p:nvSpPr>
        <p:spPr>
          <a:xfrm>
            <a:off x="6783388" y="1408113"/>
            <a:ext cx="630237" cy="0"/>
          </a:xfrm>
          <a:prstGeom prst="line">
            <a:avLst/>
          </a:prstGeom>
          <a:ln w="38100" cap="flat" cmpd="sng">
            <a:solidFill>
              <a:srgbClr val="FF0000"/>
            </a:solidFill>
            <a:prstDash val="solid"/>
            <a:headEnd type="none" w="med" len="med"/>
            <a:tailEnd type="triangle" w="med" len="med"/>
          </a:ln>
        </p:spPr>
      </p:sp>
      <p:sp>
        <p:nvSpPr>
          <p:cNvPr id="44054" name="Text Box 27"/>
          <p:cNvSpPr txBox="1"/>
          <p:nvPr/>
        </p:nvSpPr>
        <p:spPr>
          <a:xfrm>
            <a:off x="6530975" y="1463675"/>
            <a:ext cx="369888" cy="461963"/>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4055" name="Text Box 28"/>
          <p:cNvSpPr txBox="1"/>
          <p:nvPr/>
        </p:nvSpPr>
        <p:spPr>
          <a:xfrm>
            <a:off x="6530975" y="2228850"/>
            <a:ext cx="338138" cy="463550"/>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4056" name="Oval 29"/>
          <p:cNvSpPr/>
          <p:nvPr/>
        </p:nvSpPr>
        <p:spPr>
          <a:xfrm>
            <a:off x="6681788" y="1458913"/>
            <a:ext cx="95250" cy="90487"/>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4057" name="Line 30"/>
          <p:cNvSpPr/>
          <p:nvPr/>
        </p:nvSpPr>
        <p:spPr>
          <a:xfrm>
            <a:off x="7727950" y="2413000"/>
            <a:ext cx="0" cy="382588"/>
          </a:xfrm>
          <a:prstGeom prst="line">
            <a:avLst/>
          </a:prstGeom>
          <a:ln w="38100" cap="flat" cmpd="sng">
            <a:solidFill>
              <a:schemeClr val="tx1"/>
            </a:solidFill>
            <a:prstDash val="solid"/>
            <a:headEnd type="none" w="med" len="med"/>
            <a:tailEnd type="none" w="med" len="med"/>
          </a:ln>
        </p:spPr>
      </p:sp>
      <p:sp>
        <p:nvSpPr>
          <p:cNvPr id="44058" name="Line 31"/>
          <p:cNvSpPr/>
          <p:nvPr/>
        </p:nvSpPr>
        <p:spPr>
          <a:xfrm>
            <a:off x="6783388" y="1503363"/>
            <a:ext cx="977900" cy="0"/>
          </a:xfrm>
          <a:prstGeom prst="line">
            <a:avLst/>
          </a:prstGeom>
          <a:ln w="38100" cap="flat" cmpd="sng">
            <a:solidFill>
              <a:schemeClr val="tx1"/>
            </a:solidFill>
            <a:prstDash val="solid"/>
            <a:headEnd type="none" w="med" len="med"/>
            <a:tailEnd type="none" w="med" len="med"/>
          </a:ln>
        </p:spPr>
      </p:sp>
      <p:grpSp>
        <p:nvGrpSpPr>
          <p:cNvPr id="4" name="Group 32"/>
          <p:cNvGrpSpPr/>
          <p:nvPr/>
        </p:nvGrpSpPr>
        <p:grpSpPr>
          <a:xfrm>
            <a:off x="5892800" y="2759075"/>
            <a:ext cx="2730500" cy="2170113"/>
            <a:chOff x="3690" y="1417"/>
            <a:chExt cx="1720" cy="1367"/>
          </a:xfrm>
        </p:grpSpPr>
        <p:sp>
          <p:nvSpPr>
            <p:cNvPr id="44061" name="Rectangle 33"/>
            <p:cNvSpPr/>
            <p:nvPr/>
          </p:nvSpPr>
          <p:spPr>
            <a:xfrm>
              <a:off x="3690" y="1417"/>
              <a:ext cx="212"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p</a:t>
              </a:r>
              <a:endParaRPr lang="en-US" altLang="zh-CN" sz="2400" i="1" dirty="0">
                <a:latin typeface="Times New Roman" panose="02020603050405020304" pitchFamily="18" charset="0"/>
                <a:ea typeface="华文中宋" panose="02010600040101010101" pitchFamily="2" charset="-122"/>
              </a:endParaRPr>
            </a:p>
          </p:txBody>
        </p:sp>
        <p:grpSp>
          <p:nvGrpSpPr>
            <p:cNvPr id="44062" name="Group 34"/>
            <p:cNvGrpSpPr/>
            <p:nvPr/>
          </p:nvGrpSpPr>
          <p:grpSpPr>
            <a:xfrm>
              <a:off x="3696" y="1486"/>
              <a:ext cx="1714" cy="1298"/>
              <a:chOff x="3696" y="1486"/>
              <a:chExt cx="1714" cy="1298"/>
            </a:xfrm>
          </p:grpSpPr>
          <p:sp>
            <p:nvSpPr>
              <p:cNvPr id="44063" name="Line 35"/>
              <p:cNvSpPr/>
              <p:nvPr/>
            </p:nvSpPr>
            <p:spPr>
              <a:xfrm>
                <a:off x="4635" y="2537"/>
                <a:ext cx="0" cy="0"/>
              </a:xfrm>
              <a:prstGeom prst="line">
                <a:avLst/>
              </a:prstGeom>
              <a:ln w="38100" cap="flat" cmpd="sng">
                <a:solidFill>
                  <a:schemeClr val="accent2"/>
                </a:solidFill>
                <a:prstDash val="solid"/>
                <a:headEnd type="none" w="med" len="med"/>
                <a:tailEnd type="none" w="med" len="med"/>
              </a:ln>
            </p:spPr>
          </p:sp>
          <p:sp>
            <p:nvSpPr>
              <p:cNvPr id="44064" name="Rectangle 36"/>
              <p:cNvSpPr/>
              <p:nvPr/>
            </p:nvSpPr>
            <p:spPr>
              <a:xfrm>
                <a:off x="4078" y="1486"/>
                <a:ext cx="212"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p</a:t>
                </a:r>
                <a:endParaRPr lang="en-US" altLang="zh-CN" sz="2400" i="1" dirty="0">
                  <a:solidFill>
                    <a:srgbClr val="000099"/>
                  </a:solidFill>
                  <a:latin typeface="Times New Roman" panose="02020603050405020304" pitchFamily="18" charset="0"/>
                  <a:ea typeface="华文中宋" panose="02010600040101010101" pitchFamily="2" charset="-122"/>
                </a:endParaRPr>
              </a:p>
            </p:txBody>
          </p:sp>
          <p:sp>
            <p:nvSpPr>
              <p:cNvPr id="44065" name="Rectangle 37"/>
              <p:cNvSpPr/>
              <p:nvPr/>
            </p:nvSpPr>
            <p:spPr>
              <a:xfrm>
                <a:off x="5088" y="2462"/>
                <a:ext cx="322" cy="291"/>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latin typeface="Times New Roman" panose="02020603050405020304" pitchFamily="18" charset="0"/>
                  <a:ea typeface="华文中宋" panose="02010600040101010101" pitchFamily="2" charset="-122"/>
                </a:endParaRPr>
              </a:p>
            </p:txBody>
          </p:sp>
          <p:sp>
            <p:nvSpPr>
              <p:cNvPr id="44066" name="Line 38"/>
              <p:cNvSpPr/>
              <p:nvPr/>
            </p:nvSpPr>
            <p:spPr>
              <a:xfrm flipV="1">
                <a:off x="3785" y="2544"/>
                <a:ext cx="1495" cy="8"/>
              </a:xfrm>
              <a:prstGeom prst="line">
                <a:avLst/>
              </a:prstGeom>
              <a:ln w="38100" cap="flat" cmpd="sng">
                <a:solidFill>
                  <a:schemeClr val="tx2"/>
                </a:solidFill>
                <a:prstDash val="solid"/>
                <a:headEnd type="none" w="med" len="med"/>
                <a:tailEnd type="triangle" w="med" len="med"/>
              </a:ln>
            </p:spPr>
          </p:sp>
          <p:grpSp>
            <p:nvGrpSpPr>
              <p:cNvPr id="44067" name="Group 39"/>
              <p:cNvGrpSpPr/>
              <p:nvPr/>
            </p:nvGrpSpPr>
            <p:grpSpPr>
              <a:xfrm>
                <a:off x="3883" y="1760"/>
                <a:ext cx="1207" cy="793"/>
                <a:chOff x="3463" y="2568"/>
                <a:chExt cx="1207" cy="793"/>
              </a:xfrm>
            </p:grpSpPr>
            <p:sp>
              <p:nvSpPr>
                <p:cNvPr id="44070" name="Line 40"/>
                <p:cNvSpPr/>
                <p:nvPr/>
              </p:nvSpPr>
              <p:spPr>
                <a:xfrm flipH="1">
                  <a:off x="3463" y="2964"/>
                  <a:ext cx="99" cy="396"/>
                </a:xfrm>
                <a:prstGeom prst="line">
                  <a:avLst/>
                </a:prstGeom>
                <a:ln w="38100" cap="flat" cmpd="sng">
                  <a:solidFill>
                    <a:srgbClr val="000099"/>
                  </a:solidFill>
                  <a:prstDash val="solid"/>
                  <a:headEnd type="none" w="med" len="med"/>
                  <a:tailEnd type="none" w="med" len="med"/>
                </a:ln>
              </p:spPr>
            </p:sp>
            <p:grpSp>
              <p:nvGrpSpPr>
                <p:cNvPr id="44071" name="Group 41"/>
                <p:cNvGrpSpPr/>
                <p:nvPr/>
              </p:nvGrpSpPr>
              <p:grpSpPr>
                <a:xfrm>
                  <a:off x="3562" y="2568"/>
                  <a:ext cx="1108" cy="793"/>
                  <a:chOff x="3562" y="2568"/>
                  <a:chExt cx="1108" cy="793"/>
                </a:xfrm>
              </p:grpSpPr>
              <p:sp>
                <p:nvSpPr>
                  <p:cNvPr id="44072" name="Freeform 42"/>
                  <p:cNvSpPr/>
                  <p:nvPr/>
                </p:nvSpPr>
                <p:spPr>
                  <a:xfrm>
                    <a:off x="3880" y="2964"/>
                    <a:ext cx="317" cy="397"/>
                  </a:xfrm>
                  <a:custGeom>
                    <a:avLst/>
                    <a:gdLst>
                      <a:gd name="txL" fmla="*/ 0 w 338"/>
                      <a:gd name="txT" fmla="*/ 0 h 194"/>
                      <a:gd name="txR" fmla="*/ 338 w 338"/>
                      <a:gd name="txB" fmla="*/ 194 h 194"/>
                    </a:gdLst>
                    <a:ahLst/>
                    <a:cxnLst>
                      <a:cxn ang="0">
                        <a:pos x="106" y="0"/>
                      </a:cxn>
                      <a:cxn ang="0">
                        <a:pos x="98" y="20527861"/>
                      </a:cxn>
                      <a:cxn ang="0">
                        <a:pos x="88" y="38869128"/>
                      </a:cxn>
                      <a:cxn ang="0">
                        <a:pos x="78" y="54202844"/>
                      </a:cxn>
                      <a:cxn ang="0">
                        <a:pos x="71" y="66975881"/>
                      </a:cxn>
                      <a:cxn ang="0">
                        <a:pos x="63" y="73772897"/>
                      </a:cxn>
                      <a:cxn ang="0">
                        <a:pos x="53" y="76408007"/>
                      </a:cxn>
                      <a:cxn ang="0">
                        <a:pos x="45" y="73772897"/>
                      </a:cxn>
                      <a:cxn ang="0">
                        <a:pos x="36" y="66975881"/>
                      </a:cxn>
                      <a:cxn ang="0">
                        <a:pos x="27" y="54202844"/>
                      </a:cxn>
                      <a:cxn ang="0">
                        <a:pos x="19" y="38869128"/>
                      </a:cxn>
                      <a:cxn ang="0">
                        <a:pos x="8" y="19406084"/>
                      </a:cxn>
                      <a:cxn ang="0">
                        <a:pos x="0" y="0"/>
                      </a:cxn>
                    </a:cxnLst>
                    <a:rect l="txL" t="txT" r="txR" b="txB"/>
                    <a:pathLst>
                      <a:path w="338" h="194">
                        <a:moveTo>
                          <a:pt x="337" y="0"/>
                        </a:moveTo>
                        <a:lnTo>
                          <a:pt x="308" y="52"/>
                        </a:lnTo>
                        <a:lnTo>
                          <a:pt x="279" y="98"/>
                        </a:lnTo>
                        <a:lnTo>
                          <a:pt x="251" y="137"/>
                        </a:lnTo>
                        <a:lnTo>
                          <a:pt x="223" y="169"/>
                        </a:lnTo>
                        <a:lnTo>
                          <a:pt x="199" y="186"/>
                        </a:lnTo>
                        <a:lnTo>
                          <a:pt x="171" y="193"/>
                        </a:lnTo>
                        <a:lnTo>
                          <a:pt x="142" y="186"/>
                        </a:lnTo>
                        <a:lnTo>
                          <a:pt x="113" y="169"/>
                        </a:lnTo>
                        <a:lnTo>
                          <a:pt x="85" y="137"/>
                        </a:lnTo>
                        <a:lnTo>
                          <a:pt x="57" y="98"/>
                        </a:lnTo>
                        <a:lnTo>
                          <a:pt x="28" y="49"/>
                        </a:lnTo>
                        <a:lnTo>
                          <a:pt x="0" y="0"/>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4073" name="Freeform 43"/>
                  <p:cNvSpPr/>
                  <p:nvPr/>
                </p:nvSpPr>
                <p:spPr>
                  <a:xfrm>
                    <a:off x="3562" y="2580"/>
                    <a:ext cx="317" cy="396"/>
                  </a:xfrm>
                  <a:custGeom>
                    <a:avLst/>
                    <a:gdLst>
                      <a:gd name="txL" fmla="*/ 0 w 337"/>
                      <a:gd name="txT" fmla="*/ 0 h 194"/>
                      <a:gd name="txR" fmla="*/ 337 w 337"/>
                      <a:gd name="txB" fmla="*/ 194 h 194"/>
                    </a:gdLst>
                    <a:ahLst/>
                    <a:cxnLst>
                      <a:cxn ang="0">
                        <a:pos x="0" y="73038428"/>
                      </a:cxn>
                      <a:cxn ang="0">
                        <a:pos x="8" y="53043004"/>
                      </a:cxn>
                      <a:cxn ang="0">
                        <a:pos x="20" y="35599365"/>
                      </a:cxn>
                      <a:cxn ang="0">
                        <a:pos x="28" y="20773903"/>
                      </a:cxn>
                      <a:cxn ang="0">
                        <a:pos x="38" y="8717838"/>
                      </a:cxn>
                      <a:cxn ang="0">
                        <a:pos x="46" y="2176196"/>
                      </a:cxn>
                      <a:cxn ang="0">
                        <a:pos x="55" y="0"/>
                      </a:cxn>
                      <a:cxn ang="0">
                        <a:pos x="64" y="2176196"/>
                      </a:cxn>
                      <a:cxn ang="0">
                        <a:pos x="73" y="8717838"/>
                      </a:cxn>
                      <a:cxn ang="0">
                        <a:pos x="82" y="20773903"/>
                      </a:cxn>
                      <a:cxn ang="0">
                        <a:pos x="93" y="35599365"/>
                      </a:cxn>
                      <a:cxn ang="0">
                        <a:pos x="103" y="54530194"/>
                      </a:cxn>
                      <a:cxn ang="0">
                        <a:pos x="112" y="73038428"/>
                      </a:cxn>
                    </a:cxnLst>
                    <a:rect l="txL" t="txT" r="txR" b="txB"/>
                    <a:pathLst>
                      <a:path w="337" h="194">
                        <a:moveTo>
                          <a:pt x="0" y="193"/>
                        </a:moveTo>
                        <a:lnTo>
                          <a:pt x="28" y="140"/>
                        </a:lnTo>
                        <a:lnTo>
                          <a:pt x="57" y="94"/>
                        </a:lnTo>
                        <a:lnTo>
                          <a:pt x="85" y="55"/>
                        </a:lnTo>
                        <a:lnTo>
                          <a:pt x="113" y="23"/>
                        </a:lnTo>
                        <a:lnTo>
                          <a:pt x="137" y="6"/>
                        </a:lnTo>
                        <a:lnTo>
                          <a:pt x="165" y="0"/>
                        </a:lnTo>
                        <a:lnTo>
                          <a:pt x="194" y="6"/>
                        </a:lnTo>
                        <a:lnTo>
                          <a:pt x="222" y="23"/>
                        </a:lnTo>
                        <a:lnTo>
                          <a:pt x="250" y="55"/>
                        </a:lnTo>
                        <a:lnTo>
                          <a:pt x="279" y="94"/>
                        </a:lnTo>
                        <a:lnTo>
                          <a:pt x="307" y="144"/>
                        </a:lnTo>
                        <a:lnTo>
                          <a:pt x="336" y="193"/>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4074" name="Freeform 44"/>
                  <p:cNvSpPr/>
                  <p:nvPr/>
                </p:nvSpPr>
                <p:spPr>
                  <a:xfrm>
                    <a:off x="4200" y="2568"/>
                    <a:ext cx="317" cy="396"/>
                  </a:xfrm>
                  <a:custGeom>
                    <a:avLst/>
                    <a:gdLst>
                      <a:gd name="txL" fmla="*/ 0 w 337"/>
                      <a:gd name="txT" fmla="*/ 0 h 194"/>
                      <a:gd name="txR" fmla="*/ 337 w 337"/>
                      <a:gd name="txB" fmla="*/ 194 h 194"/>
                    </a:gdLst>
                    <a:ahLst/>
                    <a:cxnLst>
                      <a:cxn ang="0">
                        <a:pos x="0" y="73038428"/>
                      </a:cxn>
                      <a:cxn ang="0">
                        <a:pos x="8" y="53043004"/>
                      </a:cxn>
                      <a:cxn ang="0">
                        <a:pos x="20" y="35599365"/>
                      </a:cxn>
                      <a:cxn ang="0">
                        <a:pos x="28" y="20773903"/>
                      </a:cxn>
                      <a:cxn ang="0">
                        <a:pos x="38" y="8717838"/>
                      </a:cxn>
                      <a:cxn ang="0">
                        <a:pos x="46" y="2176196"/>
                      </a:cxn>
                      <a:cxn ang="0">
                        <a:pos x="55" y="0"/>
                      </a:cxn>
                      <a:cxn ang="0">
                        <a:pos x="64" y="2176196"/>
                      </a:cxn>
                      <a:cxn ang="0">
                        <a:pos x="73" y="8717838"/>
                      </a:cxn>
                      <a:cxn ang="0">
                        <a:pos x="82" y="20773903"/>
                      </a:cxn>
                      <a:cxn ang="0">
                        <a:pos x="93" y="35599365"/>
                      </a:cxn>
                      <a:cxn ang="0">
                        <a:pos x="103" y="54530194"/>
                      </a:cxn>
                      <a:cxn ang="0">
                        <a:pos x="112" y="73038428"/>
                      </a:cxn>
                    </a:cxnLst>
                    <a:rect l="txL" t="txT" r="txR" b="txB"/>
                    <a:pathLst>
                      <a:path w="337" h="194">
                        <a:moveTo>
                          <a:pt x="0" y="193"/>
                        </a:moveTo>
                        <a:lnTo>
                          <a:pt x="28" y="140"/>
                        </a:lnTo>
                        <a:lnTo>
                          <a:pt x="57" y="94"/>
                        </a:lnTo>
                        <a:lnTo>
                          <a:pt x="85" y="55"/>
                        </a:lnTo>
                        <a:lnTo>
                          <a:pt x="113" y="23"/>
                        </a:lnTo>
                        <a:lnTo>
                          <a:pt x="137" y="6"/>
                        </a:lnTo>
                        <a:lnTo>
                          <a:pt x="165" y="0"/>
                        </a:lnTo>
                        <a:lnTo>
                          <a:pt x="194" y="6"/>
                        </a:lnTo>
                        <a:lnTo>
                          <a:pt x="222" y="23"/>
                        </a:lnTo>
                        <a:lnTo>
                          <a:pt x="250" y="55"/>
                        </a:lnTo>
                        <a:lnTo>
                          <a:pt x="279" y="94"/>
                        </a:lnTo>
                        <a:lnTo>
                          <a:pt x="307" y="144"/>
                        </a:lnTo>
                        <a:lnTo>
                          <a:pt x="336" y="193"/>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4075" name="Freeform 45"/>
                  <p:cNvSpPr/>
                  <p:nvPr/>
                </p:nvSpPr>
                <p:spPr>
                  <a:xfrm>
                    <a:off x="4512" y="2954"/>
                    <a:ext cx="158" cy="400"/>
                  </a:xfrm>
                  <a:custGeom>
                    <a:avLst/>
                    <a:gdLst>
                      <a:gd name="txL" fmla="*/ 0 w 158"/>
                      <a:gd name="txT" fmla="*/ 0 h 400"/>
                      <a:gd name="txR" fmla="*/ 158 w 158"/>
                      <a:gd name="txB" fmla="*/ 400 h 400"/>
                    </a:gdLst>
                    <a:ahLst/>
                    <a:cxnLst>
                      <a:cxn ang="0">
                        <a:pos x="0" y="0"/>
                      </a:cxn>
                      <a:cxn ang="0">
                        <a:pos x="23" y="101"/>
                      </a:cxn>
                      <a:cxn ang="0">
                        <a:pos x="78" y="280"/>
                      </a:cxn>
                      <a:cxn ang="0">
                        <a:pos x="109" y="327"/>
                      </a:cxn>
                      <a:cxn ang="0">
                        <a:pos x="132" y="374"/>
                      </a:cxn>
                      <a:cxn ang="0">
                        <a:pos x="156" y="397"/>
                      </a:cxn>
                    </a:cxnLst>
                    <a:rect l="txL" t="txT" r="txR" b="txB"/>
                    <a:pathLst>
                      <a:path w="158" h="400">
                        <a:moveTo>
                          <a:pt x="0" y="0"/>
                        </a:moveTo>
                        <a:cubicBezTo>
                          <a:pt x="12" y="33"/>
                          <a:pt x="13" y="67"/>
                          <a:pt x="23" y="101"/>
                        </a:cubicBezTo>
                        <a:cubicBezTo>
                          <a:pt x="41" y="161"/>
                          <a:pt x="57" y="221"/>
                          <a:pt x="78" y="280"/>
                        </a:cubicBezTo>
                        <a:cubicBezTo>
                          <a:pt x="82" y="292"/>
                          <a:pt x="103" y="316"/>
                          <a:pt x="109" y="327"/>
                        </a:cubicBezTo>
                        <a:cubicBezTo>
                          <a:pt x="121" y="350"/>
                          <a:pt x="112" y="354"/>
                          <a:pt x="132" y="374"/>
                        </a:cubicBezTo>
                        <a:cubicBezTo>
                          <a:pt x="158" y="400"/>
                          <a:pt x="156" y="377"/>
                          <a:pt x="156" y="397"/>
                        </a:cubicBezTo>
                      </a:path>
                    </a:pathLst>
                  </a:custGeom>
                  <a:noFill/>
                  <a:ln w="38100" cap="flat" cmpd="sng">
                    <a:solidFill>
                      <a:srgbClr val="000099">
                        <a:alpha val="100000"/>
                      </a:srgbClr>
                    </a:solidFill>
                    <a:prstDash val="solid"/>
                    <a:round/>
                    <a:headEnd type="none" w="med" len="med"/>
                    <a:tailEnd type="none" w="med" len="med"/>
                  </a:ln>
                </p:spPr>
                <p:txBody>
                  <a:bodyPr/>
                  <a:p>
                    <a:endParaRPr lang="zh-CN" altLang="en-US"/>
                  </a:p>
                </p:txBody>
              </p:sp>
            </p:grpSp>
          </p:grpSp>
          <p:sp>
            <p:nvSpPr>
              <p:cNvPr id="44068" name="Line 46"/>
              <p:cNvSpPr/>
              <p:nvPr/>
            </p:nvSpPr>
            <p:spPr>
              <a:xfrm flipV="1">
                <a:off x="3888" y="1632"/>
                <a:ext cx="0" cy="1008"/>
              </a:xfrm>
              <a:prstGeom prst="line">
                <a:avLst/>
              </a:prstGeom>
              <a:ln w="38100" cap="flat" cmpd="sng">
                <a:solidFill>
                  <a:schemeClr val="tx1"/>
                </a:solidFill>
                <a:prstDash val="solid"/>
                <a:headEnd type="none" w="med" len="med"/>
                <a:tailEnd type="triangle" w="med" len="med"/>
              </a:ln>
            </p:spPr>
          </p:sp>
          <p:sp>
            <p:nvSpPr>
              <p:cNvPr id="44069" name="Text Box 47"/>
              <p:cNvSpPr txBox="1"/>
              <p:nvPr/>
            </p:nvSpPr>
            <p:spPr>
              <a:xfrm>
                <a:off x="3696" y="2496"/>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sp>
        <p:nvSpPr>
          <p:cNvPr id="44060" name="Text Box 25"/>
          <p:cNvSpPr txBox="1"/>
          <p:nvPr/>
        </p:nvSpPr>
        <p:spPr>
          <a:xfrm>
            <a:off x="6934200" y="884238"/>
            <a:ext cx="269875"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i="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2042"/>
                                        </p:tgtEl>
                                        <p:attrNameLst>
                                          <p:attrName>style.visibility</p:attrName>
                                        </p:attrNameLst>
                                      </p:cBhvr>
                                      <p:to>
                                        <p:strVal val="visible"/>
                                      </p:to>
                                    </p:set>
                                    <p:animEffect transition="in" filter="wipe(left)">
                                      <p:cBhvr>
                                        <p:cTn id="7" dur="500"/>
                                        <p:tgtEl>
                                          <p:spTgt spid="8120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2036"/>
                                        </p:tgtEl>
                                        <p:attrNameLst>
                                          <p:attrName>style.visibility</p:attrName>
                                        </p:attrNameLst>
                                      </p:cBhvr>
                                      <p:to>
                                        <p:strVal val="visible"/>
                                      </p:to>
                                    </p:set>
                                    <p:animEffect transition="in" filter="wipe(left)">
                                      <p:cBhvr>
                                        <p:cTn id="12" dur="500"/>
                                        <p:tgtEl>
                                          <p:spTgt spid="81203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12039"/>
                                        </p:tgtEl>
                                        <p:attrNameLst>
                                          <p:attrName>style.visibility</p:attrName>
                                        </p:attrNameLst>
                                      </p:cBhvr>
                                      <p:to>
                                        <p:strVal val="visible"/>
                                      </p:to>
                                    </p:set>
                                    <p:animEffect transition="in" filter="box(out)">
                                      <p:cBhvr>
                                        <p:cTn id="17" dur="500"/>
                                        <p:tgtEl>
                                          <p:spTgt spid="8120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12041"/>
                                        </p:tgtEl>
                                        <p:attrNameLst>
                                          <p:attrName>style.visibility</p:attrName>
                                        </p:attrNameLst>
                                      </p:cBhvr>
                                      <p:to>
                                        <p:strVal val="visible"/>
                                      </p:to>
                                    </p:set>
                                    <p:animEffect transition="in" filter="wipe(left)">
                                      <p:cBhvr>
                                        <p:cTn id="22" dur="500"/>
                                        <p:tgtEl>
                                          <p:spTgt spid="81204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12040"/>
                                        </p:tgtEl>
                                        <p:attrNameLst>
                                          <p:attrName>style.visibility</p:attrName>
                                        </p:attrNameLst>
                                      </p:cBhvr>
                                      <p:to>
                                        <p:strVal val="visible"/>
                                      </p:to>
                                    </p:set>
                                    <p:animEffect transition="in" filter="blinds(horizontal)">
                                      <p:cBhvr>
                                        <p:cTn id="27" dur="500"/>
                                        <p:tgtEl>
                                          <p:spTgt spid="8120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12043"/>
                                        </p:tgtEl>
                                        <p:attrNameLst>
                                          <p:attrName>style.visibility</p:attrName>
                                        </p:attrNameLst>
                                      </p:cBhvr>
                                      <p:to>
                                        <p:strVal val="visible"/>
                                      </p:to>
                                    </p:set>
                                    <p:animEffect transition="in" filter="wipe(left)">
                                      <p:cBhvr>
                                        <p:cTn id="42" dur="500"/>
                                        <p:tgtEl>
                                          <p:spTgt spid="8120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12045"/>
                                        </p:tgtEl>
                                        <p:attrNameLst>
                                          <p:attrName>style.visibility</p:attrName>
                                        </p:attrNameLst>
                                      </p:cBhvr>
                                      <p:to>
                                        <p:strVal val="visible"/>
                                      </p:to>
                                    </p:set>
                                    <p:animEffect transition="in" filter="wipe(left)">
                                      <p:cBhvr>
                                        <p:cTn id="47" dur="500"/>
                                        <p:tgtEl>
                                          <p:spTgt spid="81204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12049"/>
                                        </p:tgtEl>
                                        <p:attrNameLst>
                                          <p:attrName>style.visibility</p:attrName>
                                        </p:attrNameLst>
                                      </p:cBhvr>
                                      <p:to>
                                        <p:strVal val="visible"/>
                                      </p:to>
                                    </p:set>
                                    <p:animEffect transition="in" filter="wipe(left)">
                                      <p:cBhvr>
                                        <p:cTn id="52" dur="500"/>
                                        <p:tgtEl>
                                          <p:spTgt spid="812049"/>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5" fill="hold" grpId="0" nodeType="clickEffect">
                                  <p:stCondLst>
                                    <p:cond delay="0"/>
                                  </p:stCondLst>
                                  <p:childTnLst>
                                    <p:set>
                                      <p:cBhvr>
                                        <p:cTn id="56" dur="1" fill="hold">
                                          <p:stCondLst>
                                            <p:cond delay="0"/>
                                          </p:stCondLst>
                                        </p:cTn>
                                        <p:tgtEl>
                                          <p:spTgt spid="812044"/>
                                        </p:tgtEl>
                                        <p:attrNameLst>
                                          <p:attrName>style.visibility</p:attrName>
                                        </p:attrNameLst>
                                      </p:cBhvr>
                                      <p:to>
                                        <p:strVal val="visible"/>
                                      </p:to>
                                    </p:set>
                                    <p:animEffect transition="in" filter="randombar(vertical)">
                                      <p:cBhvr>
                                        <p:cTn id="57" dur="500"/>
                                        <p:tgtEl>
                                          <p:spTgt spid="812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6" grpId="0"/>
      <p:bldP spid="812042" grpId="0"/>
      <p:bldP spid="81204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45059" name="Line 3"/>
          <p:cNvSpPr/>
          <p:nvPr/>
        </p:nvSpPr>
        <p:spPr>
          <a:xfrm>
            <a:off x="679450" y="2414588"/>
            <a:ext cx="0" cy="0"/>
          </a:xfrm>
          <a:prstGeom prst="line">
            <a:avLst/>
          </a:prstGeom>
          <a:ln w="9525">
            <a:noFill/>
          </a:ln>
        </p:spPr>
      </p:sp>
      <p:sp>
        <p:nvSpPr>
          <p:cNvPr id="813060" name="Text Box 4"/>
          <p:cNvSpPr txBox="1"/>
          <p:nvPr/>
        </p:nvSpPr>
        <p:spPr>
          <a:xfrm>
            <a:off x="893763" y="5689600"/>
            <a:ext cx="1055687" cy="460375"/>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图</a:t>
            </a:r>
            <a:r>
              <a:rPr lang="en-US" altLang="zh-CN" sz="2400" b="1" dirty="0">
                <a:latin typeface="Times New Roman" panose="02020603050405020304" pitchFamily="18" charset="0"/>
                <a:ea typeface="华文中宋" panose="02010600040101010101" pitchFamily="2" charset="-122"/>
              </a:rPr>
              <a:t>3-10</a:t>
            </a:r>
            <a:endParaRPr lang="en-US" altLang="zh-CN" sz="2400" b="1" dirty="0">
              <a:latin typeface="Times New Roman" panose="02020603050405020304" pitchFamily="18" charset="0"/>
              <a:ea typeface="华文中宋" panose="02010600040101010101" pitchFamily="2" charset="-122"/>
            </a:endParaRPr>
          </a:p>
        </p:txBody>
      </p:sp>
      <p:sp>
        <p:nvSpPr>
          <p:cNvPr id="813061" name="Text Box 5"/>
          <p:cNvSpPr txBox="1"/>
          <p:nvPr/>
        </p:nvSpPr>
        <p:spPr>
          <a:xfrm>
            <a:off x="530225" y="620713"/>
            <a:ext cx="8289925"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800" b="1" dirty="0">
                <a:solidFill>
                  <a:srgbClr val="33CC33"/>
                </a:solidFill>
                <a:latin typeface="Times New Roman" panose="02020603050405020304" pitchFamily="18" charset="0"/>
                <a:ea typeface="华文中宋" panose="02010600040101010101" pitchFamily="2" charset="-122"/>
              </a:rPr>
              <a:t>【</a:t>
            </a:r>
            <a:r>
              <a:rPr lang="zh-CN" altLang="en-US" sz="2800" b="1" dirty="0">
                <a:solidFill>
                  <a:srgbClr val="33CC33"/>
                </a:solidFill>
                <a:latin typeface="Times New Roman" panose="02020603050405020304" pitchFamily="18" charset="0"/>
                <a:ea typeface="华文中宋" panose="02010600040101010101" pitchFamily="2" charset="-122"/>
              </a:rPr>
              <a:t>例</a:t>
            </a:r>
            <a:r>
              <a:rPr lang="en-US" altLang="zh-CN" sz="2800" b="1" dirty="0">
                <a:solidFill>
                  <a:srgbClr val="33CC33"/>
                </a:solidFill>
                <a:latin typeface="Times New Roman" panose="02020603050405020304" pitchFamily="18" charset="0"/>
                <a:ea typeface="华文中宋" panose="02010600040101010101" pitchFamily="2" charset="-122"/>
              </a:rPr>
              <a:t>3-4】</a:t>
            </a: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3-10</a:t>
            </a:r>
            <a:r>
              <a:rPr lang="zh-CN" altLang="en-US" sz="2800" b="1" dirty="0">
                <a:latin typeface="Times New Roman" panose="02020603050405020304" pitchFamily="18" charset="0"/>
                <a:ea typeface="华文中宋" panose="02010600040101010101" pitchFamily="2" charset="-122"/>
              </a:rPr>
              <a:t>中电路，</a:t>
            </a:r>
            <a:r>
              <a:rPr lang="en-US" altLang="zh-CN" sz="2800" b="1" i="1" dirty="0">
                <a:latin typeface="Times New Roman" panose="02020603050405020304" pitchFamily="18" charset="0"/>
                <a:ea typeface="华文中宋" panose="02010600040101010101" pitchFamily="2" charset="-122"/>
              </a:rPr>
              <a:t>Ù=</a:t>
            </a:r>
            <a:r>
              <a:rPr lang="en-US" altLang="zh-CN" sz="2800" b="1" dirty="0">
                <a:latin typeface="Times New Roman" panose="02020603050405020304" pitchFamily="18" charset="0"/>
                <a:ea typeface="华文中宋" panose="02010600040101010101" pitchFamily="2" charset="-122"/>
              </a:rPr>
              <a:t>220</a:t>
            </a:r>
            <a:r>
              <a:rPr lang="en-US" altLang="zh-CN" sz="2800" b="1" i="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∠0</a:t>
            </a:r>
            <a:r>
              <a:rPr lang="en-US" altLang="zh-CN" sz="2800" b="1" baseline="30000" dirty="0">
                <a:latin typeface="Times New Roman" panose="02020603050405020304" pitchFamily="18" charset="0"/>
                <a:ea typeface="华文中宋" panose="02010600040101010101" pitchFamily="2" charset="-122"/>
              </a:rPr>
              <a:t>0</a:t>
            </a:r>
            <a:r>
              <a:rPr lang="en-US" altLang="zh-CN" sz="2800" b="1" dirty="0">
                <a:latin typeface="Times New Roman" panose="02020603050405020304" pitchFamily="18" charset="0"/>
                <a:ea typeface="华文中宋" panose="02010600040101010101" pitchFamily="2" charset="-122"/>
              </a:rPr>
              <a:t>V,  </a:t>
            </a:r>
            <a:r>
              <a:rPr lang="en-US" altLang="zh-CN" sz="2800" b="1" i="1" dirty="0">
                <a:latin typeface="Times New Roman" panose="02020603050405020304" pitchFamily="18" charset="0"/>
                <a:ea typeface="华文中宋" panose="02010600040101010101" pitchFamily="2" charset="-122"/>
              </a:rPr>
              <a:t>P</a:t>
            </a:r>
            <a:r>
              <a:rPr lang="en-US" altLang="zh-CN" sz="2800" b="1" dirty="0">
                <a:latin typeface="Times New Roman" panose="02020603050405020304" pitchFamily="18" charset="0"/>
                <a:ea typeface="华文中宋" panose="02010600040101010101" pitchFamily="2" charset="-122"/>
              </a:rPr>
              <a:t>=200W, </a:t>
            </a:r>
            <a:r>
              <a:rPr lang="zh-CN" altLang="en-US" sz="2800" b="1" dirty="0">
                <a:latin typeface="Times New Roman" panose="02020603050405020304" pitchFamily="18" charset="0"/>
                <a:ea typeface="华文中宋" panose="02010600040101010101" pitchFamily="2" charset="-122"/>
              </a:rPr>
              <a:t>求电流 </a:t>
            </a:r>
            <a:r>
              <a:rPr lang="en-US" altLang="zh-CN" sz="2800" b="1" i="1" dirty="0">
                <a:latin typeface="Times New Roman" panose="02020603050405020304" pitchFamily="18" charset="0"/>
                <a:ea typeface="华文中宋" panose="02010600040101010101" pitchFamily="2" charset="-122"/>
              </a:rPr>
              <a:t>Ì </a:t>
            </a:r>
            <a:r>
              <a:rPr lang="zh-CN" altLang="en-US" sz="2800" b="1" dirty="0">
                <a:latin typeface="Times New Roman" panose="02020603050405020304" pitchFamily="18" charset="0"/>
                <a:ea typeface="华文中宋" panose="02010600040101010101" pitchFamily="2" charset="-122"/>
              </a:rPr>
              <a:t>和电阻 </a:t>
            </a:r>
            <a:r>
              <a:rPr lang="en-US" altLang="zh-CN" sz="2800" b="1" i="1" dirty="0">
                <a:latin typeface="Times New Roman" panose="02020603050405020304" pitchFamily="18" charset="0"/>
                <a:ea typeface="华文中宋" panose="02010600040101010101" pitchFamily="2" charset="-122"/>
              </a:rPr>
              <a:t>R</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pSp>
        <p:nvGrpSpPr>
          <p:cNvPr id="2" name="Group 6"/>
          <p:cNvGrpSpPr/>
          <p:nvPr/>
        </p:nvGrpSpPr>
        <p:grpSpPr>
          <a:xfrm>
            <a:off x="679450" y="3557588"/>
            <a:ext cx="1600200" cy="1828800"/>
            <a:chOff x="528" y="1248"/>
            <a:chExt cx="1008" cy="1152"/>
          </a:xfrm>
        </p:grpSpPr>
        <p:sp>
          <p:nvSpPr>
            <p:cNvPr id="45069" name="Oval 7"/>
            <p:cNvSpPr/>
            <p:nvPr/>
          </p:nvSpPr>
          <p:spPr>
            <a:xfrm>
              <a:off x="652" y="2340"/>
              <a:ext cx="58" cy="57"/>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5070" name="Rectangle 8"/>
            <p:cNvSpPr/>
            <p:nvPr/>
          </p:nvSpPr>
          <p:spPr>
            <a:xfrm>
              <a:off x="1407" y="1877"/>
              <a:ext cx="129" cy="23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sp>
          <p:nvSpPr>
            <p:cNvPr id="45071" name="Rectangle 9"/>
            <p:cNvSpPr/>
            <p:nvPr/>
          </p:nvSpPr>
          <p:spPr>
            <a:xfrm>
              <a:off x="1235" y="1815"/>
              <a:ext cx="93" cy="343"/>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5072" name="Line 10"/>
            <p:cNvSpPr/>
            <p:nvPr/>
          </p:nvSpPr>
          <p:spPr>
            <a:xfrm>
              <a:off x="1281" y="1569"/>
              <a:ext cx="0" cy="237"/>
            </a:xfrm>
            <a:prstGeom prst="line">
              <a:avLst/>
            </a:prstGeom>
            <a:ln w="38100" cap="flat" cmpd="sng">
              <a:solidFill>
                <a:schemeClr val="tx1"/>
              </a:solidFill>
              <a:prstDash val="solid"/>
              <a:headEnd type="none" w="med" len="med"/>
              <a:tailEnd type="none" w="med" len="med"/>
            </a:ln>
          </p:spPr>
        </p:sp>
        <p:sp>
          <p:nvSpPr>
            <p:cNvPr id="45073" name="Line 11"/>
            <p:cNvSpPr/>
            <p:nvPr/>
          </p:nvSpPr>
          <p:spPr>
            <a:xfrm>
              <a:off x="713" y="2381"/>
              <a:ext cx="587" cy="0"/>
            </a:xfrm>
            <a:prstGeom prst="line">
              <a:avLst/>
            </a:prstGeom>
            <a:ln w="38100" cap="flat" cmpd="sng">
              <a:solidFill>
                <a:schemeClr val="tx1"/>
              </a:solidFill>
              <a:prstDash val="solid"/>
              <a:headEnd type="none" w="med" len="med"/>
              <a:tailEnd type="none" w="med" len="med"/>
            </a:ln>
          </p:spPr>
        </p:sp>
        <p:sp>
          <p:nvSpPr>
            <p:cNvPr id="45074" name="Text Box 12"/>
            <p:cNvSpPr txBox="1"/>
            <p:nvPr/>
          </p:nvSpPr>
          <p:spPr>
            <a:xfrm>
              <a:off x="528" y="1824"/>
              <a:ext cx="305"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p:txBody>
        </p:sp>
        <p:sp>
          <p:nvSpPr>
            <p:cNvPr id="45075" name="Line 13"/>
            <p:cNvSpPr/>
            <p:nvPr/>
          </p:nvSpPr>
          <p:spPr>
            <a:xfrm>
              <a:off x="713" y="1508"/>
              <a:ext cx="378" cy="0"/>
            </a:xfrm>
            <a:prstGeom prst="line">
              <a:avLst/>
            </a:prstGeom>
            <a:ln w="38100" cap="flat" cmpd="sng">
              <a:solidFill>
                <a:srgbClr val="FF0000"/>
              </a:solidFill>
              <a:prstDash val="solid"/>
              <a:headEnd type="none" w="med" len="med"/>
              <a:tailEnd type="triangle" w="med" len="med"/>
            </a:ln>
          </p:spPr>
        </p:sp>
        <p:sp>
          <p:nvSpPr>
            <p:cNvPr id="45076" name="Text Box 14"/>
            <p:cNvSpPr txBox="1"/>
            <p:nvPr/>
          </p:nvSpPr>
          <p:spPr>
            <a:xfrm>
              <a:off x="555" y="1546"/>
              <a:ext cx="233"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5077" name="Text Box 15"/>
            <p:cNvSpPr txBox="1"/>
            <p:nvPr/>
          </p:nvSpPr>
          <p:spPr>
            <a:xfrm>
              <a:off x="556" y="2038"/>
              <a:ext cx="214"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5078" name="Oval 16"/>
            <p:cNvSpPr/>
            <p:nvPr/>
          </p:nvSpPr>
          <p:spPr>
            <a:xfrm>
              <a:off x="651" y="1541"/>
              <a:ext cx="58" cy="58"/>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5079" name="Line 17"/>
            <p:cNvSpPr/>
            <p:nvPr/>
          </p:nvSpPr>
          <p:spPr>
            <a:xfrm>
              <a:off x="1281" y="2154"/>
              <a:ext cx="0" cy="246"/>
            </a:xfrm>
            <a:prstGeom prst="line">
              <a:avLst/>
            </a:prstGeom>
            <a:ln w="38100" cap="flat" cmpd="sng">
              <a:solidFill>
                <a:schemeClr val="tx1"/>
              </a:solidFill>
              <a:prstDash val="solid"/>
              <a:headEnd type="none" w="med" len="med"/>
              <a:tailEnd type="none" w="med" len="med"/>
            </a:ln>
          </p:spPr>
        </p:sp>
        <p:sp>
          <p:nvSpPr>
            <p:cNvPr id="45080" name="Line 18"/>
            <p:cNvSpPr/>
            <p:nvPr/>
          </p:nvSpPr>
          <p:spPr>
            <a:xfrm>
              <a:off x="713" y="1569"/>
              <a:ext cx="587" cy="0"/>
            </a:xfrm>
            <a:prstGeom prst="line">
              <a:avLst/>
            </a:prstGeom>
            <a:ln w="38100" cap="flat" cmpd="sng">
              <a:solidFill>
                <a:schemeClr val="tx1"/>
              </a:solidFill>
              <a:prstDash val="solid"/>
              <a:headEnd type="none" w="med" len="med"/>
              <a:tailEnd type="none" w="med" len="med"/>
            </a:ln>
          </p:spPr>
        </p:sp>
        <p:sp>
          <p:nvSpPr>
            <p:cNvPr id="45081" name="Rectangle 19"/>
            <p:cNvSpPr/>
            <p:nvPr/>
          </p:nvSpPr>
          <p:spPr>
            <a:xfrm>
              <a:off x="816" y="1248"/>
              <a:ext cx="192"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dirty="0">
                <a:latin typeface="Times New Roman" panose="02020603050405020304" pitchFamily="18" charset="0"/>
                <a:ea typeface="华文中宋" panose="02010600040101010101" pitchFamily="2" charset="-122"/>
              </a:endParaRPr>
            </a:p>
          </p:txBody>
        </p:sp>
      </p:grpSp>
      <p:sp>
        <p:nvSpPr>
          <p:cNvPr id="813076" name="Text Box 20"/>
          <p:cNvSpPr txBox="1"/>
          <p:nvPr/>
        </p:nvSpPr>
        <p:spPr>
          <a:xfrm>
            <a:off x="552450" y="1773238"/>
            <a:ext cx="7620000" cy="6048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800" b="1" dirty="0">
                <a:solidFill>
                  <a:schemeClr val="accent2"/>
                </a:solidFill>
                <a:latin typeface="Times New Roman" panose="02020603050405020304" pitchFamily="18" charset="0"/>
                <a:ea typeface="华文中宋" panose="02010600040101010101" pitchFamily="2" charset="-122"/>
              </a:rPr>
              <a:t>解法一：</a:t>
            </a:r>
            <a:r>
              <a:rPr lang="zh-CN" altLang="en-US" sz="2800" b="1" dirty="0">
                <a:latin typeface="Times New Roman" panose="02020603050405020304" pitchFamily="18" charset="0"/>
                <a:ea typeface="华文中宋" panose="02010600040101010101" pitchFamily="2" charset="-122"/>
              </a:rPr>
              <a:t>对于图</a:t>
            </a:r>
            <a:r>
              <a:rPr lang="en-US" altLang="zh-CN" sz="2800" b="1" dirty="0">
                <a:latin typeface="Times New Roman" panose="02020603050405020304" pitchFamily="18" charset="0"/>
                <a:ea typeface="华文中宋" panose="02010600040101010101" pitchFamily="2" charset="-122"/>
              </a:rPr>
              <a:t>3-10</a:t>
            </a:r>
            <a:r>
              <a:rPr lang="zh-CN" altLang="en-US" sz="2800" b="1" dirty="0">
                <a:latin typeface="Times New Roman" panose="02020603050405020304" pitchFamily="18" charset="0"/>
                <a:ea typeface="华文中宋" panose="02010600040101010101" pitchFamily="2" charset="-122"/>
              </a:rPr>
              <a:t>中电阻电路，由</a:t>
            </a:r>
            <a:r>
              <a:rPr lang="en-US" altLang="zh-CN" sz="2800" b="1" i="1" dirty="0">
                <a:latin typeface="Times New Roman" panose="02020603050405020304" pitchFamily="18" charset="0"/>
                <a:ea typeface="华文中宋" panose="02010600040101010101" pitchFamily="2" charset="-122"/>
              </a:rPr>
              <a:t>P=UI </a:t>
            </a:r>
            <a:r>
              <a:rPr lang="zh-CN" altLang="en-US" sz="2800" b="1" dirty="0">
                <a:latin typeface="Times New Roman" panose="02020603050405020304" pitchFamily="18" charset="0"/>
                <a:ea typeface="华文中宋" panose="02010600040101010101" pitchFamily="2" charset="-122"/>
              </a:rPr>
              <a:t>得</a:t>
            </a:r>
            <a:endParaRPr lang="zh-CN" altLang="en-US" sz="2800" b="1" dirty="0">
              <a:latin typeface="Times New Roman" panose="02020603050405020304" pitchFamily="18" charset="0"/>
              <a:ea typeface="华文中宋" panose="02010600040101010101" pitchFamily="2" charset="-122"/>
            </a:endParaRPr>
          </a:p>
        </p:txBody>
      </p:sp>
      <p:sp>
        <p:nvSpPr>
          <p:cNvPr id="813077" name="Text Box 21"/>
          <p:cNvSpPr txBox="1"/>
          <p:nvPr/>
        </p:nvSpPr>
        <p:spPr>
          <a:xfrm>
            <a:off x="2976563" y="3571875"/>
            <a:ext cx="3756025" cy="519113"/>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电压与电流同相位，故</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3078" name="Object 22"/>
          <p:cNvGraphicFramePr>
            <a:graphicFrameLocks noChangeAspect="1"/>
          </p:cNvGraphicFramePr>
          <p:nvPr/>
        </p:nvGraphicFramePr>
        <p:xfrm>
          <a:off x="3563938" y="2420938"/>
          <a:ext cx="3581400" cy="930275"/>
        </p:xfrm>
        <a:graphic>
          <a:graphicData uri="http://schemas.openxmlformats.org/presentationml/2006/ole">
            <mc:AlternateContent xmlns:mc="http://schemas.openxmlformats.org/markup-compatibility/2006">
              <mc:Choice xmlns:v="urn:schemas-microsoft-com:vml" Requires="v">
                <p:oleObj spid="_x0000_s3196" name="" r:id="rId1" imgW="1371600" imgH="393700" progId="Equation.3">
                  <p:embed/>
                </p:oleObj>
              </mc:Choice>
              <mc:Fallback>
                <p:oleObj name="" r:id="rId1" imgW="1371600" imgH="393700" progId="Equation.3">
                  <p:embed/>
                  <p:pic>
                    <p:nvPicPr>
                      <p:cNvPr id="0" name="图片 3195"/>
                      <p:cNvPicPr/>
                      <p:nvPr/>
                    </p:nvPicPr>
                    <p:blipFill>
                      <a:blip r:embed="rId2"/>
                      <a:stretch>
                        <a:fillRect/>
                      </a:stretch>
                    </p:blipFill>
                    <p:spPr>
                      <a:xfrm>
                        <a:off x="3563938" y="2420938"/>
                        <a:ext cx="3581400" cy="930275"/>
                      </a:xfrm>
                      <a:prstGeom prst="rect">
                        <a:avLst/>
                      </a:prstGeom>
                      <a:noFill/>
                      <a:ln w="38100">
                        <a:noFill/>
                        <a:miter/>
                      </a:ln>
                    </p:spPr>
                  </p:pic>
                </p:oleObj>
              </mc:Fallback>
            </mc:AlternateContent>
          </a:graphicData>
        </a:graphic>
      </p:graphicFrame>
      <p:graphicFrame>
        <p:nvGraphicFramePr>
          <p:cNvPr id="813079" name="Object 23"/>
          <p:cNvGraphicFramePr>
            <a:graphicFrameLocks noChangeAspect="1"/>
          </p:cNvGraphicFramePr>
          <p:nvPr/>
        </p:nvGraphicFramePr>
        <p:xfrm>
          <a:off x="3962400" y="4297363"/>
          <a:ext cx="2409825" cy="479425"/>
        </p:xfrm>
        <a:graphic>
          <a:graphicData uri="http://schemas.openxmlformats.org/presentationml/2006/ole">
            <mc:AlternateContent xmlns:mc="http://schemas.openxmlformats.org/markup-compatibility/2006">
              <mc:Choice xmlns:v="urn:schemas-microsoft-com:vml" Requires="v">
                <p:oleObj spid="_x0000_s3197" name="" r:id="rId3" imgW="926465" imgH="203200" progId="Equation.3">
                  <p:embed/>
                </p:oleObj>
              </mc:Choice>
              <mc:Fallback>
                <p:oleObj name="" r:id="rId3" imgW="926465" imgH="203200" progId="Equation.3">
                  <p:embed/>
                  <p:pic>
                    <p:nvPicPr>
                      <p:cNvPr id="0" name="图片 3196"/>
                      <p:cNvPicPr/>
                      <p:nvPr/>
                    </p:nvPicPr>
                    <p:blipFill>
                      <a:blip r:embed="rId4"/>
                      <a:stretch>
                        <a:fillRect/>
                      </a:stretch>
                    </p:blipFill>
                    <p:spPr>
                      <a:xfrm>
                        <a:off x="3962400" y="4297363"/>
                        <a:ext cx="2409825" cy="479425"/>
                      </a:xfrm>
                      <a:prstGeom prst="rect">
                        <a:avLst/>
                      </a:prstGeom>
                      <a:noFill/>
                      <a:ln w="38100">
                        <a:noFill/>
                        <a:miter/>
                      </a:ln>
                    </p:spPr>
                  </p:pic>
                </p:oleObj>
              </mc:Fallback>
            </mc:AlternateContent>
          </a:graphicData>
        </a:graphic>
      </p:graphicFrame>
      <p:sp>
        <p:nvSpPr>
          <p:cNvPr id="813080" name="Text Box 24"/>
          <p:cNvSpPr txBox="1"/>
          <p:nvPr/>
        </p:nvSpPr>
        <p:spPr>
          <a:xfrm>
            <a:off x="3059113" y="4867275"/>
            <a:ext cx="2819400" cy="519113"/>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由</a:t>
            </a:r>
            <a:r>
              <a:rPr lang="en-US" altLang="zh-CN" sz="2800" b="1" i="1" dirty="0">
                <a:latin typeface="Times New Roman" panose="02020603050405020304" pitchFamily="18" charset="0"/>
                <a:ea typeface="华文中宋" panose="02010600040101010101" pitchFamily="2" charset="-122"/>
              </a:rPr>
              <a:t>Ù=</a:t>
            </a:r>
            <a:r>
              <a:rPr lang="en-US" altLang="zh-CN" sz="2800" b="1" dirty="0">
                <a:solidFill>
                  <a:schemeClr val="tx2"/>
                </a:solidFill>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R</a:t>
            </a:r>
            <a:r>
              <a:rPr lang="en-US" altLang="zh-CN" sz="2800" b="1" dirty="0">
                <a:solidFill>
                  <a:schemeClr val="tx2"/>
                </a:solidFill>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Ì  </a:t>
            </a:r>
            <a:r>
              <a:rPr lang="zh-CN" altLang="en-US" sz="2800" b="1" dirty="0">
                <a:latin typeface="Times New Roman" panose="02020603050405020304" pitchFamily="18" charset="0"/>
                <a:ea typeface="华文中宋" panose="02010600040101010101" pitchFamily="2" charset="-122"/>
              </a:rPr>
              <a:t>得</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3081" name="Object 25"/>
          <p:cNvGraphicFramePr>
            <a:graphicFrameLocks noChangeAspect="1"/>
          </p:cNvGraphicFramePr>
          <p:nvPr/>
        </p:nvGraphicFramePr>
        <p:xfrm>
          <a:off x="3119438" y="5464175"/>
          <a:ext cx="4621212" cy="989013"/>
        </p:xfrm>
        <a:graphic>
          <a:graphicData uri="http://schemas.openxmlformats.org/presentationml/2006/ole">
            <mc:AlternateContent xmlns:mc="http://schemas.openxmlformats.org/markup-compatibility/2006">
              <mc:Choice xmlns:v="urn:schemas-microsoft-com:vml" Requires="v">
                <p:oleObj spid="_x0000_s3198" name="" r:id="rId5" imgW="1778000" imgH="419100" progId="Equation.3">
                  <p:embed/>
                </p:oleObj>
              </mc:Choice>
              <mc:Fallback>
                <p:oleObj name="" r:id="rId5" imgW="1778000" imgH="419100" progId="Equation.3">
                  <p:embed/>
                  <p:pic>
                    <p:nvPicPr>
                      <p:cNvPr id="0" name="图片 3197"/>
                      <p:cNvPicPr/>
                      <p:nvPr/>
                    </p:nvPicPr>
                    <p:blipFill>
                      <a:blip r:embed="rId6"/>
                      <a:stretch>
                        <a:fillRect/>
                      </a:stretch>
                    </p:blipFill>
                    <p:spPr>
                      <a:xfrm>
                        <a:off x="3119438" y="5464175"/>
                        <a:ext cx="4621212" cy="9890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3061"/>
                                        </p:tgtEl>
                                        <p:attrNameLst>
                                          <p:attrName>style.visibility</p:attrName>
                                        </p:attrNameLst>
                                      </p:cBhvr>
                                      <p:to>
                                        <p:strVal val="visible"/>
                                      </p:to>
                                    </p:set>
                                    <p:animEffect transition="in" filter="blinds(horizontal)">
                                      <p:cBhvr>
                                        <p:cTn id="7" dur="500"/>
                                        <p:tgtEl>
                                          <p:spTgt spid="813061"/>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14" presetClass="entr" presetSubtype="5" fill="hold" grpId="0" nodeType="afterEffect">
                                  <p:stCondLst>
                                    <p:cond delay="0"/>
                                  </p:stCondLst>
                                  <p:childTnLst>
                                    <p:set>
                                      <p:cBhvr>
                                        <p:cTn id="15" dur="1" fill="hold">
                                          <p:stCondLst>
                                            <p:cond delay="0"/>
                                          </p:stCondLst>
                                        </p:cTn>
                                        <p:tgtEl>
                                          <p:spTgt spid="813060"/>
                                        </p:tgtEl>
                                        <p:attrNameLst>
                                          <p:attrName>style.visibility</p:attrName>
                                        </p:attrNameLst>
                                      </p:cBhvr>
                                      <p:to>
                                        <p:strVal val="visible"/>
                                      </p:to>
                                    </p:set>
                                    <p:animEffect transition="in" filter="randombar(vertical)">
                                      <p:cBhvr>
                                        <p:cTn id="16" dur="500"/>
                                        <p:tgtEl>
                                          <p:spTgt spid="81306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813076">
                                            <p:txEl>
                                              <p:charRg st="0" end="26"/>
                                            </p:txEl>
                                          </p:spTgt>
                                        </p:tgtEl>
                                        <p:attrNameLst>
                                          <p:attrName>style.visibility</p:attrName>
                                        </p:attrNameLst>
                                      </p:cBhvr>
                                      <p:to>
                                        <p:strVal val="visible"/>
                                      </p:to>
                                    </p:set>
                                    <p:animEffect transition="in" filter="dissolve">
                                      <p:cBhvr>
                                        <p:cTn id="21" dur="500"/>
                                        <p:tgtEl>
                                          <p:spTgt spid="813076">
                                            <p:txEl>
                                              <p:charRg st="0" end="26"/>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13078"/>
                                        </p:tgtEl>
                                        <p:attrNameLst>
                                          <p:attrName>style.visibility</p:attrName>
                                        </p:attrNameLst>
                                      </p:cBhvr>
                                      <p:to>
                                        <p:strVal val="visible"/>
                                      </p:to>
                                    </p:set>
                                    <p:animEffect transition="in" filter="wipe(left)">
                                      <p:cBhvr>
                                        <p:cTn id="25" dur="500"/>
                                        <p:tgtEl>
                                          <p:spTgt spid="813078"/>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5" fill="hold" grpId="0" nodeType="clickEffect">
                                  <p:stCondLst>
                                    <p:cond delay="0"/>
                                  </p:stCondLst>
                                  <p:childTnLst>
                                    <p:set>
                                      <p:cBhvr>
                                        <p:cTn id="29" dur="1" fill="hold">
                                          <p:stCondLst>
                                            <p:cond delay="0"/>
                                          </p:stCondLst>
                                        </p:cTn>
                                        <p:tgtEl>
                                          <p:spTgt spid="813077"/>
                                        </p:tgtEl>
                                        <p:attrNameLst>
                                          <p:attrName>style.visibility</p:attrName>
                                        </p:attrNameLst>
                                      </p:cBhvr>
                                      <p:to>
                                        <p:strVal val="visible"/>
                                      </p:to>
                                    </p:set>
                                    <p:animEffect transition="in" filter="randombar(vertical)">
                                      <p:cBhvr>
                                        <p:cTn id="30" dur="500"/>
                                        <p:tgtEl>
                                          <p:spTgt spid="81307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813079"/>
                                        </p:tgtEl>
                                        <p:attrNameLst>
                                          <p:attrName>style.visibility</p:attrName>
                                        </p:attrNameLst>
                                      </p:cBhvr>
                                      <p:to>
                                        <p:strVal val="visible"/>
                                      </p:to>
                                    </p:set>
                                    <p:animEffect transition="in" filter="wipe(left)">
                                      <p:cBhvr>
                                        <p:cTn id="34" dur="500"/>
                                        <p:tgtEl>
                                          <p:spTgt spid="813079"/>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5" fill="hold" grpId="0" nodeType="clickEffect">
                                  <p:stCondLst>
                                    <p:cond delay="0"/>
                                  </p:stCondLst>
                                  <p:childTnLst>
                                    <p:set>
                                      <p:cBhvr>
                                        <p:cTn id="38" dur="1" fill="hold">
                                          <p:stCondLst>
                                            <p:cond delay="0"/>
                                          </p:stCondLst>
                                        </p:cTn>
                                        <p:tgtEl>
                                          <p:spTgt spid="813080"/>
                                        </p:tgtEl>
                                        <p:attrNameLst>
                                          <p:attrName>style.visibility</p:attrName>
                                        </p:attrNameLst>
                                      </p:cBhvr>
                                      <p:to>
                                        <p:strVal val="visible"/>
                                      </p:to>
                                    </p:set>
                                    <p:animEffect transition="in" filter="randombar(vertical)">
                                      <p:cBhvr>
                                        <p:cTn id="39" dur="500"/>
                                        <p:tgtEl>
                                          <p:spTgt spid="81308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13081"/>
                                        </p:tgtEl>
                                        <p:attrNameLst>
                                          <p:attrName>style.visibility</p:attrName>
                                        </p:attrNameLst>
                                      </p:cBhvr>
                                      <p:to>
                                        <p:strVal val="visible"/>
                                      </p:to>
                                    </p:set>
                                    <p:animEffect transition="in" filter="wipe(left)">
                                      <p:cBhvr>
                                        <p:cTn id="44" dur="500"/>
                                        <p:tgtEl>
                                          <p:spTgt spid="81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60" grpId="0"/>
      <p:bldP spid="813061" grpId="0"/>
      <p:bldP spid="813076" grpId="0" build="p"/>
      <p:bldP spid="813077" grpId="0"/>
      <p:bldP spid="81308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46083" name="Line 3"/>
          <p:cNvSpPr/>
          <p:nvPr/>
        </p:nvSpPr>
        <p:spPr>
          <a:xfrm>
            <a:off x="762000" y="2432050"/>
            <a:ext cx="0" cy="0"/>
          </a:xfrm>
          <a:prstGeom prst="line">
            <a:avLst/>
          </a:prstGeom>
          <a:ln w="9525">
            <a:noFill/>
          </a:ln>
        </p:spPr>
      </p:sp>
      <p:sp>
        <p:nvSpPr>
          <p:cNvPr id="814100" name="Text Box 20"/>
          <p:cNvSpPr txBox="1"/>
          <p:nvPr/>
        </p:nvSpPr>
        <p:spPr>
          <a:xfrm>
            <a:off x="468313" y="1773238"/>
            <a:ext cx="5830887" cy="6048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800" b="1" dirty="0">
                <a:solidFill>
                  <a:schemeClr val="accent2"/>
                </a:solidFill>
                <a:latin typeface="Times New Roman" panose="02020603050405020304" pitchFamily="18" charset="0"/>
                <a:ea typeface="华文中宋" panose="02010600040101010101" pitchFamily="2" charset="-122"/>
              </a:rPr>
              <a:t>解法二：</a:t>
            </a:r>
            <a:r>
              <a:rPr lang="zh-CN" altLang="en-US" sz="2800" b="1" dirty="0">
                <a:latin typeface="Times New Roman" panose="02020603050405020304" pitchFamily="18" charset="0"/>
                <a:ea typeface="华文中宋" panose="02010600040101010101" pitchFamily="2" charset="-122"/>
              </a:rPr>
              <a:t>对于图</a:t>
            </a:r>
            <a:r>
              <a:rPr lang="en-US" altLang="zh-CN" sz="2800" b="1" dirty="0">
                <a:latin typeface="Times New Roman" panose="02020603050405020304" pitchFamily="18" charset="0"/>
                <a:ea typeface="华文中宋" panose="02010600040101010101" pitchFamily="2" charset="-122"/>
              </a:rPr>
              <a:t>3-10</a:t>
            </a:r>
            <a:r>
              <a:rPr lang="zh-CN" altLang="en-US" sz="2800" b="1" dirty="0">
                <a:latin typeface="Times New Roman" panose="02020603050405020304" pitchFamily="18" charset="0"/>
                <a:ea typeface="华文中宋" panose="02010600040101010101" pitchFamily="2" charset="-122"/>
              </a:rPr>
              <a:t>中电阻电路，</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4101" name="Object 21"/>
          <p:cNvGraphicFramePr>
            <a:graphicFrameLocks noChangeAspect="1"/>
          </p:cNvGraphicFramePr>
          <p:nvPr/>
        </p:nvGraphicFramePr>
        <p:xfrm>
          <a:off x="3165475" y="4992688"/>
          <a:ext cx="5173663" cy="990600"/>
        </p:xfrm>
        <a:graphic>
          <a:graphicData uri="http://schemas.openxmlformats.org/presentationml/2006/ole">
            <mc:AlternateContent xmlns:mc="http://schemas.openxmlformats.org/markup-compatibility/2006">
              <mc:Choice xmlns:v="urn:schemas-microsoft-com:vml" Requires="v">
                <p:oleObj spid="_x0000_s3202" name="" r:id="rId1" imgW="1981200" imgH="419100" progId="Equation.DSMT4">
                  <p:embed/>
                </p:oleObj>
              </mc:Choice>
              <mc:Fallback>
                <p:oleObj name="" r:id="rId1" imgW="1981200" imgH="419100" progId="Equation.DSMT4">
                  <p:embed/>
                  <p:pic>
                    <p:nvPicPr>
                      <p:cNvPr id="0" name="图片 3201"/>
                      <p:cNvPicPr/>
                      <p:nvPr/>
                    </p:nvPicPr>
                    <p:blipFill>
                      <a:blip r:embed="rId2"/>
                      <a:stretch>
                        <a:fillRect/>
                      </a:stretch>
                    </p:blipFill>
                    <p:spPr>
                      <a:xfrm>
                        <a:off x="3165475" y="4992688"/>
                        <a:ext cx="5173663" cy="990600"/>
                      </a:xfrm>
                      <a:prstGeom prst="rect">
                        <a:avLst/>
                      </a:prstGeom>
                      <a:noFill/>
                      <a:ln w="38100">
                        <a:noFill/>
                        <a:miter/>
                      </a:ln>
                    </p:spPr>
                  </p:pic>
                </p:oleObj>
              </mc:Fallback>
            </mc:AlternateContent>
          </a:graphicData>
        </a:graphic>
      </p:graphicFrame>
      <p:sp>
        <p:nvSpPr>
          <p:cNvPr id="814102" name="Text Box 22"/>
          <p:cNvSpPr txBox="1"/>
          <p:nvPr/>
        </p:nvSpPr>
        <p:spPr>
          <a:xfrm>
            <a:off x="2895600" y="4122738"/>
            <a:ext cx="2819400" cy="519112"/>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由</a:t>
            </a:r>
            <a:r>
              <a:rPr lang="en-US" altLang="zh-CN" sz="2800" b="1" i="1" dirty="0">
                <a:latin typeface="Times New Roman" panose="02020603050405020304" pitchFamily="18" charset="0"/>
                <a:ea typeface="华文中宋" panose="02010600040101010101" pitchFamily="2" charset="-122"/>
              </a:rPr>
              <a:t>Ù=</a:t>
            </a:r>
            <a:r>
              <a:rPr lang="en-US" altLang="zh-CN" sz="2800" b="1" dirty="0">
                <a:solidFill>
                  <a:schemeClr val="tx2"/>
                </a:solidFill>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R</a:t>
            </a:r>
            <a:r>
              <a:rPr lang="en-US" altLang="zh-CN" sz="2800" b="1" dirty="0">
                <a:solidFill>
                  <a:schemeClr val="tx2"/>
                </a:solidFill>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Ì  </a:t>
            </a:r>
            <a:r>
              <a:rPr lang="zh-CN" altLang="en-US" sz="2800" b="1" dirty="0">
                <a:latin typeface="Times New Roman" panose="02020603050405020304" pitchFamily="18" charset="0"/>
                <a:ea typeface="华文中宋" panose="02010600040101010101" pitchFamily="2" charset="-122"/>
              </a:rPr>
              <a:t>得</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14103" name="Object 23"/>
          <p:cNvGraphicFramePr>
            <a:graphicFrameLocks noChangeAspect="1"/>
          </p:cNvGraphicFramePr>
          <p:nvPr/>
        </p:nvGraphicFramePr>
        <p:xfrm>
          <a:off x="3271838" y="2890838"/>
          <a:ext cx="4324350" cy="989012"/>
        </p:xfrm>
        <a:graphic>
          <a:graphicData uri="http://schemas.openxmlformats.org/presentationml/2006/ole">
            <mc:AlternateContent xmlns:mc="http://schemas.openxmlformats.org/markup-compatibility/2006">
              <mc:Choice xmlns:v="urn:schemas-microsoft-com:vml" Requires="v">
                <p:oleObj spid="_x0000_s3199" name="" r:id="rId3" imgW="1663700" imgH="419100" progId="Equation.DSMT4">
                  <p:embed/>
                </p:oleObj>
              </mc:Choice>
              <mc:Fallback>
                <p:oleObj name="" r:id="rId3" imgW="1663700" imgH="419100" progId="Equation.DSMT4">
                  <p:embed/>
                  <p:pic>
                    <p:nvPicPr>
                      <p:cNvPr id="0" name="图片 3198"/>
                      <p:cNvPicPr/>
                      <p:nvPr/>
                    </p:nvPicPr>
                    <p:blipFill>
                      <a:blip r:embed="rId4"/>
                      <a:stretch>
                        <a:fillRect/>
                      </a:stretch>
                    </p:blipFill>
                    <p:spPr>
                      <a:xfrm>
                        <a:off x="3271838" y="2890838"/>
                        <a:ext cx="4324350" cy="989012"/>
                      </a:xfrm>
                      <a:prstGeom prst="rect">
                        <a:avLst/>
                      </a:prstGeom>
                      <a:noFill/>
                      <a:ln w="38100">
                        <a:noFill/>
                        <a:miter/>
                      </a:ln>
                    </p:spPr>
                  </p:pic>
                </p:oleObj>
              </mc:Fallback>
            </mc:AlternateContent>
          </a:graphicData>
        </a:graphic>
      </p:graphicFrame>
      <p:graphicFrame>
        <p:nvGraphicFramePr>
          <p:cNvPr id="814104" name="Object 24"/>
          <p:cNvGraphicFramePr>
            <a:graphicFrameLocks noChangeAspect="1"/>
          </p:cNvGraphicFramePr>
          <p:nvPr/>
        </p:nvGraphicFramePr>
        <p:xfrm>
          <a:off x="6011863" y="1700213"/>
          <a:ext cx="2438400" cy="925512"/>
        </p:xfrm>
        <a:graphic>
          <a:graphicData uri="http://schemas.openxmlformats.org/presentationml/2006/ole">
            <mc:AlternateContent xmlns:mc="http://schemas.openxmlformats.org/markup-compatibility/2006">
              <mc:Choice xmlns:v="urn:schemas-microsoft-com:vml" Requires="v">
                <p:oleObj spid="_x0000_s3200" name="" r:id="rId5" imgW="1002665" imgH="419100" progId="Equation.3">
                  <p:embed/>
                </p:oleObj>
              </mc:Choice>
              <mc:Fallback>
                <p:oleObj name="" r:id="rId5" imgW="1002665" imgH="419100" progId="Equation.3">
                  <p:embed/>
                  <p:pic>
                    <p:nvPicPr>
                      <p:cNvPr id="0" name="图片 3199"/>
                      <p:cNvPicPr/>
                      <p:nvPr/>
                    </p:nvPicPr>
                    <p:blipFill>
                      <a:blip r:embed="rId6"/>
                      <a:stretch>
                        <a:fillRect/>
                      </a:stretch>
                    </p:blipFill>
                    <p:spPr>
                      <a:xfrm>
                        <a:off x="6011863" y="1700213"/>
                        <a:ext cx="2438400" cy="925512"/>
                      </a:xfrm>
                      <a:prstGeom prst="rect">
                        <a:avLst/>
                      </a:prstGeom>
                      <a:noFill/>
                      <a:ln w="38100">
                        <a:noFill/>
                        <a:miter/>
                      </a:ln>
                    </p:spPr>
                  </p:pic>
                </p:oleObj>
              </mc:Fallback>
            </mc:AlternateContent>
          </a:graphicData>
        </a:graphic>
      </p:graphicFrame>
      <p:sp>
        <p:nvSpPr>
          <p:cNvPr id="814105" name="Text Box 25"/>
          <p:cNvSpPr txBox="1"/>
          <p:nvPr/>
        </p:nvSpPr>
        <p:spPr>
          <a:xfrm>
            <a:off x="893763" y="5689600"/>
            <a:ext cx="1055687" cy="460375"/>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图</a:t>
            </a:r>
            <a:r>
              <a:rPr lang="en-US" altLang="zh-CN" sz="2400" b="1" dirty="0">
                <a:latin typeface="Times New Roman" panose="02020603050405020304" pitchFamily="18" charset="0"/>
                <a:ea typeface="华文中宋" panose="02010600040101010101" pitchFamily="2" charset="-122"/>
              </a:rPr>
              <a:t>3-10</a:t>
            </a:r>
            <a:endParaRPr lang="en-US" altLang="zh-CN" sz="2400" b="1" dirty="0">
              <a:latin typeface="Times New Roman" panose="02020603050405020304" pitchFamily="18" charset="0"/>
              <a:ea typeface="华文中宋" panose="02010600040101010101" pitchFamily="2" charset="-122"/>
            </a:endParaRPr>
          </a:p>
        </p:txBody>
      </p:sp>
      <p:sp>
        <p:nvSpPr>
          <p:cNvPr id="814106" name="Text Box 26"/>
          <p:cNvSpPr txBox="1"/>
          <p:nvPr/>
        </p:nvSpPr>
        <p:spPr>
          <a:xfrm>
            <a:off x="530225" y="620713"/>
            <a:ext cx="8289925"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800" b="1" dirty="0">
                <a:solidFill>
                  <a:srgbClr val="33CC33"/>
                </a:solidFill>
                <a:latin typeface="Times New Roman" panose="02020603050405020304" pitchFamily="18" charset="0"/>
                <a:ea typeface="华文中宋" panose="02010600040101010101" pitchFamily="2" charset="-122"/>
              </a:rPr>
              <a:t>【</a:t>
            </a:r>
            <a:r>
              <a:rPr lang="zh-CN" altLang="en-US" sz="2800" b="1" dirty="0">
                <a:solidFill>
                  <a:srgbClr val="33CC33"/>
                </a:solidFill>
                <a:latin typeface="Times New Roman" panose="02020603050405020304" pitchFamily="18" charset="0"/>
                <a:ea typeface="华文中宋" panose="02010600040101010101" pitchFamily="2" charset="-122"/>
              </a:rPr>
              <a:t>例</a:t>
            </a:r>
            <a:r>
              <a:rPr lang="en-US" altLang="zh-CN" sz="2800" b="1" dirty="0">
                <a:solidFill>
                  <a:srgbClr val="33CC33"/>
                </a:solidFill>
                <a:latin typeface="Times New Roman" panose="02020603050405020304" pitchFamily="18" charset="0"/>
                <a:ea typeface="华文中宋" panose="02010600040101010101" pitchFamily="2" charset="-122"/>
              </a:rPr>
              <a:t>3-4】</a:t>
            </a: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3-10</a:t>
            </a:r>
            <a:r>
              <a:rPr lang="zh-CN" altLang="en-US" sz="2800" b="1" dirty="0">
                <a:latin typeface="Times New Roman" panose="02020603050405020304" pitchFamily="18" charset="0"/>
                <a:ea typeface="华文中宋" panose="02010600040101010101" pitchFamily="2" charset="-122"/>
              </a:rPr>
              <a:t>中电路，</a:t>
            </a:r>
            <a:r>
              <a:rPr lang="en-US" altLang="zh-CN" sz="2800" b="1" i="1" dirty="0">
                <a:latin typeface="Times New Roman" panose="02020603050405020304" pitchFamily="18" charset="0"/>
                <a:ea typeface="华文中宋" panose="02010600040101010101" pitchFamily="2" charset="-122"/>
              </a:rPr>
              <a:t>Ù=</a:t>
            </a:r>
            <a:r>
              <a:rPr lang="en-US" altLang="zh-CN" sz="2800" b="1" dirty="0">
                <a:latin typeface="Times New Roman" panose="02020603050405020304" pitchFamily="18" charset="0"/>
                <a:ea typeface="华文中宋" panose="02010600040101010101" pitchFamily="2" charset="-122"/>
              </a:rPr>
              <a:t>220</a:t>
            </a:r>
            <a:r>
              <a:rPr lang="en-US" altLang="zh-CN" sz="2800" b="1" i="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∠0</a:t>
            </a:r>
            <a:r>
              <a:rPr lang="en-US" altLang="zh-CN" sz="2800" b="1" baseline="30000" dirty="0">
                <a:latin typeface="Times New Roman" panose="02020603050405020304" pitchFamily="18" charset="0"/>
                <a:ea typeface="华文中宋" panose="02010600040101010101" pitchFamily="2" charset="-122"/>
              </a:rPr>
              <a:t>0</a:t>
            </a:r>
            <a:r>
              <a:rPr lang="en-US" altLang="zh-CN" sz="2800" b="1" dirty="0">
                <a:latin typeface="Times New Roman" panose="02020603050405020304" pitchFamily="18" charset="0"/>
                <a:ea typeface="华文中宋" panose="02010600040101010101" pitchFamily="2" charset="-122"/>
              </a:rPr>
              <a:t>V,  </a:t>
            </a:r>
            <a:r>
              <a:rPr lang="en-US" altLang="zh-CN" sz="2800" b="1" i="1" dirty="0">
                <a:latin typeface="Times New Roman" panose="02020603050405020304" pitchFamily="18" charset="0"/>
                <a:ea typeface="华文中宋" panose="02010600040101010101" pitchFamily="2" charset="-122"/>
              </a:rPr>
              <a:t>P</a:t>
            </a:r>
            <a:r>
              <a:rPr lang="en-US" altLang="zh-CN" sz="2800" b="1" dirty="0">
                <a:latin typeface="Times New Roman" panose="02020603050405020304" pitchFamily="18" charset="0"/>
                <a:ea typeface="华文中宋" panose="02010600040101010101" pitchFamily="2" charset="-122"/>
              </a:rPr>
              <a:t>=200W, </a:t>
            </a:r>
            <a:r>
              <a:rPr lang="zh-CN" altLang="en-US" sz="2800" b="1" dirty="0">
                <a:latin typeface="Times New Roman" panose="02020603050405020304" pitchFamily="18" charset="0"/>
                <a:ea typeface="华文中宋" panose="02010600040101010101" pitchFamily="2" charset="-122"/>
              </a:rPr>
              <a:t>求电流 </a:t>
            </a:r>
            <a:r>
              <a:rPr lang="en-US" altLang="zh-CN" sz="2800" b="1" i="1" dirty="0">
                <a:latin typeface="Times New Roman" panose="02020603050405020304" pitchFamily="18" charset="0"/>
                <a:ea typeface="华文中宋" panose="02010600040101010101" pitchFamily="2" charset="-122"/>
              </a:rPr>
              <a:t>Ì </a:t>
            </a:r>
            <a:r>
              <a:rPr lang="zh-CN" altLang="en-US" sz="2800" b="1" dirty="0">
                <a:latin typeface="Times New Roman" panose="02020603050405020304" pitchFamily="18" charset="0"/>
                <a:ea typeface="华文中宋" panose="02010600040101010101" pitchFamily="2" charset="-122"/>
              </a:rPr>
              <a:t>和电阻 </a:t>
            </a:r>
            <a:r>
              <a:rPr lang="en-US" altLang="zh-CN" sz="2800" b="1" i="1" dirty="0">
                <a:latin typeface="Times New Roman" panose="02020603050405020304" pitchFamily="18" charset="0"/>
                <a:ea typeface="华文中宋" panose="02010600040101010101" pitchFamily="2" charset="-122"/>
              </a:rPr>
              <a:t>R</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pSp>
        <p:nvGrpSpPr>
          <p:cNvPr id="2" name="Group 27"/>
          <p:cNvGrpSpPr/>
          <p:nvPr/>
        </p:nvGrpSpPr>
        <p:grpSpPr>
          <a:xfrm>
            <a:off x="679450" y="3557588"/>
            <a:ext cx="1600200" cy="1828800"/>
            <a:chOff x="528" y="1248"/>
            <a:chExt cx="1008" cy="1152"/>
          </a:xfrm>
        </p:grpSpPr>
        <p:sp>
          <p:nvSpPr>
            <p:cNvPr id="46092" name="Oval 28"/>
            <p:cNvSpPr/>
            <p:nvPr/>
          </p:nvSpPr>
          <p:spPr>
            <a:xfrm>
              <a:off x="652" y="2340"/>
              <a:ext cx="58" cy="57"/>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6093" name="Rectangle 29"/>
            <p:cNvSpPr/>
            <p:nvPr/>
          </p:nvSpPr>
          <p:spPr>
            <a:xfrm>
              <a:off x="1407" y="1877"/>
              <a:ext cx="129" cy="23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i="1" dirty="0">
                <a:latin typeface="Times New Roman" panose="02020603050405020304" pitchFamily="18" charset="0"/>
                <a:ea typeface="华文中宋" panose="02010600040101010101" pitchFamily="2" charset="-122"/>
              </a:endParaRPr>
            </a:p>
          </p:txBody>
        </p:sp>
        <p:sp>
          <p:nvSpPr>
            <p:cNvPr id="46094" name="Rectangle 30"/>
            <p:cNvSpPr/>
            <p:nvPr/>
          </p:nvSpPr>
          <p:spPr>
            <a:xfrm>
              <a:off x="1235" y="1815"/>
              <a:ext cx="93" cy="343"/>
            </a:xfrm>
            <a:prstGeom prst="rect">
              <a:avLst/>
            </a:prstGeom>
            <a:noFill/>
            <a:ln w="38100"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6095" name="Line 31"/>
            <p:cNvSpPr/>
            <p:nvPr/>
          </p:nvSpPr>
          <p:spPr>
            <a:xfrm>
              <a:off x="1281" y="1569"/>
              <a:ext cx="0" cy="237"/>
            </a:xfrm>
            <a:prstGeom prst="line">
              <a:avLst/>
            </a:prstGeom>
            <a:ln w="38100" cap="flat" cmpd="sng">
              <a:solidFill>
                <a:schemeClr val="tx1"/>
              </a:solidFill>
              <a:prstDash val="solid"/>
              <a:headEnd type="none" w="med" len="med"/>
              <a:tailEnd type="none" w="med" len="med"/>
            </a:ln>
          </p:spPr>
        </p:sp>
        <p:sp>
          <p:nvSpPr>
            <p:cNvPr id="46096" name="Line 32"/>
            <p:cNvSpPr/>
            <p:nvPr/>
          </p:nvSpPr>
          <p:spPr>
            <a:xfrm>
              <a:off x="713" y="2381"/>
              <a:ext cx="587" cy="0"/>
            </a:xfrm>
            <a:prstGeom prst="line">
              <a:avLst/>
            </a:prstGeom>
            <a:ln w="38100" cap="flat" cmpd="sng">
              <a:solidFill>
                <a:schemeClr val="tx1"/>
              </a:solidFill>
              <a:prstDash val="solid"/>
              <a:headEnd type="none" w="med" len="med"/>
              <a:tailEnd type="none" w="med" len="med"/>
            </a:ln>
          </p:spPr>
        </p:sp>
        <p:sp>
          <p:nvSpPr>
            <p:cNvPr id="46097" name="Text Box 33"/>
            <p:cNvSpPr txBox="1"/>
            <p:nvPr/>
          </p:nvSpPr>
          <p:spPr>
            <a:xfrm>
              <a:off x="528" y="1824"/>
              <a:ext cx="305"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p:txBody>
        </p:sp>
        <p:sp>
          <p:nvSpPr>
            <p:cNvPr id="46098" name="Line 34"/>
            <p:cNvSpPr/>
            <p:nvPr/>
          </p:nvSpPr>
          <p:spPr>
            <a:xfrm>
              <a:off x="713" y="1508"/>
              <a:ext cx="378" cy="0"/>
            </a:xfrm>
            <a:prstGeom prst="line">
              <a:avLst/>
            </a:prstGeom>
            <a:ln w="38100" cap="flat" cmpd="sng">
              <a:solidFill>
                <a:srgbClr val="FF0000"/>
              </a:solidFill>
              <a:prstDash val="solid"/>
              <a:headEnd type="none" w="med" len="med"/>
              <a:tailEnd type="triangle" w="med" len="med"/>
            </a:ln>
          </p:spPr>
        </p:sp>
        <p:sp>
          <p:nvSpPr>
            <p:cNvPr id="46099" name="Text Box 35"/>
            <p:cNvSpPr txBox="1"/>
            <p:nvPr/>
          </p:nvSpPr>
          <p:spPr>
            <a:xfrm>
              <a:off x="555" y="1546"/>
              <a:ext cx="233"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p:txBody>
        </p:sp>
        <p:sp>
          <p:nvSpPr>
            <p:cNvPr id="46100" name="Text Box 36"/>
            <p:cNvSpPr txBox="1"/>
            <p:nvPr/>
          </p:nvSpPr>
          <p:spPr>
            <a:xfrm>
              <a:off x="556" y="2038"/>
              <a:ext cx="214" cy="291"/>
            </a:xfrm>
            <a:prstGeom prst="rect">
              <a:avLst/>
            </a:prstGeom>
            <a:noFill/>
            <a:ln w="9525">
              <a:noFill/>
            </a:ln>
          </p:spPr>
          <p:txBody>
            <a:bodyPr wrap="none" lIns="92075" tIns="46038" rIns="92075" bIns="46038"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_</a:t>
              </a:r>
              <a:endParaRPr lang="en-US" altLang="zh-CN" sz="2400" b="1" dirty="0">
                <a:latin typeface="Times New Roman" panose="02020603050405020304" pitchFamily="18" charset="0"/>
                <a:ea typeface="华文中宋" panose="02010600040101010101" pitchFamily="2" charset="-122"/>
              </a:endParaRPr>
            </a:p>
          </p:txBody>
        </p:sp>
        <p:sp>
          <p:nvSpPr>
            <p:cNvPr id="46101" name="Oval 37"/>
            <p:cNvSpPr/>
            <p:nvPr/>
          </p:nvSpPr>
          <p:spPr>
            <a:xfrm>
              <a:off x="651" y="1541"/>
              <a:ext cx="58" cy="58"/>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6102" name="Line 38"/>
            <p:cNvSpPr/>
            <p:nvPr/>
          </p:nvSpPr>
          <p:spPr>
            <a:xfrm>
              <a:off x="1281" y="2154"/>
              <a:ext cx="0" cy="246"/>
            </a:xfrm>
            <a:prstGeom prst="line">
              <a:avLst/>
            </a:prstGeom>
            <a:ln w="38100" cap="flat" cmpd="sng">
              <a:solidFill>
                <a:schemeClr val="tx1"/>
              </a:solidFill>
              <a:prstDash val="solid"/>
              <a:headEnd type="none" w="med" len="med"/>
              <a:tailEnd type="none" w="med" len="med"/>
            </a:ln>
          </p:spPr>
        </p:sp>
        <p:sp>
          <p:nvSpPr>
            <p:cNvPr id="46103" name="Line 39"/>
            <p:cNvSpPr/>
            <p:nvPr/>
          </p:nvSpPr>
          <p:spPr>
            <a:xfrm>
              <a:off x="713" y="1569"/>
              <a:ext cx="587" cy="0"/>
            </a:xfrm>
            <a:prstGeom prst="line">
              <a:avLst/>
            </a:prstGeom>
            <a:ln w="38100" cap="flat" cmpd="sng">
              <a:solidFill>
                <a:schemeClr val="tx1"/>
              </a:solidFill>
              <a:prstDash val="solid"/>
              <a:headEnd type="none" w="med" len="med"/>
              <a:tailEnd type="none" w="med" len="med"/>
            </a:ln>
          </p:spPr>
        </p:sp>
        <p:sp>
          <p:nvSpPr>
            <p:cNvPr id="46104" name="Rectangle 40"/>
            <p:cNvSpPr/>
            <p:nvPr/>
          </p:nvSpPr>
          <p:spPr>
            <a:xfrm>
              <a:off x="816" y="1248"/>
              <a:ext cx="192"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14106"/>
                                        </p:tgtEl>
                                        <p:attrNameLst>
                                          <p:attrName>style.visibility</p:attrName>
                                        </p:attrNameLst>
                                      </p:cBhvr>
                                      <p:to>
                                        <p:strVal val="visible"/>
                                      </p:to>
                                    </p:set>
                                    <p:animEffect transition="in" filter="blinds(horizontal)">
                                      <p:cBhvr>
                                        <p:cTn id="7" dur="500"/>
                                        <p:tgtEl>
                                          <p:spTgt spid="814106"/>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14" presetClass="entr" presetSubtype="5" fill="hold" grpId="0" nodeType="afterEffect">
                                  <p:stCondLst>
                                    <p:cond delay="0"/>
                                  </p:stCondLst>
                                  <p:childTnLst>
                                    <p:set>
                                      <p:cBhvr>
                                        <p:cTn id="15" dur="1" fill="hold">
                                          <p:stCondLst>
                                            <p:cond delay="0"/>
                                          </p:stCondLst>
                                        </p:cTn>
                                        <p:tgtEl>
                                          <p:spTgt spid="814105"/>
                                        </p:tgtEl>
                                        <p:attrNameLst>
                                          <p:attrName>style.visibility</p:attrName>
                                        </p:attrNameLst>
                                      </p:cBhvr>
                                      <p:to>
                                        <p:strVal val="visible"/>
                                      </p:to>
                                    </p:set>
                                    <p:animEffect transition="in" filter="randombar(vertical)">
                                      <p:cBhvr>
                                        <p:cTn id="16" dur="500"/>
                                        <p:tgtEl>
                                          <p:spTgt spid="81410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14100"/>
                                        </p:tgtEl>
                                        <p:attrNameLst>
                                          <p:attrName>style.visibility</p:attrName>
                                        </p:attrNameLst>
                                      </p:cBhvr>
                                      <p:to>
                                        <p:strVal val="visible"/>
                                      </p:to>
                                    </p:set>
                                    <p:animEffect transition="in" filter="wipe(left)">
                                      <p:cBhvr>
                                        <p:cTn id="21" dur="500"/>
                                        <p:tgtEl>
                                          <p:spTgt spid="814100"/>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14104"/>
                                        </p:tgtEl>
                                        <p:attrNameLst>
                                          <p:attrName>style.visibility</p:attrName>
                                        </p:attrNameLst>
                                      </p:cBhvr>
                                      <p:to>
                                        <p:strVal val="visible"/>
                                      </p:to>
                                    </p:set>
                                    <p:animEffect transition="in" filter="wipe(left)">
                                      <p:cBhvr>
                                        <p:cTn id="25" dur="500"/>
                                        <p:tgtEl>
                                          <p:spTgt spid="814104"/>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814103"/>
                                        </p:tgtEl>
                                        <p:attrNameLst>
                                          <p:attrName>style.visibility</p:attrName>
                                        </p:attrNameLst>
                                      </p:cBhvr>
                                      <p:to>
                                        <p:strVal val="visible"/>
                                      </p:to>
                                    </p:set>
                                    <p:animEffect transition="in" filter="wipe(left)">
                                      <p:cBhvr>
                                        <p:cTn id="29" dur="500"/>
                                        <p:tgtEl>
                                          <p:spTgt spid="81410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14102"/>
                                        </p:tgtEl>
                                        <p:attrNameLst>
                                          <p:attrName>style.visibility</p:attrName>
                                        </p:attrNameLst>
                                      </p:cBhvr>
                                      <p:to>
                                        <p:strVal val="visible"/>
                                      </p:to>
                                    </p:set>
                                    <p:animEffect transition="in" filter="wipe(left)">
                                      <p:cBhvr>
                                        <p:cTn id="34" dur="500"/>
                                        <p:tgtEl>
                                          <p:spTgt spid="814102"/>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814101"/>
                                        </p:tgtEl>
                                        <p:attrNameLst>
                                          <p:attrName>style.visibility</p:attrName>
                                        </p:attrNameLst>
                                      </p:cBhvr>
                                      <p:to>
                                        <p:strVal val="visible"/>
                                      </p:to>
                                    </p:set>
                                    <p:animEffect transition="in" filter="wipe(left)">
                                      <p:cBhvr>
                                        <p:cTn id="38" dur="500"/>
                                        <p:tgtEl>
                                          <p:spTgt spid="81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100" grpId="0"/>
      <p:bldP spid="814102" grpId="0"/>
      <p:bldP spid="814105" grpId="0"/>
      <p:bldP spid="81410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15107" name="Object 3">
            <a:hlinkClick r:id="" action="ppaction://ole?verb="/>
          </p:cNvPr>
          <p:cNvGraphicFramePr/>
          <p:nvPr/>
        </p:nvGraphicFramePr>
        <p:xfrm>
          <a:off x="4081463" y="3308350"/>
          <a:ext cx="4081462" cy="625475"/>
        </p:xfrm>
        <a:graphic>
          <a:graphicData uri="http://schemas.openxmlformats.org/presentationml/2006/ole">
            <mc:AlternateContent xmlns:mc="http://schemas.openxmlformats.org/markup-compatibility/2006">
              <mc:Choice xmlns:v="urn:schemas-microsoft-com:vml" Requires="v">
                <p:oleObj spid="_x0000_s3201" name="" r:id="rId1" imgW="1574800" imgH="254000" progId="Equation.3">
                  <p:embed/>
                </p:oleObj>
              </mc:Choice>
              <mc:Fallback>
                <p:oleObj name="" r:id="rId1" imgW="1574800" imgH="254000" progId="Equation.3">
                  <p:embed/>
                  <p:pic>
                    <p:nvPicPr>
                      <p:cNvPr id="0" name="图片 3200"/>
                      <p:cNvPicPr/>
                      <p:nvPr/>
                    </p:nvPicPr>
                    <p:blipFill>
                      <a:blip r:embed="rId2"/>
                      <a:stretch>
                        <a:fillRect/>
                      </a:stretch>
                    </p:blipFill>
                    <p:spPr>
                      <a:xfrm>
                        <a:off x="4081463" y="3308350"/>
                        <a:ext cx="4081462" cy="625475"/>
                      </a:xfrm>
                      <a:prstGeom prst="rect">
                        <a:avLst/>
                      </a:prstGeom>
                      <a:noFill/>
                      <a:ln w="38100">
                        <a:noFill/>
                        <a:miter/>
                      </a:ln>
                    </p:spPr>
                  </p:pic>
                </p:oleObj>
              </mc:Fallback>
            </mc:AlternateContent>
          </a:graphicData>
        </a:graphic>
      </p:graphicFrame>
      <p:sp>
        <p:nvSpPr>
          <p:cNvPr id="815108" name="Rectangle 4"/>
          <p:cNvSpPr/>
          <p:nvPr/>
        </p:nvSpPr>
        <p:spPr>
          <a:xfrm>
            <a:off x="5287963" y="4572000"/>
            <a:ext cx="2876550" cy="519113"/>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① </a:t>
            </a:r>
            <a:r>
              <a:rPr lang="zh-CN" altLang="en-US" sz="2800" b="1" dirty="0">
                <a:latin typeface="Times New Roman" panose="02020603050405020304" pitchFamily="18" charset="0"/>
                <a:ea typeface="华文中宋" panose="02010600040101010101" pitchFamily="2" charset="-122"/>
              </a:rPr>
              <a:t>频率相同</a:t>
            </a:r>
            <a:endParaRPr lang="zh-CN" altLang="en-US" sz="2800" b="1" dirty="0">
              <a:latin typeface="Times New Roman" panose="02020603050405020304" pitchFamily="18" charset="0"/>
              <a:ea typeface="华文中宋" panose="02010600040101010101" pitchFamily="2" charset="-122"/>
            </a:endParaRPr>
          </a:p>
        </p:txBody>
      </p:sp>
      <p:sp>
        <p:nvSpPr>
          <p:cNvPr id="815109" name="Text Box 5"/>
          <p:cNvSpPr txBox="1"/>
          <p:nvPr/>
        </p:nvSpPr>
        <p:spPr>
          <a:xfrm>
            <a:off x="5287963" y="5029200"/>
            <a:ext cx="310515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② </a:t>
            </a:r>
            <a:r>
              <a:rPr lang="zh-CN" altLang="en-US" sz="2800" b="1" dirty="0">
                <a:latin typeface="Times New Roman" panose="02020603050405020304" pitchFamily="18" charset="0"/>
                <a:ea typeface="华文中宋" panose="02010600040101010101" pitchFamily="2" charset="-122"/>
              </a:rPr>
              <a:t>有效值</a:t>
            </a:r>
            <a:r>
              <a:rPr lang="en-US" altLang="zh-CN" sz="2800" b="1" i="1" dirty="0">
                <a:latin typeface="Times New Roman" panose="02020603050405020304" pitchFamily="18" charset="0"/>
                <a:ea typeface="华文中宋" panose="02010600040101010101" pitchFamily="2" charset="-122"/>
              </a:rPr>
              <a:t>U </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sym typeface="Symbol" panose="05050102010706020507" pitchFamily="18" charset="2"/>
              </a:rPr>
              <a:t> L</a:t>
            </a:r>
            <a:r>
              <a:rPr lang="en-US" altLang="zh-CN" sz="28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I</a:t>
            </a:r>
            <a:r>
              <a:rPr lang="en-US" altLang="zh-CN" sz="2800" b="1" dirty="0">
                <a:latin typeface="Times New Roman" panose="02020603050405020304" pitchFamily="18" charset="0"/>
                <a:ea typeface="华文中宋" panose="02010600040101010101" pitchFamily="2" charset="-122"/>
              </a:rPr>
              <a:t> </a:t>
            </a:r>
            <a:endParaRPr lang="en-US" altLang="zh-CN" sz="2800" b="1" dirty="0">
              <a:latin typeface="Times New Roman" panose="02020603050405020304" pitchFamily="18" charset="0"/>
              <a:ea typeface="华文中宋" panose="02010600040101010101" pitchFamily="2" charset="-122"/>
            </a:endParaRPr>
          </a:p>
        </p:txBody>
      </p:sp>
      <p:sp>
        <p:nvSpPr>
          <p:cNvPr id="47110" name="Line 6"/>
          <p:cNvSpPr/>
          <p:nvPr/>
        </p:nvSpPr>
        <p:spPr>
          <a:xfrm>
            <a:off x="6049963" y="4708525"/>
            <a:ext cx="1587" cy="1588"/>
          </a:xfrm>
          <a:prstGeom prst="line">
            <a:avLst/>
          </a:prstGeom>
          <a:ln w="9525" cap="flat" cmpd="sng">
            <a:solidFill>
              <a:srgbClr val="000000"/>
            </a:solidFill>
            <a:prstDash val="solid"/>
            <a:headEnd type="none" w="med" len="med"/>
            <a:tailEnd type="none" w="med" len="med"/>
          </a:ln>
        </p:spPr>
      </p:sp>
      <p:grpSp>
        <p:nvGrpSpPr>
          <p:cNvPr id="2" name="Group 7"/>
          <p:cNvGrpSpPr/>
          <p:nvPr/>
        </p:nvGrpSpPr>
        <p:grpSpPr>
          <a:xfrm>
            <a:off x="4735513" y="5983288"/>
            <a:ext cx="3810000" cy="588962"/>
            <a:chOff x="3084" y="3565"/>
            <a:chExt cx="2400" cy="371"/>
          </a:xfrm>
        </p:grpSpPr>
        <p:graphicFrame>
          <p:nvGraphicFramePr>
            <p:cNvPr id="47169" name="Object 8"/>
            <p:cNvGraphicFramePr>
              <a:graphicFrameLocks noChangeAspect="1"/>
            </p:cNvGraphicFramePr>
            <p:nvPr/>
          </p:nvGraphicFramePr>
          <p:xfrm>
            <a:off x="3877" y="3565"/>
            <a:ext cx="1607" cy="371"/>
          </p:xfrm>
          <a:graphic>
            <a:graphicData uri="http://schemas.openxmlformats.org/presentationml/2006/ole">
              <mc:AlternateContent xmlns:mc="http://schemas.openxmlformats.org/markup-compatibility/2006">
                <mc:Choice xmlns:v="urn:schemas-microsoft-com:vml" Requires="v">
                  <p:oleObj spid="_x0000_s3206" name="" r:id="rId3" imgW="1397000" imgH="114300" progId="Equation.3">
                    <p:embed/>
                  </p:oleObj>
                </mc:Choice>
                <mc:Fallback>
                  <p:oleObj name="" r:id="rId3" imgW="1397000" imgH="114300" progId="Equation.3">
                    <p:embed/>
                    <p:pic>
                      <p:nvPicPr>
                        <p:cNvPr id="0" name="图片 3205"/>
                        <p:cNvPicPr/>
                        <p:nvPr/>
                      </p:nvPicPr>
                      <p:blipFill>
                        <a:blip r:embed="rId4">
                          <a:clrChange>
                            <a:clrFrom>
                              <a:srgbClr val="000000"/>
                            </a:clrFrom>
                            <a:clrTo>
                              <a:srgbClr val="000099"/>
                            </a:clrTo>
                          </a:clrChange>
                        </a:blip>
                        <a:stretch>
                          <a:fillRect/>
                        </a:stretch>
                      </p:blipFill>
                      <p:spPr>
                        <a:xfrm>
                          <a:off x="3877" y="3565"/>
                          <a:ext cx="1607" cy="371"/>
                        </a:xfrm>
                        <a:prstGeom prst="rect">
                          <a:avLst/>
                        </a:prstGeom>
                        <a:noFill/>
                        <a:ln w="38100">
                          <a:noFill/>
                          <a:miter/>
                        </a:ln>
                      </p:spPr>
                    </p:pic>
                  </p:oleObj>
                </mc:Fallback>
              </mc:AlternateContent>
            </a:graphicData>
          </a:graphic>
        </p:graphicFrame>
        <p:sp>
          <p:nvSpPr>
            <p:cNvPr id="47170" name="Text Box 9"/>
            <p:cNvSpPr txBox="1"/>
            <p:nvPr/>
          </p:nvSpPr>
          <p:spPr>
            <a:xfrm>
              <a:off x="3084" y="3575"/>
              <a:ext cx="791" cy="327"/>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相位差</a:t>
              </a:r>
              <a:endParaRPr lang="zh-CN" altLang="en-US" sz="2800" b="1" dirty="0">
                <a:latin typeface="Times New Roman" panose="02020603050405020304" pitchFamily="18" charset="0"/>
                <a:ea typeface="华文中宋" panose="02010600040101010101" pitchFamily="2" charset="-122"/>
              </a:endParaRPr>
            </a:p>
          </p:txBody>
        </p:sp>
      </p:grpSp>
      <p:sp>
        <p:nvSpPr>
          <p:cNvPr id="815114" name="Rectangle 10"/>
          <p:cNvSpPr>
            <a:spLocks noChangeArrowheads="1"/>
          </p:cNvSpPr>
          <p:nvPr/>
        </p:nvSpPr>
        <p:spPr bwMode="auto">
          <a:xfrm>
            <a:off x="323850" y="1230313"/>
            <a:ext cx="4038600" cy="6858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）电压与电流的关系</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15115" name="Object 11" descr="40%">
            <a:hlinkClick r:id="" action="ppaction://ole?verb="/>
          </p:cNvPr>
          <p:cNvGraphicFramePr/>
          <p:nvPr/>
        </p:nvGraphicFramePr>
        <p:xfrm>
          <a:off x="3044825" y="1731963"/>
          <a:ext cx="1476375" cy="974725"/>
        </p:xfrm>
        <a:graphic>
          <a:graphicData uri="http://schemas.openxmlformats.org/presentationml/2006/ole">
            <mc:AlternateContent xmlns:mc="http://schemas.openxmlformats.org/markup-compatibility/2006">
              <mc:Choice xmlns:v="urn:schemas-microsoft-com:vml" Requires="v">
                <p:oleObj spid="_x0000_s3207" name="" r:id="rId5" imgW="558800" imgH="330200" progId="Equation.DSMT4">
                  <p:embed/>
                </p:oleObj>
              </mc:Choice>
              <mc:Fallback>
                <p:oleObj name="" r:id="rId5" imgW="558800" imgH="330200" progId="Equation.DSMT4">
                  <p:embed/>
                  <p:pic>
                    <p:nvPicPr>
                      <p:cNvPr id="0" name="图片 3206"/>
                      <p:cNvPicPr/>
                      <p:nvPr/>
                    </p:nvPicPr>
                    <p:blipFill>
                      <a:blip r:embed="rId6">
                        <a:clrChange>
                          <a:clrFrom>
                            <a:srgbClr val="000000"/>
                          </a:clrFrom>
                          <a:clrTo>
                            <a:srgbClr val="005200"/>
                          </a:clrTo>
                        </a:clrChange>
                      </a:blip>
                      <a:stretch>
                        <a:fillRect/>
                      </a:stretch>
                    </p:blipFill>
                    <p:spPr>
                      <a:xfrm>
                        <a:off x="3044825" y="1731963"/>
                        <a:ext cx="1476375" cy="974725"/>
                      </a:xfrm>
                      <a:prstGeom prst="rect">
                        <a:avLst/>
                      </a:prstGeom>
                      <a:noFill/>
                      <a:ln w="38100">
                        <a:noFill/>
                        <a:miter/>
                      </a:ln>
                    </p:spPr>
                  </p:pic>
                </p:oleObj>
              </mc:Fallback>
            </mc:AlternateContent>
          </a:graphicData>
        </a:graphic>
      </p:graphicFrame>
      <p:grpSp>
        <p:nvGrpSpPr>
          <p:cNvPr id="3" name="Group 12"/>
          <p:cNvGrpSpPr/>
          <p:nvPr/>
        </p:nvGrpSpPr>
        <p:grpSpPr>
          <a:xfrm>
            <a:off x="544513" y="2511425"/>
            <a:ext cx="3048000" cy="652463"/>
            <a:chOff x="384" y="1344"/>
            <a:chExt cx="2005" cy="430"/>
          </a:xfrm>
        </p:grpSpPr>
        <p:sp>
          <p:nvSpPr>
            <p:cNvPr id="47167" name="Text Box 13"/>
            <p:cNvSpPr txBox="1"/>
            <p:nvPr/>
          </p:nvSpPr>
          <p:spPr>
            <a:xfrm>
              <a:off x="384" y="1344"/>
              <a:ext cx="769" cy="382"/>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b="1" dirty="0">
                  <a:latin typeface="Times New Roman" panose="02020603050405020304" pitchFamily="18" charset="0"/>
                  <a:ea typeface="华文中宋" panose="02010600040101010101" pitchFamily="2" charset="-122"/>
                </a:rPr>
                <a:t>设</a:t>
              </a:r>
              <a:endParaRPr lang="zh-CN" altLang="en-US" b="1" dirty="0">
                <a:solidFill>
                  <a:srgbClr val="000099"/>
                </a:solidFill>
                <a:latin typeface="Times New Roman" panose="02020603050405020304" pitchFamily="18" charset="0"/>
                <a:ea typeface="华文中宋" panose="02010600040101010101" pitchFamily="2" charset="-122"/>
              </a:endParaRPr>
            </a:p>
          </p:txBody>
        </p:sp>
        <p:graphicFrame>
          <p:nvGraphicFramePr>
            <p:cNvPr id="47168" name="Object 14">
              <a:hlinkClick r:id="" action="ppaction://ole?verb="/>
            </p:cNvPr>
            <p:cNvGraphicFramePr/>
            <p:nvPr/>
          </p:nvGraphicFramePr>
          <p:xfrm>
            <a:off x="846" y="1344"/>
            <a:ext cx="1543" cy="430"/>
          </p:xfrm>
          <a:graphic>
            <a:graphicData uri="http://schemas.openxmlformats.org/presentationml/2006/ole">
              <mc:AlternateContent xmlns:mc="http://schemas.openxmlformats.org/markup-compatibility/2006">
                <mc:Choice xmlns:v="urn:schemas-microsoft-com:vml" Requires="v">
                  <p:oleObj spid="_x0000_s3208" name="" r:id="rId7" imgW="1002665" imgH="241300" progId="Equation.3">
                    <p:embed/>
                  </p:oleObj>
                </mc:Choice>
                <mc:Fallback>
                  <p:oleObj name="" r:id="rId7" imgW="1002665" imgH="241300" progId="Equation.3">
                    <p:embed/>
                    <p:pic>
                      <p:nvPicPr>
                        <p:cNvPr id="0" name="图片 3207"/>
                        <p:cNvPicPr/>
                        <p:nvPr/>
                      </p:nvPicPr>
                      <p:blipFill>
                        <a:blip r:embed="rId8"/>
                        <a:stretch>
                          <a:fillRect/>
                        </a:stretch>
                      </p:blipFill>
                      <p:spPr>
                        <a:xfrm>
                          <a:off x="846" y="1344"/>
                          <a:ext cx="1543" cy="430"/>
                        </a:xfrm>
                        <a:prstGeom prst="rect">
                          <a:avLst/>
                        </a:prstGeom>
                        <a:noFill/>
                        <a:ln w="38100">
                          <a:noFill/>
                          <a:miter/>
                        </a:ln>
                      </p:spPr>
                    </p:pic>
                  </p:oleObj>
                </mc:Fallback>
              </mc:AlternateContent>
            </a:graphicData>
          </a:graphic>
        </p:graphicFrame>
      </p:grpSp>
      <p:graphicFrame>
        <p:nvGraphicFramePr>
          <p:cNvPr id="815119" name="Object 15">
            <a:hlinkClick r:id="" action="ppaction://ole?verb="/>
          </p:cNvPr>
          <p:cNvGraphicFramePr/>
          <p:nvPr/>
        </p:nvGraphicFramePr>
        <p:xfrm>
          <a:off x="620713" y="3087688"/>
          <a:ext cx="3494087" cy="1123950"/>
        </p:xfrm>
        <a:graphic>
          <a:graphicData uri="http://schemas.openxmlformats.org/presentationml/2006/ole">
            <mc:AlternateContent xmlns:mc="http://schemas.openxmlformats.org/markup-compatibility/2006">
              <mc:Choice xmlns:v="urn:schemas-microsoft-com:vml" Requires="v">
                <p:oleObj spid="_x0000_s3210" name="" r:id="rId9" imgW="1511300" imgH="457200" progId="Equation.3">
                  <p:embed/>
                </p:oleObj>
              </mc:Choice>
              <mc:Fallback>
                <p:oleObj name="" r:id="rId9" imgW="1511300" imgH="457200" progId="Equation.3">
                  <p:embed/>
                  <p:pic>
                    <p:nvPicPr>
                      <p:cNvPr id="0" name="图片 3209"/>
                      <p:cNvPicPr/>
                      <p:nvPr/>
                    </p:nvPicPr>
                    <p:blipFill>
                      <a:blip r:embed="rId10"/>
                      <a:stretch>
                        <a:fillRect/>
                      </a:stretch>
                    </p:blipFill>
                    <p:spPr>
                      <a:xfrm>
                        <a:off x="620713" y="3087688"/>
                        <a:ext cx="3494087" cy="1123950"/>
                      </a:xfrm>
                      <a:prstGeom prst="rect">
                        <a:avLst/>
                      </a:prstGeom>
                      <a:noFill/>
                      <a:ln w="38100">
                        <a:noFill/>
                        <a:miter/>
                      </a:ln>
                    </p:spPr>
                  </p:pic>
                </p:oleObj>
              </mc:Fallback>
            </mc:AlternateContent>
          </a:graphicData>
        </a:graphic>
      </p:graphicFrame>
      <p:graphicFrame>
        <p:nvGraphicFramePr>
          <p:cNvPr id="815120" name="Object 16">
            <a:hlinkClick r:id="" action="ppaction://ole?verb="/>
          </p:cNvPr>
          <p:cNvGraphicFramePr/>
          <p:nvPr/>
        </p:nvGraphicFramePr>
        <p:xfrm>
          <a:off x="4049713" y="3925888"/>
          <a:ext cx="3519487" cy="593725"/>
        </p:xfrm>
        <a:graphic>
          <a:graphicData uri="http://schemas.openxmlformats.org/presentationml/2006/ole">
            <mc:AlternateContent xmlns:mc="http://schemas.openxmlformats.org/markup-compatibility/2006">
              <mc:Choice xmlns:v="urn:schemas-microsoft-com:vml" Requires="v">
                <p:oleObj spid="_x0000_s3204" name="" r:id="rId11" imgW="1384300" imgH="241300" progId="Equation.3">
                  <p:embed/>
                </p:oleObj>
              </mc:Choice>
              <mc:Fallback>
                <p:oleObj name="" r:id="rId11" imgW="1384300" imgH="241300" progId="Equation.3">
                  <p:embed/>
                  <p:pic>
                    <p:nvPicPr>
                      <p:cNvPr id="0" name="图片 3203"/>
                      <p:cNvPicPr/>
                      <p:nvPr/>
                    </p:nvPicPr>
                    <p:blipFill>
                      <a:blip r:embed="rId12"/>
                      <a:stretch>
                        <a:fillRect/>
                      </a:stretch>
                    </p:blipFill>
                    <p:spPr>
                      <a:xfrm>
                        <a:off x="4049713" y="3925888"/>
                        <a:ext cx="3519487" cy="593725"/>
                      </a:xfrm>
                      <a:prstGeom prst="rect">
                        <a:avLst/>
                      </a:prstGeom>
                      <a:noFill/>
                      <a:ln w="38100">
                        <a:noFill/>
                        <a:miter/>
                      </a:ln>
                    </p:spPr>
                  </p:pic>
                </p:oleObj>
              </mc:Fallback>
            </mc:AlternateContent>
          </a:graphicData>
        </a:graphic>
      </p:graphicFrame>
      <p:grpSp>
        <p:nvGrpSpPr>
          <p:cNvPr id="4" name="Group 70"/>
          <p:cNvGrpSpPr/>
          <p:nvPr/>
        </p:nvGrpSpPr>
        <p:grpSpPr>
          <a:xfrm>
            <a:off x="468313" y="4221163"/>
            <a:ext cx="4014787" cy="2222500"/>
            <a:chOff x="295" y="2659"/>
            <a:chExt cx="2529" cy="1400"/>
          </a:xfrm>
        </p:grpSpPr>
        <p:grpSp>
          <p:nvGrpSpPr>
            <p:cNvPr id="47142" name="Group 18"/>
            <p:cNvGrpSpPr/>
            <p:nvPr/>
          </p:nvGrpSpPr>
          <p:grpSpPr>
            <a:xfrm>
              <a:off x="295" y="3542"/>
              <a:ext cx="1079" cy="354"/>
              <a:chOff x="310" y="3408"/>
              <a:chExt cx="881" cy="331"/>
            </a:xfrm>
          </p:grpSpPr>
          <p:sp>
            <p:nvSpPr>
              <p:cNvPr id="47163" name="Line 19"/>
              <p:cNvSpPr/>
              <p:nvPr/>
            </p:nvSpPr>
            <p:spPr>
              <a:xfrm>
                <a:off x="616" y="3408"/>
                <a:ext cx="0" cy="282"/>
              </a:xfrm>
              <a:prstGeom prst="line">
                <a:avLst/>
              </a:prstGeom>
              <a:ln w="28575" cap="flat" cmpd="sng">
                <a:solidFill>
                  <a:schemeClr val="tx1"/>
                </a:solidFill>
                <a:prstDash val="solid"/>
                <a:headEnd type="none" w="med" len="med"/>
                <a:tailEnd type="none" w="med" len="med"/>
              </a:ln>
            </p:spPr>
          </p:sp>
          <p:sp>
            <p:nvSpPr>
              <p:cNvPr id="47164" name="Line 20"/>
              <p:cNvSpPr/>
              <p:nvPr/>
            </p:nvSpPr>
            <p:spPr>
              <a:xfrm flipH="1">
                <a:off x="310" y="3563"/>
                <a:ext cx="312" cy="0"/>
              </a:xfrm>
              <a:prstGeom prst="line">
                <a:avLst/>
              </a:prstGeom>
              <a:ln w="38100" cap="flat" cmpd="sng">
                <a:solidFill>
                  <a:srgbClr val="FF0000"/>
                </a:solidFill>
                <a:prstDash val="solid"/>
                <a:headEnd type="triangle" w="med" len="med"/>
                <a:tailEnd type="none" w="med" len="med"/>
              </a:ln>
            </p:spPr>
          </p:sp>
          <p:sp>
            <p:nvSpPr>
              <p:cNvPr id="47165" name="Line 21"/>
              <p:cNvSpPr/>
              <p:nvPr/>
            </p:nvSpPr>
            <p:spPr>
              <a:xfrm>
                <a:off x="904" y="3563"/>
                <a:ext cx="287" cy="0"/>
              </a:xfrm>
              <a:prstGeom prst="line">
                <a:avLst/>
              </a:prstGeom>
              <a:ln w="38100" cap="flat" cmpd="sng">
                <a:solidFill>
                  <a:srgbClr val="FF0000"/>
                </a:solidFill>
                <a:prstDash val="solid"/>
                <a:headEnd type="triangle" w="med" len="med"/>
                <a:tailEnd type="none" w="med" len="med"/>
              </a:ln>
            </p:spPr>
          </p:sp>
          <p:graphicFrame>
            <p:nvGraphicFramePr>
              <p:cNvPr id="47166" name="Object 22"/>
              <p:cNvGraphicFramePr>
                <a:graphicFrameLocks noChangeAspect="1"/>
              </p:cNvGraphicFramePr>
              <p:nvPr/>
            </p:nvGraphicFramePr>
            <p:xfrm>
              <a:off x="624" y="3552"/>
              <a:ext cx="288" cy="187"/>
            </p:xfrm>
            <a:graphic>
              <a:graphicData uri="http://schemas.openxmlformats.org/presentationml/2006/ole">
                <mc:AlternateContent xmlns:mc="http://schemas.openxmlformats.org/markup-compatibility/2006">
                  <mc:Choice xmlns:v="urn:schemas-microsoft-com:vml" Requires="v">
                    <p:oleObj spid="_x0000_s3209" name="" r:id="rId13" imgW="152400" imgH="50800" progId="Equation.3">
                      <p:embed/>
                    </p:oleObj>
                  </mc:Choice>
                  <mc:Fallback>
                    <p:oleObj name="" r:id="rId13" imgW="152400" imgH="50800" progId="Equation.3">
                      <p:embed/>
                      <p:pic>
                        <p:nvPicPr>
                          <p:cNvPr id="0" name="图片 3208"/>
                          <p:cNvPicPr/>
                          <p:nvPr/>
                        </p:nvPicPr>
                        <p:blipFill>
                          <a:blip r:embed="rId14">
                            <a:clrChange>
                              <a:clrFrom>
                                <a:srgbClr val="000000"/>
                              </a:clrFrom>
                              <a:clrTo>
                                <a:srgbClr val="FF0000"/>
                              </a:clrTo>
                            </a:clrChange>
                          </a:blip>
                          <a:stretch>
                            <a:fillRect/>
                          </a:stretch>
                        </p:blipFill>
                        <p:spPr>
                          <a:xfrm>
                            <a:off x="624" y="3552"/>
                            <a:ext cx="288" cy="187"/>
                          </a:xfrm>
                          <a:prstGeom prst="rect">
                            <a:avLst/>
                          </a:prstGeom>
                          <a:noFill/>
                          <a:ln w="38100">
                            <a:noFill/>
                            <a:miter/>
                          </a:ln>
                        </p:spPr>
                      </p:pic>
                    </p:oleObj>
                  </mc:Fallback>
                </mc:AlternateContent>
              </a:graphicData>
            </a:graphic>
          </p:graphicFrame>
        </p:grpSp>
        <p:grpSp>
          <p:nvGrpSpPr>
            <p:cNvPr id="47143" name="Group 25"/>
            <p:cNvGrpSpPr/>
            <p:nvPr/>
          </p:nvGrpSpPr>
          <p:grpSpPr>
            <a:xfrm>
              <a:off x="654" y="2659"/>
              <a:ext cx="2170" cy="1400"/>
              <a:chOff x="603" y="2592"/>
              <a:chExt cx="2030" cy="1310"/>
            </a:xfrm>
          </p:grpSpPr>
          <p:grpSp>
            <p:nvGrpSpPr>
              <p:cNvPr id="47146" name="Group 26"/>
              <p:cNvGrpSpPr/>
              <p:nvPr/>
            </p:nvGrpSpPr>
            <p:grpSpPr>
              <a:xfrm>
                <a:off x="1008" y="2592"/>
                <a:ext cx="432" cy="384"/>
                <a:chOff x="1008" y="2592"/>
                <a:chExt cx="432" cy="384"/>
              </a:xfrm>
            </p:grpSpPr>
            <p:sp>
              <p:nvSpPr>
                <p:cNvPr id="47161" name="Line 27"/>
                <p:cNvSpPr/>
                <p:nvPr/>
              </p:nvSpPr>
              <p:spPr>
                <a:xfrm flipH="1">
                  <a:off x="1008" y="2832"/>
                  <a:ext cx="192" cy="144"/>
                </a:xfrm>
                <a:prstGeom prst="line">
                  <a:avLst/>
                </a:prstGeom>
                <a:ln w="28575" cap="flat" cmpd="sng">
                  <a:solidFill>
                    <a:srgbClr val="000099"/>
                  </a:solidFill>
                  <a:prstDash val="solid"/>
                  <a:headEnd type="none" w="med" len="med"/>
                  <a:tailEnd type="triangle" w="med" len="med"/>
                </a:ln>
              </p:spPr>
            </p:sp>
            <p:sp>
              <p:nvSpPr>
                <p:cNvPr id="47162" name="Rectangle 28"/>
                <p:cNvSpPr/>
                <p:nvPr/>
              </p:nvSpPr>
              <p:spPr>
                <a:xfrm>
                  <a:off x="1152" y="2592"/>
                  <a:ext cx="288" cy="2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u</a:t>
                  </a:r>
                  <a:endParaRPr lang="en-US" altLang="zh-CN" sz="2400" i="1" dirty="0">
                    <a:solidFill>
                      <a:srgbClr val="000099"/>
                    </a:solidFill>
                    <a:latin typeface="Times New Roman" panose="02020603050405020304" pitchFamily="18" charset="0"/>
                    <a:ea typeface="华文中宋" panose="02010600040101010101" pitchFamily="2" charset="-122"/>
                  </a:endParaRPr>
                </a:p>
              </p:txBody>
            </p:sp>
          </p:grpSp>
          <p:grpSp>
            <p:nvGrpSpPr>
              <p:cNvPr id="47147" name="Group 29"/>
              <p:cNvGrpSpPr/>
              <p:nvPr/>
            </p:nvGrpSpPr>
            <p:grpSpPr>
              <a:xfrm>
                <a:off x="603" y="2592"/>
                <a:ext cx="2030" cy="1310"/>
                <a:chOff x="603" y="2592"/>
                <a:chExt cx="2030" cy="1310"/>
              </a:xfrm>
            </p:grpSpPr>
            <p:sp>
              <p:nvSpPr>
                <p:cNvPr id="47148" name="Rectangle 30"/>
                <p:cNvSpPr/>
                <p:nvPr/>
              </p:nvSpPr>
              <p:spPr>
                <a:xfrm>
                  <a:off x="2333" y="3320"/>
                  <a:ext cx="300" cy="271"/>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ωt</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47149" name="Rectangle 31"/>
                <p:cNvSpPr/>
                <p:nvPr/>
              </p:nvSpPr>
              <p:spPr>
                <a:xfrm>
                  <a:off x="672" y="2592"/>
                  <a:ext cx="210" cy="2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u</a:t>
                  </a:r>
                  <a:endParaRPr lang="en-US" altLang="zh-CN" sz="2400" i="1" dirty="0">
                    <a:solidFill>
                      <a:srgbClr val="000099"/>
                    </a:solidFill>
                    <a:latin typeface="Times New Roman" panose="02020603050405020304" pitchFamily="18" charset="0"/>
                    <a:ea typeface="华文中宋" panose="02010600040101010101" pitchFamily="2" charset="-122"/>
                  </a:endParaRPr>
                </a:p>
              </p:txBody>
            </p:sp>
            <p:sp>
              <p:nvSpPr>
                <p:cNvPr id="47150" name="Rectangle 32"/>
                <p:cNvSpPr/>
                <p:nvPr/>
              </p:nvSpPr>
              <p:spPr>
                <a:xfrm>
                  <a:off x="912" y="2592"/>
                  <a:ext cx="157" cy="2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sp>
              <p:nvSpPr>
                <p:cNvPr id="47151" name="Line 33"/>
                <p:cNvSpPr/>
                <p:nvPr/>
              </p:nvSpPr>
              <p:spPr>
                <a:xfrm flipV="1">
                  <a:off x="912" y="2688"/>
                  <a:ext cx="0" cy="1152"/>
                </a:xfrm>
                <a:prstGeom prst="line">
                  <a:avLst/>
                </a:prstGeom>
                <a:ln w="38100" cap="flat" cmpd="sng">
                  <a:solidFill>
                    <a:schemeClr val="tx1"/>
                  </a:solidFill>
                  <a:prstDash val="solid"/>
                  <a:headEnd type="none" w="med" len="med"/>
                  <a:tailEnd type="triangle" w="med" len="med"/>
                </a:ln>
              </p:spPr>
            </p:sp>
            <p:grpSp>
              <p:nvGrpSpPr>
                <p:cNvPr id="47152" name="Group 34"/>
                <p:cNvGrpSpPr/>
                <p:nvPr/>
              </p:nvGrpSpPr>
              <p:grpSpPr>
                <a:xfrm>
                  <a:off x="912" y="2640"/>
                  <a:ext cx="1240" cy="1146"/>
                  <a:chOff x="928" y="2640"/>
                  <a:chExt cx="1240" cy="1146"/>
                </a:xfrm>
              </p:grpSpPr>
              <p:sp>
                <p:nvSpPr>
                  <p:cNvPr id="47156" name="Freeform 35"/>
                  <p:cNvSpPr/>
                  <p:nvPr/>
                </p:nvSpPr>
                <p:spPr>
                  <a:xfrm>
                    <a:off x="928" y="2994"/>
                    <a:ext cx="624" cy="407"/>
                  </a:xfrm>
                  <a:custGeom>
                    <a:avLst/>
                    <a:gdLst>
                      <a:gd name="txL" fmla="*/ 0 w 652"/>
                      <a:gd name="txT" fmla="*/ 0 h 289"/>
                      <a:gd name="txR" fmla="*/ 652 w 652"/>
                      <a:gd name="txB" fmla="*/ 289 h 289"/>
                    </a:gdLst>
                    <a:ahLst/>
                    <a:cxnLst>
                      <a:cxn ang="0">
                        <a:pos x="0" y="136958"/>
                      </a:cxn>
                      <a:cxn ang="0">
                        <a:pos x="26" y="99087"/>
                      </a:cxn>
                      <a:cxn ang="0">
                        <a:pos x="50" y="67028"/>
                      </a:cxn>
                      <a:cxn ang="0">
                        <a:pos x="75" y="39480"/>
                      </a:cxn>
                      <a:cxn ang="0">
                        <a:pos x="99" y="16297"/>
                      </a:cxn>
                      <a:cxn ang="0">
                        <a:pos x="122" y="4202"/>
                      </a:cxn>
                      <a:cxn ang="0">
                        <a:pos x="145" y="0"/>
                      </a:cxn>
                      <a:cxn ang="0">
                        <a:pos x="171" y="4202"/>
                      </a:cxn>
                      <a:cxn ang="0">
                        <a:pos x="195" y="16297"/>
                      </a:cxn>
                      <a:cxn ang="0">
                        <a:pos x="221" y="39480"/>
                      </a:cxn>
                      <a:cxn ang="0">
                        <a:pos x="245" y="67028"/>
                      </a:cxn>
                      <a:cxn ang="0">
                        <a:pos x="271" y="101474"/>
                      </a:cxn>
                      <a:cxn ang="0">
                        <a:pos x="296" y="136958"/>
                      </a:cxn>
                    </a:cxnLst>
                    <a:rect l="txL" t="txT" r="txR" b="txB"/>
                    <a:pathLst>
                      <a:path w="652" h="289">
                        <a:moveTo>
                          <a:pt x="0" y="288"/>
                        </a:moveTo>
                        <a:lnTo>
                          <a:pt x="54" y="209"/>
                        </a:lnTo>
                        <a:lnTo>
                          <a:pt x="109" y="141"/>
                        </a:lnTo>
                        <a:lnTo>
                          <a:pt x="165" y="83"/>
                        </a:lnTo>
                        <a:lnTo>
                          <a:pt x="219" y="34"/>
                        </a:lnTo>
                        <a:lnTo>
                          <a:pt x="266" y="9"/>
                        </a:lnTo>
                        <a:lnTo>
                          <a:pt x="320" y="0"/>
                        </a:lnTo>
                        <a:lnTo>
                          <a:pt x="376" y="9"/>
                        </a:lnTo>
                        <a:lnTo>
                          <a:pt x="431" y="34"/>
                        </a:lnTo>
                        <a:lnTo>
                          <a:pt x="485" y="83"/>
                        </a:lnTo>
                        <a:lnTo>
                          <a:pt x="541" y="141"/>
                        </a:lnTo>
                        <a:lnTo>
                          <a:pt x="595" y="214"/>
                        </a:lnTo>
                        <a:lnTo>
                          <a:pt x="651" y="288"/>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47157" name="Freeform 36"/>
                  <p:cNvSpPr/>
                  <p:nvPr/>
                </p:nvSpPr>
                <p:spPr>
                  <a:xfrm>
                    <a:off x="1545" y="3378"/>
                    <a:ext cx="623" cy="408"/>
                  </a:xfrm>
                  <a:custGeom>
                    <a:avLst/>
                    <a:gdLst>
                      <a:gd name="txL" fmla="*/ 0 w 653"/>
                      <a:gd name="txT" fmla="*/ 0 h 289"/>
                      <a:gd name="txR" fmla="*/ 653 w 653"/>
                      <a:gd name="txB" fmla="*/ 289 h 289"/>
                    </a:gdLst>
                    <a:ahLst/>
                    <a:cxnLst>
                      <a:cxn ang="0">
                        <a:pos x="279" y="0"/>
                      </a:cxn>
                      <a:cxn ang="0">
                        <a:pos x="255" y="38245"/>
                      </a:cxn>
                      <a:cxn ang="0">
                        <a:pos x="232" y="72456"/>
                      </a:cxn>
                      <a:cxn ang="0">
                        <a:pos x="208" y="101408"/>
                      </a:cxn>
                      <a:cxn ang="0">
                        <a:pos x="186" y="125557"/>
                      </a:cxn>
                      <a:cxn ang="0">
                        <a:pos x="164" y="137790"/>
                      </a:cxn>
                      <a:cxn ang="0">
                        <a:pos x="142" y="143164"/>
                      </a:cxn>
                      <a:cxn ang="0">
                        <a:pos x="117" y="137790"/>
                      </a:cxn>
                      <a:cxn ang="0">
                        <a:pos x="93" y="125557"/>
                      </a:cxn>
                      <a:cxn ang="0">
                        <a:pos x="70" y="101408"/>
                      </a:cxn>
                      <a:cxn ang="0">
                        <a:pos x="47" y="72456"/>
                      </a:cxn>
                      <a:cxn ang="0">
                        <a:pos x="25" y="36107"/>
                      </a:cxn>
                      <a:cxn ang="0">
                        <a:pos x="0" y="0"/>
                      </a:cxn>
                    </a:cxnLst>
                    <a:rect l="txL" t="txT" r="txR" b="txB"/>
                    <a:pathLst>
                      <a:path w="653" h="289">
                        <a:moveTo>
                          <a:pt x="652" y="0"/>
                        </a:moveTo>
                        <a:lnTo>
                          <a:pt x="596" y="77"/>
                        </a:lnTo>
                        <a:lnTo>
                          <a:pt x="542" y="146"/>
                        </a:lnTo>
                        <a:lnTo>
                          <a:pt x="486" y="204"/>
                        </a:lnTo>
                        <a:lnTo>
                          <a:pt x="432" y="253"/>
                        </a:lnTo>
                        <a:lnTo>
                          <a:pt x="385" y="278"/>
                        </a:lnTo>
                        <a:lnTo>
                          <a:pt x="329" y="288"/>
                        </a:lnTo>
                        <a:lnTo>
                          <a:pt x="275" y="278"/>
                        </a:lnTo>
                        <a:lnTo>
                          <a:pt x="219" y="253"/>
                        </a:lnTo>
                        <a:lnTo>
                          <a:pt x="165" y="204"/>
                        </a:lnTo>
                        <a:lnTo>
                          <a:pt x="109" y="146"/>
                        </a:lnTo>
                        <a:lnTo>
                          <a:pt x="54" y="73"/>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grpSp>
                <p:nvGrpSpPr>
                  <p:cNvPr id="47158" name="Group 37"/>
                  <p:cNvGrpSpPr/>
                  <p:nvPr/>
                </p:nvGrpSpPr>
                <p:grpSpPr>
                  <a:xfrm>
                    <a:off x="1392" y="2640"/>
                    <a:ext cx="349" cy="432"/>
                    <a:chOff x="1392" y="2640"/>
                    <a:chExt cx="349" cy="432"/>
                  </a:xfrm>
                </p:grpSpPr>
                <p:sp>
                  <p:nvSpPr>
                    <p:cNvPr id="47159" name="Line 38"/>
                    <p:cNvSpPr/>
                    <p:nvPr/>
                  </p:nvSpPr>
                  <p:spPr>
                    <a:xfrm flipH="1">
                      <a:off x="1392" y="2880"/>
                      <a:ext cx="192" cy="192"/>
                    </a:xfrm>
                    <a:prstGeom prst="line">
                      <a:avLst/>
                    </a:prstGeom>
                    <a:ln w="28575" cap="flat" cmpd="sng">
                      <a:solidFill>
                        <a:srgbClr val="FF0000"/>
                      </a:solidFill>
                      <a:prstDash val="solid"/>
                      <a:headEnd type="none" w="med" len="med"/>
                      <a:tailEnd type="triangle" w="med" len="med"/>
                    </a:ln>
                  </p:spPr>
                </p:sp>
                <p:sp>
                  <p:nvSpPr>
                    <p:cNvPr id="47160" name="Rectangle 39"/>
                    <p:cNvSpPr/>
                    <p:nvPr/>
                  </p:nvSpPr>
                  <p:spPr>
                    <a:xfrm>
                      <a:off x="1584" y="2640"/>
                      <a:ext cx="157" cy="2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grpSp>
            <p:sp>
              <p:nvSpPr>
                <p:cNvPr id="47153" name="Freeform 40"/>
                <p:cNvSpPr/>
                <p:nvPr/>
              </p:nvSpPr>
              <p:spPr>
                <a:xfrm>
                  <a:off x="603" y="2928"/>
                  <a:ext cx="623" cy="494"/>
                </a:xfrm>
                <a:custGeom>
                  <a:avLst/>
                  <a:gdLst>
                    <a:gd name="txL" fmla="*/ 0 w 672"/>
                    <a:gd name="txT" fmla="*/ 0 h 193"/>
                    <a:gd name="txR" fmla="*/ 672 w 672"/>
                    <a:gd name="txB" fmla="*/ 193 h 193"/>
                  </a:gdLst>
                  <a:ahLst/>
                  <a:cxnLst>
                    <a:cxn ang="0">
                      <a:pos x="0" y="2147483647"/>
                    </a:cxn>
                    <a:cxn ang="0">
                      <a:pos x="15" y="2147483647"/>
                    </a:cxn>
                    <a:cxn ang="0">
                      <a:pos x="29" y="2093960670"/>
                    </a:cxn>
                    <a:cxn ang="0">
                      <a:pos x="44" y="1225112792"/>
                    </a:cxn>
                    <a:cxn ang="0">
                      <a:pos x="58" y="511838967"/>
                    </a:cxn>
                    <a:cxn ang="0">
                      <a:pos x="70" y="128482737"/>
                    </a:cxn>
                    <a:cxn ang="0">
                      <a:pos x="85" y="0"/>
                    </a:cxn>
                    <a:cxn ang="0">
                      <a:pos x="100" y="128482737"/>
                    </a:cxn>
                    <a:cxn ang="0">
                      <a:pos x="114" y="511838967"/>
                    </a:cxn>
                    <a:cxn ang="0">
                      <a:pos x="127" y="1225112792"/>
                    </a:cxn>
                    <a:cxn ang="0">
                      <a:pos x="143" y="2093960670"/>
                    </a:cxn>
                    <a:cxn ang="0">
                      <a:pos x="158" y="2147483647"/>
                    </a:cxn>
                    <a:cxn ang="0">
                      <a:pos x="171"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7154" name="Freeform 41"/>
                <p:cNvSpPr/>
                <p:nvPr/>
              </p:nvSpPr>
              <p:spPr>
                <a:xfrm>
                  <a:off x="1226" y="3408"/>
                  <a:ext cx="623" cy="494"/>
                </a:xfrm>
                <a:custGeom>
                  <a:avLst/>
                  <a:gdLst>
                    <a:gd name="txL" fmla="*/ 0 w 674"/>
                    <a:gd name="txT" fmla="*/ 0 h 193"/>
                    <a:gd name="txR" fmla="*/ 674 w 674"/>
                    <a:gd name="txB" fmla="*/ 193 h 193"/>
                  </a:gdLst>
                  <a:ahLst/>
                  <a:cxnLst>
                    <a:cxn ang="0">
                      <a:pos x="164" y="0"/>
                    </a:cxn>
                    <a:cxn ang="0">
                      <a:pos x="150" y="1153681726"/>
                    </a:cxn>
                    <a:cxn ang="0">
                      <a:pos x="137" y="2147483647"/>
                    </a:cxn>
                    <a:cxn ang="0">
                      <a:pos x="120" y="2147483647"/>
                    </a:cxn>
                    <a:cxn ang="0">
                      <a:pos x="108" y="2147483647"/>
                    </a:cxn>
                    <a:cxn ang="0">
                      <a:pos x="96" y="2147483647"/>
                    </a:cxn>
                    <a:cxn ang="0">
                      <a:pos x="82" y="2147483647"/>
                    </a:cxn>
                    <a:cxn ang="0">
                      <a:pos x="68" y="2147483647"/>
                    </a:cxn>
                    <a:cxn ang="0">
                      <a:pos x="55" y="2147483647"/>
                    </a:cxn>
                    <a:cxn ang="0">
                      <a:pos x="42" y="2147483647"/>
                    </a:cxn>
                    <a:cxn ang="0">
                      <a:pos x="27" y="2147483647"/>
                    </a:cxn>
                    <a:cxn ang="0">
                      <a:pos x="14" y="1085840204"/>
                    </a:cxn>
                    <a:cxn ang="0">
                      <a:pos x="0" y="0"/>
                    </a:cxn>
                  </a:cxnLst>
                  <a:rect l="txL" t="txT" r="txR" b="txB"/>
                  <a:pathLst>
                    <a:path w="674" h="193">
                      <a:moveTo>
                        <a:pt x="673" y="0"/>
                      </a:moveTo>
                      <a:lnTo>
                        <a:pt x="616" y="52"/>
                      </a:lnTo>
                      <a:lnTo>
                        <a:pt x="559" y="98"/>
                      </a:lnTo>
                      <a:lnTo>
                        <a:pt x="502" y="136"/>
                      </a:lnTo>
                      <a:lnTo>
                        <a:pt x="446" y="169"/>
                      </a:lnTo>
                      <a:lnTo>
                        <a:pt x="398" y="186"/>
                      </a:lnTo>
                      <a:lnTo>
                        <a:pt x="340" y="192"/>
                      </a:lnTo>
                      <a:lnTo>
                        <a:pt x="284" y="186"/>
                      </a:lnTo>
                      <a:lnTo>
                        <a:pt x="226" y="169"/>
                      </a:lnTo>
                      <a:lnTo>
                        <a:pt x="170" y="136"/>
                      </a:lnTo>
                      <a:lnTo>
                        <a:pt x="112" y="98"/>
                      </a:lnTo>
                      <a:lnTo>
                        <a:pt x="56" y="49"/>
                      </a:lnTo>
                      <a:lnTo>
                        <a:pt x="0" y="0"/>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sp>
              <p:nvSpPr>
                <p:cNvPr id="47155" name="Freeform 42"/>
                <p:cNvSpPr/>
                <p:nvPr/>
              </p:nvSpPr>
              <p:spPr>
                <a:xfrm>
                  <a:off x="1847" y="2915"/>
                  <a:ext cx="623" cy="494"/>
                </a:xfrm>
                <a:custGeom>
                  <a:avLst/>
                  <a:gdLst>
                    <a:gd name="txL" fmla="*/ 0 w 672"/>
                    <a:gd name="txT" fmla="*/ 0 h 193"/>
                    <a:gd name="txR" fmla="*/ 672 w 672"/>
                    <a:gd name="txB" fmla="*/ 193 h 193"/>
                  </a:gdLst>
                  <a:ahLst/>
                  <a:cxnLst>
                    <a:cxn ang="0">
                      <a:pos x="0" y="2147483647"/>
                    </a:cxn>
                    <a:cxn ang="0">
                      <a:pos x="15" y="2147483647"/>
                    </a:cxn>
                    <a:cxn ang="0">
                      <a:pos x="29" y="2093960670"/>
                    </a:cxn>
                    <a:cxn ang="0">
                      <a:pos x="44" y="1225112792"/>
                    </a:cxn>
                    <a:cxn ang="0">
                      <a:pos x="58" y="511838967"/>
                    </a:cxn>
                    <a:cxn ang="0">
                      <a:pos x="70" y="128482737"/>
                    </a:cxn>
                    <a:cxn ang="0">
                      <a:pos x="85" y="0"/>
                    </a:cxn>
                    <a:cxn ang="0">
                      <a:pos x="100" y="128482737"/>
                    </a:cxn>
                    <a:cxn ang="0">
                      <a:pos x="114" y="511838967"/>
                    </a:cxn>
                    <a:cxn ang="0">
                      <a:pos x="127" y="1225112792"/>
                    </a:cxn>
                    <a:cxn ang="0">
                      <a:pos x="143" y="2093960670"/>
                    </a:cxn>
                    <a:cxn ang="0">
                      <a:pos x="158" y="2147483647"/>
                    </a:cxn>
                    <a:cxn ang="0">
                      <a:pos x="171" y="2147483647"/>
                    </a:cxn>
                  </a:cxnLst>
                  <a:rect l="txL" t="txT" r="txR" b="txB"/>
                  <a:pathLst>
                    <a:path w="672" h="193">
                      <a:moveTo>
                        <a:pt x="0" y="192"/>
                      </a:moveTo>
                      <a:lnTo>
                        <a:pt x="56" y="140"/>
                      </a:lnTo>
                      <a:lnTo>
                        <a:pt x="112" y="94"/>
                      </a:lnTo>
                      <a:lnTo>
                        <a:pt x="170" y="55"/>
                      </a:lnTo>
                      <a:lnTo>
                        <a:pt x="226" y="23"/>
                      </a:lnTo>
                      <a:lnTo>
                        <a:pt x="274" y="6"/>
                      </a:lnTo>
                      <a:lnTo>
                        <a:pt x="330" y="0"/>
                      </a:lnTo>
                      <a:lnTo>
                        <a:pt x="388" y="6"/>
                      </a:lnTo>
                      <a:lnTo>
                        <a:pt x="444" y="23"/>
                      </a:lnTo>
                      <a:lnTo>
                        <a:pt x="500" y="55"/>
                      </a:lnTo>
                      <a:lnTo>
                        <a:pt x="558" y="94"/>
                      </a:lnTo>
                      <a:lnTo>
                        <a:pt x="614" y="143"/>
                      </a:lnTo>
                      <a:lnTo>
                        <a:pt x="671" y="192"/>
                      </a:lnTo>
                    </a:path>
                  </a:pathLst>
                </a:custGeom>
                <a:noFill/>
                <a:ln w="38100" cap="rnd" cmpd="sng">
                  <a:solidFill>
                    <a:srgbClr val="000099">
                      <a:alpha val="100000"/>
                    </a:srgbClr>
                  </a:solidFill>
                  <a:prstDash val="solid"/>
                  <a:round/>
                  <a:headEnd type="none" w="med" len="med"/>
                  <a:tailEnd type="none" w="med" len="med"/>
                </a:ln>
              </p:spPr>
              <p:txBody>
                <a:bodyPr/>
                <a:p>
                  <a:endParaRPr lang="zh-CN" altLang="en-US"/>
                </a:p>
              </p:txBody>
            </p:sp>
          </p:grpSp>
        </p:grpSp>
        <p:sp>
          <p:nvSpPr>
            <p:cNvPr id="47144" name="Line 44"/>
            <p:cNvSpPr/>
            <p:nvPr/>
          </p:nvSpPr>
          <p:spPr>
            <a:xfrm>
              <a:off x="625" y="3531"/>
              <a:ext cx="1950" cy="0"/>
            </a:xfrm>
            <a:prstGeom prst="line">
              <a:avLst/>
            </a:prstGeom>
            <a:ln w="38100" cap="flat" cmpd="sng">
              <a:solidFill>
                <a:schemeClr val="tx1"/>
              </a:solidFill>
              <a:prstDash val="solid"/>
              <a:headEnd type="none" w="med" len="med"/>
              <a:tailEnd type="triangle" w="med" len="med"/>
            </a:ln>
          </p:spPr>
        </p:sp>
        <p:sp>
          <p:nvSpPr>
            <p:cNvPr id="47145" name="Text Box 45"/>
            <p:cNvSpPr txBox="1"/>
            <p:nvPr/>
          </p:nvSpPr>
          <p:spPr>
            <a:xfrm>
              <a:off x="745" y="3483"/>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815150" name="Rectangle 46"/>
          <p:cNvSpPr>
            <a:spLocks noChangeArrowheads="1"/>
          </p:cNvSpPr>
          <p:nvPr/>
        </p:nvSpPr>
        <p:spPr bwMode="auto">
          <a:xfrm>
            <a:off x="539750" y="620713"/>
            <a:ext cx="2819400" cy="533400"/>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3.3.2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电感元件</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1" name="Group 68"/>
          <p:cNvGrpSpPr/>
          <p:nvPr/>
        </p:nvGrpSpPr>
        <p:grpSpPr>
          <a:xfrm>
            <a:off x="6326188" y="725488"/>
            <a:ext cx="1344612" cy="2212975"/>
            <a:chOff x="3985" y="457"/>
            <a:chExt cx="847" cy="1394"/>
          </a:xfrm>
        </p:grpSpPr>
        <p:grpSp>
          <p:nvGrpSpPr>
            <p:cNvPr id="47124" name="Group 48"/>
            <p:cNvGrpSpPr/>
            <p:nvPr/>
          </p:nvGrpSpPr>
          <p:grpSpPr>
            <a:xfrm>
              <a:off x="4249" y="457"/>
              <a:ext cx="329" cy="278"/>
              <a:chOff x="4368" y="672"/>
              <a:chExt cx="284" cy="240"/>
            </a:xfrm>
          </p:grpSpPr>
          <p:graphicFrame>
            <p:nvGraphicFramePr>
              <p:cNvPr id="47140" name="Object 49"/>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3203" name="" r:id="rId15" imgW="12700" imgH="12700" progId="Equation.3">
                      <p:embed/>
                    </p:oleObj>
                  </mc:Choice>
                  <mc:Fallback>
                    <p:oleObj name="" r:id="rId15" imgW="12700" imgH="12700" progId="Equation.3">
                      <p:embed/>
                      <p:pic>
                        <p:nvPicPr>
                          <p:cNvPr id="0" name="图片 3202"/>
                          <p:cNvPicPr/>
                          <p:nvPr/>
                        </p:nvPicPr>
                        <p:blipFill>
                          <a:blip r:embed="rId16">
                            <a:clrChange>
                              <a:clrFrom>
                                <a:srgbClr val="000000"/>
                              </a:clrFrom>
                              <a:clrTo>
                                <a:srgbClr val="FF0000"/>
                              </a:clrTo>
                            </a:clrChange>
                          </a:blip>
                          <a:stretch>
                            <a:fillRect/>
                          </a:stretch>
                        </p:blipFill>
                        <p:spPr>
                          <a:xfrm>
                            <a:off x="4416" y="672"/>
                            <a:ext cx="132" cy="240"/>
                          </a:xfrm>
                          <a:prstGeom prst="rect">
                            <a:avLst/>
                          </a:prstGeom>
                          <a:noFill/>
                          <a:ln w="38100">
                            <a:noFill/>
                            <a:miter/>
                          </a:ln>
                        </p:spPr>
                      </p:pic>
                    </p:oleObj>
                  </mc:Fallback>
                </mc:AlternateContent>
              </a:graphicData>
            </a:graphic>
          </p:graphicFrame>
          <p:sp>
            <p:nvSpPr>
              <p:cNvPr id="47141" name="Line 50"/>
              <p:cNvSpPr/>
              <p:nvPr/>
            </p:nvSpPr>
            <p:spPr>
              <a:xfrm>
                <a:off x="4368" y="912"/>
                <a:ext cx="284" cy="0"/>
              </a:xfrm>
              <a:prstGeom prst="line">
                <a:avLst/>
              </a:prstGeom>
              <a:ln w="38100" cap="flat" cmpd="sng">
                <a:solidFill>
                  <a:srgbClr val="FF0000"/>
                </a:solidFill>
                <a:prstDash val="solid"/>
                <a:headEnd type="none" w="med" len="med"/>
                <a:tailEnd type="triangle" w="med" len="med"/>
              </a:ln>
            </p:spPr>
          </p:sp>
        </p:grpSp>
        <p:graphicFrame>
          <p:nvGraphicFramePr>
            <p:cNvPr id="47125" name="Object 51"/>
            <p:cNvGraphicFramePr>
              <a:graphicFrameLocks noChangeAspect="1"/>
            </p:cNvGraphicFramePr>
            <p:nvPr/>
          </p:nvGraphicFramePr>
          <p:xfrm>
            <a:off x="4020" y="1225"/>
            <a:ext cx="160" cy="176"/>
          </p:xfrm>
          <a:graphic>
            <a:graphicData uri="http://schemas.openxmlformats.org/presentationml/2006/ole">
              <mc:AlternateContent xmlns:mc="http://schemas.openxmlformats.org/markup-compatibility/2006">
                <mc:Choice xmlns:v="urn:schemas-microsoft-com:vml" Requires="v">
                  <p:oleObj spid="_x0000_s3205" name="" r:id="rId17" imgW="12700" imgH="12700" progId="Equation.3">
                    <p:embed/>
                  </p:oleObj>
                </mc:Choice>
                <mc:Fallback>
                  <p:oleObj name="" r:id="rId17" imgW="12700" imgH="12700" progId="Equation.3">
                    <p:embed/>
                    <p:pic>
                      <p:nvPicPr>
                        <p:cNvPr id="0" name="图片 3204"/>
                        <p:cNvPicPr/>
                        <p:nvPr/>
                      </p:nvPicPr>
                      <p:blipFill>
                        <a:blip r:embed="rId18">
                          <a:clrChange>
                            <a:clrFrom>
                              <a:srgbClr val="000000"/>
                            </a:clrFrom>
                            <a:clrTo>
                              <a:srgbClr val="FF0000"/>
                            </a:clrTo>
                          </a:clrChange>
                        </a:blip>
                        <a:stretch>
                          <a:fillRect/>
                        </a:stretch>
                      </p:blipFill>
                      <p:spPr>
                        <a:xfrm>
                          <a:off x="4020" y="1225"/>
                          <a:ext cx="160" cy="176"/>
                        </a:xfrm>
                        <a:prstGeom prst="rect">
                          <a:avLst/>
                        </a:prstGeom>
                        <a:noFill/>
                        <a:ln w="38100">
                          <a:noFill/>
                          <a:miter/>
                        </a:ln>
                      </p:spPr>
                    </p:pic>
                  </p:oleObj>
                </mc:Fallback>
              </mc:AlternateContent>
            </a:graphicData>
          </a:graphic>
        </p:graphicFrame>
        <p:sp>
          <p:nvSpPr>
            <p:cNvPr id="47126" name="Text Box 52"/>
            <p:cNvSpPr txBox="1"/>
            <p:nvPr/>
          </p:nvSpPr>
          <p:spPr>
            <a:xfrm>
              <a:off x="3985" y="758"/>
              <a:ext cx="253" cy="33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47127" name="Text Box 53"/>
            <p:cNvSpPr txBox="1"/>
            <p:nvPr/>
          </p:nvSpPr>
          <p:spPr>
            <a:xfrm>
              <a:off x="3987" y="1483"/>
              <a:ext cx="202" cy="368"/>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dirty="0">
                  <a:solidFill>
                    <a:srgbClr val="FF0000"/>
                  </a:solidFill>
                  <a:latin typeface="Times New Roman" panose="02020603050405020304" pitchFamily="18" charset="0"/>
                  <a:ea typeface="华文中宋" panose="02010600040101010101" pitchFamily="2" charset="-122"/>
                </a:rPr>
                <a:t>-</a:t>
              </a:r>
              <a:endParaRPr lang="en-US" altLang="zh-CN" b="1" dirty="0">
                <a:solidFill>
                  <a:srgbClr val="FF0000"/>
                </a:solidFill>
                <a:latin typeface="Times New Roman" panose="02020603050405020304" pitchFamily="18" charset="0"/>
                <a:ea typeface="华文中宋" panose="02010600040101010101" pitchFamily="2" charset="-122"/>
              </a:endParaRPr>
            </a:p>
          </p:txBody>
        </p:sp>
        <p:grpSp>
          <p:nvGrpSpPr>
            <p:cNvPr id="47128" name="Group 55"/>
            <p:cNvGrpSpPr/>
            <p:nvPr/>
          </p:nvGrpSpPr>
          <p:grpSpPr>
            <a:xfrm>
              <a:off x="4740" y="817"/>
              <a:ext cx="92" cy="1001"/>
              <a:chOff x="4127" y="671"/>
              <a:chExt cx="68" cy="918"/>
            </a:xfrm>
          </p:grpSpPr>
          <p:sp>
            <p:nvSpPr>
              <p:cNvPr id="47134" name="Freeform 56"/>
              <p:cNvSpPr/>
              <p:nvPr/>
            </p:nvSpPr>
            <p:spPr>
              <a:xfrm>
                <a:off x="4127" y="100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7135" name="Freeform 57"/>
              <p:cNvSpPr/>
              <p:nvPr/>
            </p:nvSpPr>
            <p:spPr>
              <a:xfrm>
                <a:off x="4127" y="112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7136" name="Freeform 58"/>
              <p:cNvSpPr/>
              <p:nvPr/>
            </p:nvSpPr>
            <p:spPr>
              <a:xfrm>
                <a:off x="4127" y="124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7137" name="Line 59"/>
              <p:cNvSpPr/>
              <p:nvPr/>
            </p:nvSpPr>
            <p:spPr>
              <a:xfrm>
                <a:off x="4132" y="1361"/>
                <a:ext cx="0" cy="228"/>
              </a:xfrm>
              <a:prstGeom prst="line">
                <a:avLst/>
              </a:prstGeom>
              <a:ln w="38100" cap="flat" cmpd="sng">
                <a:solidFill>
                  <a:schemeClr val="tx1"/>
                </a:solidFill>
                <a:prstDash val="solid"/>
                <a:headEnd type="none" w="med" len="med"/>
                <a:tailEnd type="none" w="med" len="med"/>
              </a:ln>
            </p:spPr>
          </p:sp>
          <p:sp>
            <p:nvSpPr>
              <p:cNvPr id="47138" name="Line 60"/>
              <p:cNvSpPr/>
              <p:nvPr/>
            </p:nvSpPr>
            <p:spPr>
              <a:xfrm>
                <a:off x="4132" y="671"/>
                <a:ext cx="0" cy="228"/>
              </a:xfrm>
              <a:prstGeom prst="line">
                <a:avLst/>
              </a:prstGeom>
              <a:ln w="38100" cap="flat" cmpd="sng">
                <a:solidFill>
                  <a:schemeClr val="tx1"/>
                </a:solidFill>
                <a:prstDash val="solid"/>
                <a:headEnd type="none" w="med" len="med"/>
                <a:tailEnd type="none" w="med" len="med"/>
              </a:ln>
            </p:spPr>
          </p:sp>
          <p:sp>
            <p:nvSpPr>
              <p:cNvPr id="47139" name="Freeform 61"/>
              <p:cNvSpPr/>
              <p:nvPr/>
            </p:nvSpPr>
            <p:spPr>
              <a:xfrm>
                <a:off x="4127" y="892"/>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47129" name="Line 62"/>
            <p:cNvSpPr/>
            <p:nvPr/>
          </p:nvSpPr>
          <p:spPr>
            <a:xfrm>
              <a:off x="4148" y="817"/>
              <a:ext cx="592" cy="0"/>
            </a:xfrm>
            <a:prstGeom prst="line">
              <a:avLst/>
            </a:prstGeom>
            <a:ln w="38100" cap="flat" cmpd="sng">
              <a:solidFill>
                <a:schemeClr val="tx1"/>
              </a:solidFill>
              <a:prstDash val="solid"/>
              <a:headEnd type="none" w="med" len="med"/>
              <a:tailEnd type="none" w="med" len="med"/>
            </a:ln>
          </p:spPr>
        </p:sp>
        <p:sp>
          <p:nvSpPr>
            <p:cNvPr id="47130" name="Line 63"/>
            <p:cNvSpPr/>
            <p:nvPr/>
          </p:nvSpPr>
          <p:spPr>
            <a:xfrm>
              <a:off x="4148" y="1811"/>
              <a:ext cx="592" cy="0"/>
            </a:xfrm>
            <a:prstGeom prst="line">
              <a:avLst/>
            </a:prstGeom>
            <a:ln w="38100" cap="flat" cmpd="sng">
              <a:solidFill>
                <a:schemeClr val="tx1"/>
              </a:solidFill>
              <a:prstDash val="solid"/>
              <a:headEnd type="none" w="med" len="med"/>
              <a:tailEnd type="none" w="med" len="med"/>
            </a:ln>
          </p:spPr>
        </p:sp>
        <p:sp>
          <p:nvSpPr>
            <p:cNvPr id="47131" name="Oval 64"/>
            <p:cNvSpPr/>
            <p:nvPr/>
          </p:nvSpPr>
          <p:spPr>
            <a:xfrm>
              <a:off x="4106" y="790"/>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7132" name="Text Box 65"/>
            <p:cNvSpPr txBox="1"/>
            <p:nvPr/>
          </p:nvSpPr>
          <p:spPr>
            <a:xfrm>
              <a:off x="4485" y="1172"/>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47133" name="Oval 66"/>
            <p:cNvSpPr/>
            <p:nvPr/>
          </p:nvSpPr>
          <p:spPr>
            <a:xfrm>
              <a:off x="4106" y="1792"/>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15173" name="Text Box 69"/>
          <p:cNvSpPr txBox="1">
            <a:spLocks noChangeArrowheads="1"/>
          </p:cNvSpPr>
          <p:nvPr/>
        </p:nvSpPr>
        <p:spPr bwMode="auto">
          <a:xfrm>
            <a:off x="5292725" y="5502275"/>
            <a:ext cx="3714750" cy="519113"/>
          </a:xfrm>
          <a:prstGeom prst="rect">
            <a:avLst/>
          </a:prstGeom>
          <a:noFill/>
          <a:ln w="9525">
            <a:noFill/>
            <a:miter lim="800000"/>
          </a:ln>
          <a:effectLst/>
        </p:spPr>
        <p:txBody>
          <a:bodyPr>
            <a:spAutoFit/>
          </a:bodyPr>
          <a:lstStyle/>
          <a:p>
            <a:pPr marR="0" defTabSz="914400" eaLnBrk="1" hangingPunct="1">
              <a:buClrTx/>
              <a:buSzTx/>
              <a:buFontTx/>
              <a:defRPr/>
            </a:pPr>
            <a:r>
              <a:rPr kumimoji="1" lang="en-US" altLang="zh-CN" kern="1200" cap="none" spc="0" normalizeH="0" baseline="0" noProof="0">
                <a:latin typeface="Times New Roman" panose="02020603050405020304" pitchFamily="18" charset="0"/>
                <a:ea typeface="华文中宋" panose="02010600040101010101" pitchFamily="2" charset="-122"/>
                <a:cs typeface="Times New Roman" panose="02020603050405020304" pitchFamily="18" charset="0"/>
              </a:rPr>
              <a:t>③ </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电压超前电流</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90</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cxnSp>
        <p:nvCxnSpPr>
          <p:cNvPr id="47121" name="直接连接符 64"/>
          <p:cNvCxnSpPr/>
          <p:nvPr/>
        </p:nvCxnSpPr>
        <p:spPr>
          <a:xfrm>
            <a:off x="4932363" y="3860800"/>
            <a:ext cx="876300" cy="0"/>
          </a:xfrm>
          <a:prstGeom prst="line">
            <a:avLst/>
          </a:prstGeom>
          <a:ln w="38100" cap="flat" cmpd="sng">
            <a:solidFill>
              <a:schemeClr val="accent2"/>
            </a:solidFill>
            <a:prstDash val="solid"/>
            <a:headEnd type="none" w="med" len="med"/>
            <a:tailEnd type="none" w="med" len="med"/>
          </a:ln>
        </p:spPr>
      </p:cxnSp>
      <p:cxnSp>
        <p:nvCxnSpPr>
          <p:cNvPr id="47122" name="直接连接符 66"/>
          <p:cNvCxnSpPr/>
          <p:nvPr/>
        </p:nvCxnSpPr>
        <p:spPr>
          <a:xfrm flipV="1">
            <a:off x="4927600" y="4476750"/>
            <a:ext cx="314325" cy="3175"/>
          </a:xfrm>
          <a:prstGeom prst="line">
            <a:avLst/>
          </a:prstGeom>
          <a:ln w="38100" cap="flat" cmpd="sng">
            <a:solidFill>
              <a:schemeClr val="accent2"/>
            </a:solidFill>
            <a:prstDash val="solid"/>
            <a:headEnd type="none" w="med" len="med"/>
            <a:tailEnd type="none" w="med" len="med"/>
          </a:ln>
        </p:spPr>
      </p:cxnSp>
      <p:sp>
        <p:nvSpPr>
          <p:cNvPr id="47123" name="Text Box 25"/>
          <p:cNvSpPr txBox="1"/>
          <p:nvPr/>
        </p:nvSpPr>
        <p:spPr>
          <a:xfrm>
            <a:off x="6919913" y="685800"/>
            <a:ext cx="269875"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i="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5150"/>
                                        </p:tgtEl>
                                        <p:attrNameLst>
                                          <p:attrName>style.visibility</p:attrName>
                                        </p:attrNameLst>
                                      </p:cBhvr>
                                      <p:to>
                                        <p:strVal val="visible"/>
                                      </p:to>
                                    </p:set>
                                    <p:animEffect transition="in" filter="wipe(left)">
                                      <p:cBhvr>
                                        <p:cTn id="7" dur="500"/>
                                        <p:tgtEl>
                                          <p:spTgt spid="81515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000000"/>
                                          </p:val>
                                        </p:tav>
                                        <p:tav tm="100000">
                                          <p:val>
                                            <p:strVal val="#ppt_w"/>
                                          </p:val>
                                        </p:tav>
                                      </p:tavLst>
                                    </p:anim>
                                    <p:anim calcmode="lin" valueType="num">
                                      <p:cBhvr>
                                        <p:cTn id="13"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15114"/>
                                        </p:tgtEl>
                                        <p:attrNameLst>
                                          <p:attrName>style.visibility</p:attrName>
                                        </p:attrNameLst>
                                      </p:cBhvr>
                                      <p:to>
                                        <p:strVal val="visible"/>
                                      </p:to>
                                    </p:set>
                                    <p:animEffect transition="in" filter="wipe(left)">
                                      <p:cBhvr>
                                        <p:cTn id="18" dur="500"/>
                                        <p:tgtEl>
                                          <p:spTgt spid="815114"/>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815115"/>
                                        </p:tgtEl>
                                        <p:attrNameLst>
                                          <p:attrName>style.visibility</p:attrName>
                                        </p:attrNameLst>
                                      </p:cBhvr>
                                      <p:to>
                                        <p:strVal val="visible"/>
                                      </p:to>
                                    </p:set>
                                    <p:animEffect transition="in" filter="wipe(left)">
                                      <p:cBhvr>
                                        <p:cTn id="22" dur="500"/>
                                        <p:tgtEl>
                                          <p:spTgt spid="8151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15119"/>
                                        </p:tgtEl>
                                        <p:attrNameLst>
                                          <p:attrName>style.visibility</p:attrName>
                                        </p:attrNameLst>
                                      </p:cBhvr>
                                      <p:to>
                                        <p:strVal val="visible"/>
                                      </p:to>
                                    </p:set>
                                    <p:animEffect transition="in" filter="wipe(left)">
                                      <p:cBhvr>
                                        <p:cTn id="32" dur="500"/>
                                        <p:tgtEl>
                                          <p:spTgt spid="815119"/>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815107"/>
                                        </p:tgtEl>
                                        <p:attrNameLst>
                                          <p:attrName>style.visibility</p:attrName>
                                        </p:attrNameLst>
                                      </p:cBhvr>
                                      <p:to>
                                        <p:strVal val="visible"/>
                                      </p:to>
                                    </p:set>
                                    <p:animEffect transition="in" filter="wipe(left)">
                                      <p:cBhvr>
                                        <p:cTn id="36" dur="500"/>
                                        <p:tgtEl>
                                          <p:spTgt spid="815107"/>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815120"/>
                                        </p:tgtEl>
                                        <p:attrNameLst>
                                          <p:attrName>style.visibility</p:attrName>
                                        </p:attrNameLst>
                                      </p:cBhvr>
                                      <p:to>
                                        <p:strVal val="visible"/>
                                      </p:to>
                                    </p:set>
                                    <p:animEffect transition="in" filter="wipe(left)">
                                      <p:cBhvr>
                                        <p:cTn id="40" dur="500"/>
                                        <p:tgtEl>
                                          <p:spTgt spid="815120"/>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fltVal val="0.000000"/>
                                          </p:val>
                                        </p:tav>
                                        <p:tav tm="100000">
                                          <p:val>
                                            <p:strVal val="#ppt_w"/>
                                          </p:val>
                                        </p:tav>
                                      </p:tavLst>
                                    </p:anim>
                                    <p:anim calcmode="lin" valueType="num">
                                      <p:cBhvr>
                                        <p:cTn id="46"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15108"/>
                                        </p:tgtEl>
                                        <p:attrNameLst>
                                          <p:attrName>style.visibility</p:attrName>
                                        </p:attrNameLst>
                                      </p:cBhvr>
                                      <p:to>
                                        <p:strVal val="visible"/>
                                      </p:to>
                                    </p:set>
                                    <p:animEffect transition="in" filter="wipe(left)">
                                      <p:cBhvr>
                                        <p:cTn id="51" dur="500"/>
                                        <p:tgtEl>
                                          <p:spTgt spid="815108"/>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815109"/>
                                        </p:tgtEl>
                                        <p:attrNameLst>
                                          <p:attrName>style.visibility</p:attrName>
                                        </p:attrNameLst>
                                      </p:cBhvr>
                                      <p:to>
                                        <p:strVal val="visible"/>
                                      </p:to>
                                    </p:set>
                                    <p:animEffect transition="in" filter="wipe(left)">
                                      <p:cBhvr>
                                        <p:cTn id="55" dur="500"/>
                                        <p:tgtEl>
                                          <p:spTgt spid="815109"/>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815173"/>
                                        </p:tgtEl>
                                        <p:attrNameLst>
                                          <p:attrName>style.visibility</p:attrName>
                                        </p:attrNameLst>
                                      </p:cBhvr>
                                      <p:to>
                                        <p:strVal val="visible"/>
                                      </p:to>
                                    </p:set>
                                    <p:animEffect transition="in" filter="wipe(left)">
                                      <p:cBhvr>
                                        <p:cTn id="59" dur="500"/>
                                        <p:tgtEl>
                                          <p:spTgt spid="815173"/>
                                        </p:tgtEl>
                                      </p:cBhvr>
                                    </p:animEffect>
                                  </p:childTnLst>
                                </p:cTn>
                              </p:par>
                            </p:childTnLst>
                          </p:cTn>
                        </p:par>
                        <p:par>
                          <p:cTn id="60" fill="hold">
                            <p:stCondLst>
                              <p:cond delay="1500"/>
                            </p:stCondLst>
                            <p:childTnLst>
                              <p:par>
                                <p:cTn id="61" presetID="22" presetClass="entr" presetSubtype="8" fill="hold" nodeType="after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wipe(left)">
                                      <p:cBhvr>
                                        <p:cTn id="6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8" grpId="0"/>
      <p:bldP spid="815109" grpId="0"/>
      <p:bldP spid="815114" grpId="0"/>
      <p:bldP spid="815150" grpId="0"/>
      <p:bldP spid="8151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1079500" y="3441700"/>
            <a:ext cx="2882900" cy="519113"/>
            <a:chOff x="680" y="2256"/>
            <a:chExt cx="1816" cy="327"/>
          </a:xfrm>
        </p:grpSpPr>
        <p:graphicFrame>
          <p:nvGraphicFramePr>
            <p:cNvPr id="48175" name="Object 4" descr="40%">
              <a:hlinkClick r:id="" action="ppaction://ole?verb="/>
            </p:cNvPr>
            <p:cNvGraphicFramePr/>
            <p:nvPr/>
          </p:nvGraphicFramePr>
          <p:xfrm>
            <a:off x="1573" y="2256"/>
            <a:ext cx="923" cy="321"/>
          </p:xfrm>
          <a:graphic>
            <a:graphicData uri="http://schemas.openxmlformats.org/presentationml/2006/ole">
              <mc:AlternateContent xmlns:mc="http://schemas.openxmlformats.org/markup-compatibility/2006">
                <mc:Choice xmlns:v="urn:schemas-microsoft-com:vml" Requires="v">
                  <p:oleObj spid="_x0000_s3214" name="" r:id="rId1" imgW="609600" imgH="101600" progId="Equation.3">
                    <p:embed/>
                  </p:oleObj>
                </mc:Choice>
                <mc:Fallback>
                  <p:oleObj name="" r:id="rId1" imgW="609600" imgH="101600" progId="Equation.3">
                    <p:embed/>
                    <p:pic>
                      <p:nvPicPr>
                        <p:cNvPr id="0" name="图片 3213"/>
                        <p:cNvPicPr/>
                        <p:nvPr/>
                      </p:nvPicPr>
                      <p:blipFill>
                        <a:blip r:embed="rId2">
                          <a:clrChange>
                            <a:clrFrom>
                              <a:srgbClr val="000000"/>
                            </a:clrFrom>
                            <a:clrTo>
                              <a:srgbClr val="0033CC"/>
                            </a:clrTo>
                          </a:clrChange>
                        </a:blip>
                        <a:stretch>
                          <a:fillRect/>
                        </a:stretch>
                      </p:blipFill>
                      <p:spPr>
                        <a:xfrm>
                          <a:off x="1573" y="2256"/>
                          <a:ext cx="923" cy="321"/>
                        </a:xfrm>
                        <a:prstGeom prst="rect">
                          <a:avLst/>
                        </a:prstGeom>
                        <a:noFill/>
                        <a:ln w="38100">
                          <a:noFill/>
                          <a:miter/>
                        </a:ln>
                      </p:spPr>
                    </p:pic>
                  </p:oleObj>
                </mc:Fallback>
              </mc:AlternateContent>
            </a:graphicData>
          </a:graphic>
        </p:graphicFrame>
        <p:sp>
          <p:nvSpPr>
            <p:cNvPr id="48176" name="Text Box 5"/>
            <p:cNvSpPr txBox="1"/>
            <p:nvPr/>
          </p:nvSpPr>
          <p:spPr>
            <a:xfrm>
              <a:off x="680" y="2256"/>
              <a:ext cx="341" cy="327"/>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则</a:t>
              </a:r>
              <a:endParaRPr lang="zh-CN" altLang="en-US" sz="2800" b="1" dirty="0">
                <a:latin typeface="Times New Roman" panose="02020603050405020304" pitchFamily="18" charset="0"/>
                <a:ea typeface="华文中宋" panose="02010600040101010101" pitchFamily="2" charset="-122"/>
              </a:endParaRPr>
            </a:p>
          </p:txBody>
        </p:sp>
      </p:grpSp>
      <p:sp>
        <p:nvSpPr>
          <p:cNvPr id="816134" name="Rectangle 6"/>
          <p:cNvSpPr>
            <a:spLocks noChangeArrowheads="1"/>
          </p:cNvSpPr>
          <p:nvPr/>
        </p:nvSpPr>
        <p:spPr bwMode="auto">
          <a:xfrm>
            <a:off x="762000" y="4037013"/>
            <a:ext cx="8001000" cy="515938"/>
          </a:xfrm>
          <a:prstGeom prst="rect">
            <a:avLst/>
          </a:prstGeom>
          <a:noFill/>
          <a:ln w="12700">
            <a:noFill/>
            <a:miter lim="800000"/>
          </a:ln>
          <a:effectLst/>
        </p:spPr>
        <p:txBody>
          <a:bodyPr lIns="90488" tIns="44450" rIns="90488" bIns="44450">
            <a:spAutoFit/>
          </a:bodyPr>
          <a:lstStyle/>
          <a:p>
            <a:pPr marL="0" marR="0" lvl="0" indent="0" algn="l" defTabSz="7620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800" b="1" i="1" u="none" strike="noStrike" kern="1200" cap="none" spc="0" normalizeH="0" baseline="-2500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 </a:t>
            </a:r>
            <a:r>
              <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称为电感电抗，简称感抗，单位为欧姆</a:t>
            </a:r>
            <a:r>
              <a:rPr kumimoji="1"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(Ω)</a:t>
            </a:r>
            <a:r>
              <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33" name="Rectangle 7"/>
          <p:cNvSpPr/>
          <p:nvPr/>
        </p:nvSpPr>
        <p:spPr>
          <a:xfrm flipH="1">
            <a:off x="533400" y="2341563"/>
            <a:ext cx="1676400" cy="7620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endParaRPr lang="en-US" altLang="zh-CN" b="1" dirty="0">
              <a:solidFill>
                <a:srgbClr val="0000FF"/>
              </a:solidFill>
              <a:latin typeface="Times New Roman" panose="02020603050405020304" pitchFamily="18" charset="0"/>
              <a:ea typeface="华文中宋" panose="02010600040101010101" pitchFamily="2" charset="-122"/>
            </a:endParaRPr>
          </a:p>
        </p:txBody>
      </p:sp>
      <p:grpSp>
        <p:nvGrpSpPr>
          <p:cNvPr id="3" name="Group 8"/>
          <p:cNvGrpSpPr/>
          <p:nvPr/>
        </p:nvGrpSpPr>
        <p:grpSpPr>
          <a:xfrm>
            <a:off x="1055688" y="2800350"/>
            <a:ext cx="4430712" cy="550863"/>
            <a:chOff x="617" y="1812"/>
            <a:chExt cx="2791" cy="347"/>
          </a:xfrm>
        </p:grpSpPr>
        <p:sp>
          <p:nvSpPr>
            <p:cNvPr id="816137" name="Text Box 9"/>
            <p:cNvSpPr txBox="1">
              <a:spLocks noChangeArrowheads="1"/>
            </p:cNvSpPr>
            <p:nvPr/>
          </p:nvSpPr>
          <p:spPr bwMode="auto">
            <a:xfrm>
              <a:off x="617" y="1815"/>
              <a:ext cx="566" cy="327"/>
            </a:xfrm>
            <a:prstGeom prst="rect">
              <a:avLst/>
            </a:prstGeom>
            <a:noFill/>
            <a:ln w="9525">
              <a:noFill/>
              <a:miter lim="800000"/>
            </a:ln>
            <a:effectLst/>
          </p:spPr>
          <p:txBody>
            <a:bodyPr wrap="none">
              <a:spAutoFit/>
            </a:bodyPr>
            <a:lstStyle/>
            <a:p>
              <a:pPr marR="0" algn="ctr" defTabSz="914400">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定义</a:t>
              </a:r>
              <a:endParaRPr kumimoji="1" lang="zh-CN" altLang="en-US" kern="1200" cap="none" spc="0" normalizeH="0" baseline="0" noProof="0">
                <a:solidFill>
                  <a:srgbClr val="0052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48174" name="Object 10" descr="40%">
              <a:hlinkClick r:id="" action="ppaction://ole?verb="/>
            </p:cNvPr>
            <p:cNvGraphicFramePr/>
            <p:nvPr/>
          </p:nvGraphicFramePr>
          <p:xfrm>
            <a:off x="1518" y="1812"/>
            <a:ext cx="1890" cy="347"/>
          </p:xfrm>
          <a:graphic>
            <a:graphicData uri="http://schemas.openxmlformats.org/presentationml/2006/ole">
              <mc:AlternateContent xmlns:mc="http://schemas.openxmlformats.org/markup-compatibility/2006">
                <mc:Choice xmlns:v="urn:schemas-microsoft-com:vml" Requires="v">
                  <p:oleObj spid="_x0000_s3213" name="" r:id="rId3" imgW="1397000" imgH="101600" progId="Equation.3">
                    <p:embed/>
                  </p:oleObj>
                </mc:Choice>
                <mc:Fallback>
                  <p:oleObj name="" r:id="rId3" imgW="1397000" imgH="101600" progId="Equation.3">
                    <p:embed/>
                    <p:pic>
                      <p:nvPicPr>
                        <p:cNvPr id="0" name="图片 3212"/>
                        <p:cNvPicPr/>
                        <p:nvPr/>
                      </p:nvPicPr>
                      <p:blipFill>
                        <a:blip r:embed="rId4">
                          <a:clrChange>
                            <a:clrFrom>
                              <a:srgbClr val="000000"/>
                            </a:clrFrom>
                            <a:clrTo>
                              <a:srgbClr val="0033CC"/>
                            </a:clrTo>
                          </a:clrChange>
                        </a:blip>
                        <a:stretch>
                          <a:fillRect/>
                        </a:stretch>
                      </p:blipFill>
                      <p:spPr>
                        <a:xfrm>
                          <a:off x="1518" y="1812"/>
                          <a:ext cx="1890" cy="347"/>
                        </a:xfrm>
                        <a:prstGeom prst="rect">
                          <a:avLst/>
                        </a:prstGeom>
                        <a:noFill/>
                        <a:ln w="38100">
                          <a:noFill/>
                          <a:miter/>
                        </a:ln>
                      </p:spPr>
                    </p:pic>
                  </p:oleObj>
                </mc:Fallback>
              </mc:AlternateContent>
            </a:graphicData>
          </a:graphic>
        </p:graphicFrame>
      </p:grpSp>
      <p:grpSp>
        <p:nvGrpSpPr>
          <p:cNvPr id="4" name="Group 11"/>
          <p:cNvGrpSpPr/>
          <p:nvPr/>
        </p:nvGrpSpPr>
        <p:grpSpPr>
          <a:xfrm>
            <a:off x="1046163" y="2105025"/>
            <a:ext cx="3144837" cy="636588"/>
            <a:chOff x="563" y="1315"/>
            <a:chExt cx="1981" cy="401"/>
          </a:xfrm>
        </p:grpSpPr>
        <p:graphicFrame>
          <p:nvGraphicFramePr>
            <p:cNvPr id="48171" name="Object 12">
              <a:hlinkClick r:id="" action="ppaction://ole?verb="/>
            </p:cNvPr>
            <p:cNvGraphicFramePr/>
            <p:nvPr/>
          </p:nvGraphicFramePr>
          <p:xfrm>
            <a:off x="1603" y="1377"/>
            <a:ext cx="941" cy="339"/>
          </p:xfrm>
          <a:graphic>
            <a:graphicData uri="http://schemas.openxmlformats.org/presentationml/2006/ole">
              <mc:AlternateContent xmlns:mc="http://schemas.openxmlformats.org/markup-compatibility/2006">
                <mc:Choice xmlns:v="urn:schemas-microsoft-com:vml" Requires="v">
                  <p:oleObj spid="_x0000_s3215" name="" r:id="rId5" imgW="736600" imgH="76200" progId="Equation.3">
                    <p:embed/>
                  </p:oleObj>
                </mc:Choice>
                <mc:Fallback>
                  <p:oleObj name="" r:id="rId5" imgW="736600" imgH="76200" progId="Equation.3">
                    <p:embed/>
                    <p:pic>
                      <p:nvPicPr>
                        <p:cNvPr id="0" name="图片 3214"/>
                        <p:cNvPicPr/>
                        <p:nvPr/>
                      </p:nvPicPr>
                      <p:blipFill>
                        <a:blip r:embed="rId6">
                          <a:clrChange>
                            <a:clrFrom>
                              <a:srgbClr val="000000"/>
                            </a:clrFrom>
                            <a:clrTo>
                              <a:srgbClr val="0033CC"/>
                            </a:clrTo>
                          </a:clrChange>
                        </a:blip>
                        <a:stretch>
                          <a:fillRect/>
                        </a:stretch>
                      </p:blipFill>
                      <p:spPr>
                        <a:xfrm>
                          <a:off x="1603" y="1377"/>
                          <a:ext cx="941" cy="339"/>
                        </a:xfrm>
                        <a:prstGeom prst="rect">
                          <a:avLst/>
                        </a:prstGeom>
                        <a:noFill/>
                        <a:ln w="38100">
                          <a:noFill/>
                          <a:miter/>
                        </a:ln>
                      </p:spPr>
                    </p:pic>
                  </p:oleObj>
                </mc:Fallback>
              </mc:AlternateContent>
            </a:graphicData>
          </a:graphic>
        </p:graphicFrame>
        <p:sp>
          <p:nvSpPr>
            <p:cNvPr id="816141" name="Rectangle 13"/>
            <p:cNvSpPr>
              <a:spLocks noChangeArrowheads="1"/>
            </p:cNvSpPr>
            <p:nvPr/>
          </p:nvSpPr>
          <p:spPr bwMode="auto">
            <a:xfrm>
              <a:off x="563" y="1315"/>
              <a:ext cx="791" cy="327"/>
            </a:xfrm>
            <a:prstGeom prst="rect">
              <a:avLst/>
            </a:prstGeom>
            <a:noFill/>
            <a:ln w="9525">
              <a:noFill/>
              <a:miter lim="800000"/>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有效值</a:t>
              </a:r>
              <a:endParaRPr kumimoji="1" lang="zh-CN" altLang="en-US" sz="28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 name="Group 14"/>
          <p:cNvGrpSpPr/>
          <p:nvPr/>
        </p:nvGrpSpPr>
        <p:grpSpPr>
          <a:xfrm>
            <a:off x="1219200" y="639763"/>
            <a:ext cx="5765800" cy="1428750"/>
            <a:chOff x="768" y="260"/>
            <a:chExt cx="3632" cy="900"/>
          </a:xfrm>
        </p:grpSpPr>
        <p:grpSp>
          <p:nvGrpSpPr>
            <p:cNvPr id="48162" name="Group 15"/>
            <p:cNvGrpSpPr/>
            <p:nvPr/>
          </p:nvGrpSpPr>
          <p:grpSpPr>
            <a:xfrm>
              <a:off x="768" y="260"/>
              <a:ext cx="3632" cy="900"/>
              <a:chOff x="768" y="260"/>
              <a:chExt cx="3632" cy="900"/>
            </a:xfrm>
          </p:grpSpPr>
          <p:graphicFrame>
            <p:nvGraphicFramePr>
              <p:cNvPr id="48165" name="Object 16">
                <a:hlinkClick r:id="" action="ppaction://ole?verb="/>
              </p:cNvPr>
              <p:cNvGraphicFramePr/>
              <p:nvPr/>
            </p:nvGraphicFramePr>
            <p:xfrm>
              <a:off x="912" y="260"/>
              <a:ext cx="2519" cy="412"/>
            </p:xfrm>
            <a:graphic>
              <a:graphicData uri="http://schemas.openxmlformats.org/presentationml/2006/ole">
                <mc:AlternateContent xmlns:mc="http://schemas.openxmlformats.org/markup-compatibility/2006">
                  <mc:Choice xmlns:v="urn:schemas-microsoft-com:vml" Requires="v">
                    <p:oleObj spid="_x0000_s3212" name="" r:id="rId7" imgW="1816100" imgH="241300" progId="Equation.3">
                      <p:embed/>
                    </p:oleObj>
                  </mc:Choice>
                  <mc:Fallback>
                    <p:oleObj name="" r:id="rId7" imgW="1816100" imgH="241300" progId="Equation.3">
                      <p:embed/>
                      <p:pic>
                        <p:nvPicPr>
                          <p:cNvPr id="0" name="图片 3211"/>
                          <p:cNvPicPr/>
                          <p:nvPr/>
                        </p:nvPicPr>
                        <p:blipFill>
                          <a:blip r:embed="rId8"/>
                          <a:stretch>
                            <a:fillRect/>
                          </a:stretch>
                        </p:blipFill>
                        <p:spPr>
                          <a:xfrm>
                            <a:off x="912" y="260"/>
                            <a:ext cx="2519" cy="412"/>
                          </a:xfrm>
                          <a:prstGeom prst="rect">
                            <a:avLst/>
                          </a:prstGeom>
                          <a:noFill/>
                          <a:ln w="38100">
                            <a:noFill/>
                            <a:miter/>
                          </a:ln>
                        </p:spPr>
                      </p:pic>
                    </p:oleObj>
                  </mc:Fallback>
                </mc:AlternateContent>
              </a:graphicData>
            </a:graphic>
          </p:graphicFrame>
          <p:graphicFrame>
            <p:nvGraphicFramePr>
              <p:cNvPr id="48166" name="Object 17">
                <a:hlinkClick r:id="" action="ppaction://ole?verb="/>
              </p:cNvPr>
              <p:cNvGraphicFramePr/>
              <p:nvPr/>
            </p:nvGraphicFramePr>
            <p:xfrm>
              <a:off x="960" y="692"/>
              <a:ext cx="1671" cy="412"/>
            </p:xfrm>
            <a:graphic>
              <a:graphicData uri="http://schemas.openxmlformats.org/presentationml/2006/ole">
                <mc:AlternateContent xmlns:mc="http://schemas.openxmlformats.org/markup-compatibility/2006">
                  <mc:Choice xmlns:v="urn:schemas-microsoft-com:vml" Requires="v">
                    <p:oleObj spid="_x0000_s3211" name="" r:id="rId9" imgW="927100" imgH="241300" progId="Equation.3">
                      <p:embed/>
                    </p:oleObj>
                  </mc:Choice>
                  <mc:Fallback>
                    <p:oleObj name="" r:id="rId9" imgW="927100" imgH="241300" progId="Equation.3">
                      <p:embed/>
                      <p:pic>
                        <p:nvPicPr>
                          <p:cNvPr id="0" name="图片 3210"/>
                          <p:cNvPicPr/>
                          <p:nvPr/>
                        </p:nvPicPr>
                        <p:blipFill>
                          <a:blip r:embed="rId10"/>
                          <a:stretch>
                            <a:fillRect/>
                          </a:stretch>
                        </p:blipFill>
                        <p:spPr>
                          <a:xfrm>
                            <a:off x="960" y="692"/>
                            <a:ext cx="1671" cy="412"/>
                          </a:xfrm>
                          <a:prstGeom prst="rect">
                            <a:avLst/>
                          </a:prstGeom>
                          <a:noFill/>
                          <a:ln w="38100">
                            <a:noFill/>
                            <a:miter/>
                          </a:ln>
                        </p:spPr>
                      </p:pic>
                    </p:oleObj>
                  </mc:Fallback>
                </mc:AlternateContent>
              </a:graphicData>
            </a:graphic>
          </p:graphicFrame>
          <p:sp>
            <p:nvSpPr>
              <p:cNvPr id="48167" name="AutoShape 18"/>
              <p:cNvSpPr/>
              <p:nvPr/>
            </p:nvSpPr>
            <p:spPr>
              <a:xfrm>
                <a:off x="768" y="443"/>
                <a:ext cx="95" cy="484"/>
              </a:xfrm>
              <a:prstGeom prst="leftBrace">
                <a:avLst>
                  <a:gd name="adj1" fmla="val 42456"/>
                  <a:gd name="adj2" fmla="val 50000"/>
                </a:avLst>
              </a:prstGeom>
              <a:noFill/>
              <a:ln w="381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8168" name="Line 19"/>
              <p:cNvSpPr/>
              <p:nvPr/>
            </p:nvSpPr>
            <p:spPr>
              <a:xfrm flipV="1">
                <a:off x="1632" y="1056"/>
                <a:ext cx="240" cy="8"/>
              </a:xfrm>
              <a:prstGeom prst="line">
                <a:avLst/>
              </a:prstGeom>
              <a:ln w="38100" cap="flat" cmpd="sng">
                <a:solidFill>
                  <a:srgbClr val="FF0000"/>
                </a:solidFill>
                <a:prstDash val="solid"/>
                <a:headEnd type="none" w="med" len="med"/>
                <a:tailEnd type="none" w="med" len="med"/>
              </a:ln>
            </p:spPr>
          </p:sp>
          <p:sp>
            <p:nvSpPr>
              <p:cNvPr id="48169" name="Rectangle 20"/>
              <p:cNvSpPr/>
              <p:nvPr/>
            </p:nvSpPr>
            <p:spPr>
              <a:xfrm>
                <a:off x="4284" y="756"/>
                <a:ext cx="116" cy="404"/>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endParaRPr lang="en-US" altLang="zh-CN" sz="3600" b="1" dirty="0">
                  <a:solidFill>
                    <a:srgbClr val="FF3300"/>
                  </a:solidFill>
                  <a:latin typeface="Times New Roman" panose="02020603050405020304" pitchFamily="18" charset="0"/>
                  <a:ea typeface="华文中宋" panose="02010600040101010101" pitchFamily="2" charset="-122"/>
                  <a:sym typeface="Symbol" panose="05050102010706020507" pitchFamily="18" charset="2"/>
                </a:endParaRPr>
              </a:p>
            </p:txBody>
          </p:sp>
          <p:sp>
            <p:nvSpPr>
              <p:cNvPr id="48170" name="Line 21"/>
              <p:cNvSpPr/>
              <p:nvPr/>
            </p:nvSpPr>
            <p:spPr>
              <a:xfrm>
                <a:off x="1632" y="624"/>
                <a:ext cx="384" cy="0"/>
              </a:xfrm>
              <a:prstGeom prst="line">
                <a:avLst/>
              </a:prstGeom>
              <a:ln w="38100" cap="flat" cmpd="sng">
                <a:solidFill>
                  <a:srgbClr val="FF5050"/>
                </a:solidFill>
                <a:prstDash val="solid"/>
                <a:headEnd type="none" w="med" len="med"/>
                <a:tailEnd type="none" w="med" len="med"/>
              </a:ln>
            </p:spPr>
          </p:sp>
        </p:grpSp>
        <p:sp>
          <p:nvSpPr>
            <p:cNvPr id="48163" name="Line 22"/>
            <p:cNvSpPr/>
            <p:nvPr/>
          </p:nvSpPr>
          <p:spPr>
            <a:xfrm>
              <a:off x="2448" y="624"/>
              <a:ext cx="912" cy="0"/>
            </a:xfrm>
            <a:prstGeom prst="line">
              <a:avLst/>
            </a:prstGeom>
            <a:ln w="38100" cap="flat" cmpd="sng">
              <a:solidFill>
                <a:schemeClr val="accent2"/>
              </a:solidFill>
              <a:prstDash val="solid"/>
              <a:headEnd type="none" w="med" len="med"/>
              <a:tailEnd type="none" w="med" len="med"/>
            </a:ln>
          </p:spPr>
        </p:sp>
        <p:sp>
          <p:nvSpPr>
            <p:cNvPr id="48164" name="Line 23"/>
            <p:cNvSpPr/>
            <p:nvPr/>
          </p:nvSpPr>
          <p:spPr>
            <a:xfrm>
              <a:off x="2208" y="1056"/>
              <a:ext cx="336" cy="0"/>
            </a:xfrm>
            <a:prstGeom prst="line">
              <a:avLst/>
            </a:prstGeom>
            <a:ln w="38100" cap="flat" cmpd="sng">
              <a:solidFill>
                <a:schemeClr val="accent2"/>
              </a:solidFill>
              <a:prstDash val="solid"/>
              <a:headEnd type="none" w="med" len="med"/>
              <a:tailEnd type="none" w="med" len="med"/>
            </a:ln>
          </p:spPr>
        </p:sp>
      </p:grpSp>
      <p:sp>
        <p:nvSpPr>
          <p:cNvPr id="48137" name="Rectangle 24" descr="40%"/>
          <p:cNvSpPr/>
          <p:nvPr/>
        </p:nvSpPr>
        <p:spPr>
          <a:xfrm>
            <a:off x="1371600" y="4875213"/>
            <a:ext cx="4343400" cy="685800"/>
          </a:xfrm>
          <a:prstGeom prst="rect">
            <a:avLst/>
          </a:prstGeom>
          <a:noFill/>
          <a:ln w="38100">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aphicFrame>
        <p:nvGraphicFramePr>
          <p:cNvPr id="816153" name="Object 25">
            <a:hlinkClick r:id="" action="ppaction://ole?verb="/>
          </p:cNvPr>
          <p:cNvGraphicFramePr/>
          <p:nvPr/>
        </p:nvGraphicFramePr>
        <p:xfrm>
          <a:off x="2071688" y="5180013"/>
          <a:ext cx="2949575" cy="577850"/>
        </p:xfrm>
        <a:graphic>
          <a:graphicData uri="http://schemas.openxmlformats.org/presentationml/2006/ole">
            <mc:AlternateContent xmlns:mc="http://schemas.openxmlformats.org/markup-compatibility/2006">
              <mc:Choice xmlns:v="urn:schemas-microsoft-com:vml" Requires="v">
                <p:oleObj spid="_x0000_s3217" name="" r:id="rId11" imgW="1168400" imgH="228600" progId="Equation.3">
                  <p:embed/>
                </p:oleObj>
              </mc:Choice>
              <mc:Fallback>
                <p:oleObj name="" r:id="rId11" imgW="1168400" imgH="228600" progId="Equation.3">
                  <p:embed/>
                  <p:pic>
                    <p:nvPicPr>
                      <p:cNvPr id="0" name="图片 3216"/>
                      <p:cNvPicPr/>
                      <p:nvPr/>
                    </p:nvPicPr>
                    <p:blipFill>
                      <a:blip r:embed="rId12"/>
                      <a:stretch>
                        <a:fillRect/>
                      </a:stretch>
                    </p:blipFill>
                    <p:spPr>
                      <a:xfrm>
                        <a:off x="2071688" y="5180013"/>
                        <a:ext cx="2949575" cy="577850"/>
                      </a:xfrm>
                      <a:prstGeom prst="rect">
                        <a:avLst/>
                      </a:prstGeom>
                      <a:solidFill>
                        <a:srgbClr val="A9ECF5"/>
                      </a:solidFill>
                      <a:ln w="38100">
                        <a:noFill/>
                        <a:miter/>
                      </a:ln>
                    </p:spPr>
                  </p:pic>
                </p:oleObj>
              </mc:Fallback>
            </mc:AlternateContent>
          </a:graphicData>
        </a:graphic>
      </p:graphicFrame>
      <p:sp>
        <p:nvSpPr>
          <p:cNvPr id="816154" name="Rectangle 26"/>
          <p:cNvSpPr>
            <a:spLocks noChangeArrowheads="1"/>
          </p:cNvSpPr>
          <p:nvPr/>
        </p:nvSpPr>
        <p:spPr bwMode="auto">
          <a:xfrm>
            <a:off x="762000" y="4587875"/>
            <a:ext cx="7467600" cy="515938"/>
          </a:xfrm>
          <a:prstGeom prst="rect">
            <a:avLst/>
          </a:prstGeom>
          <a:noFill/>
          <a:ln w="12700">
            <a:noFill/>
            <a:miter lim="800000"/>
          </a:ln>
          <a:effectLst/>
        </p:spPr>
        <p:txBody>
          <a:bodyPr lIns="90488" tIns="44450" rIns="90488" bIns="44450">
            <a:spAutoFit/>
          </a:bodyPr>
          <a:lstStyle/>
          <a:p>
            <a:pPr marL="0" marR="0" lvl="0" indent="0" algn="l" defTabSz="7620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用相量形式写出电感电压与电流之间的关系</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16155" name="Text Box 27"/>
          <p:cNvSpPr txBox="1">
            <a:spLocks noChangeArrowheads="1"/>
          </p:cNvSpPr>
          <p:nvPr/>
        </p:nvSpPr>
        <p:spPr bwMode="auto">
          <a:xfrm>
            <a:off x="609600" y="5713413"/>
            <a:ext cx="8001000" cy="884238"/>
          </a:xfrm>
          <a:prstGeom prst="rect">
            <a:avLst/>
          </a:prstGeom>
          <a:noFill/>
          <a:ln w="9525">
            <a:noFill/>
            <a:miter lim="800000"/>
          </a:ln>
          <a:effectLst/>
        </p:spPr>
        <p:txBody>
          <a:bodyPr>
            <a:spAutoFit/>
          </a:bodyPr>
          <a:lstStyle/>
          <a:p>
            <a:pPr marR="0" defTabSz="914400" eaLnBrk="1" hangingPunct="1">
              <a:buClrTx/>
              <a:buSzTx/>
              <a:buFontTx/>
              <a:defRPr/>
            </a:pP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这是电感电路中欧姆定律的相量形式，既表示了电压与电流有效值之间的关系，也反映了二者之间的相位差。</a:t>
            </a:r>
            <a:endPar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16156" name="Text Box 28"/>
          <p:cNvSpPr txBox="1"/>
          <p:nvPr/>
        </p:nvSpPr>
        <p:spPr>
          <a:xfrm>
            <a:off x="6011863" y="5214938"/>
            <a:ext cx="2224087"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3-15</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pSp>
        <p:nvGrpSpPr>
          <p:cNvPr id="7" name="Group 29"/>
          <p:cNvGrpSpPr/>
          <p:nvPr/>
        </p:nvGrpSpPr>
        <p:grpSpPr>
          <a:xfrm>
            <a:off x="6351588" y="1065213"/>
            <a:ext cx="1344612" cy="2212975"/>
            <a:chOff x="670" y="336"/>
            <a:chExt cx="847" cy="1394"/>
          </a:xfrm>
        </p:grpSpPr>
        <p:grpSp>
          <p:nvGrpSpPr>
            <p:cNvPr id="48144" name="Group 30"/>
            <p:cNvGrpSpPr/>
            <p:nvPr/>
          </p:nvGrpSpPr>
          <p:grpSpPr>
            <a:xfrm>
              <a:off x="934" y="336"/>
              <a:ext cx="329" cy="278"/>
              <a:chOff x="4368" y="672"/>
              <a:chExt cx="284" cy="240"/>
            </a:xfrm>
          </p:grpSpPr>
          <p:graphicFrame>
            <p:nvGraphicFramePr>
              <p:cNvPr id="48160" name="Object 31"/>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3218" name="" r:id="rId13" imgW="12700" imgH="12700" progId="Equation.3">
                      <p:embed/>
                    </p:oleObj>
                  </mc:Choice>
                  <mc:Fallback>
                    <p:oleObj name="" r:id="rId13" imgW="12700" imgH="12700" progId="Equation.3">
                      <p:embed/>
                      <p:pic>
                        <p:nvPicPr>
                          <p:cNvPr id="0" name="图片 3217"/>
                          <p:cNvPicPr/>
                          <p:nvPr/>
                        </p:nvPicPr>
                        <p:blipFill>
                          <a:blip r:embed="rId14">
                            <a:clrChange>
                              <a:clrFrom>
                                <a:srgbClr val="000000"/>
                              </a:clrFrom>
                              <a:clrTo>
                                <a:srgbClr val="FF0000"/>
                              </a:clrTo>
                            </a:clrChange>
                          </a:blip>
                          <a:stretch>
                            <a:fillRect/>
                          </a:stretch>
                        </p:blipFill>
                        <p:spPr>
                          <a:xfrm>
                            <a:off x="4416" y="672"/>
                            <a:ext cx="132" cy="240"/>
                          </a:xfrm>
                          <a:prstGeom prst="rect">
                            <a:avLst/>
                          </a:prstGeom>
                          <a:noFill/>
                          <a:ln w="38100">
                            <a:noFill/>
                            <a:miter/>
                          </a:ln>
                        </p:spPr>
                      </p:pic>
                    </p:oleObj>
                  </mc:Fallback>
                </mc:AlternateContent>
              </a:graphicData>
            </a:graphic>
          </p:graphicFrame>
          <p:sp>
            <p:nvSpPr>
              <p:cNvPr id="48161" name="Line 32"/>
              <p:cNvSpPr/>
              <p:nvPr/>
            </p:nvSpPr>
            <p:spPr>
              <a:xfrm>
                <a:off x="4368" y="912"/>
                <a:ext cx="284" cy="0"/>
              </a:xfrm>
              <a:prstGeom prst="line">
                <a:avLst/>
              </a:prstGeom>
              <a:ln w="38100" cap="flat" cmpd="sng">
                <a:solidFill>
                  <a:srgbClr val="FF0000"/>
                </a:solidFill>
                <a:prstDash val="solid"/>
                <a:headEnd type="none" w="med" len="med"/>
                <a:tailEnd type="triangle" w="med" len="med"/>
              </a:ln>
            </p:spPr>
          </p:sp>
        </p:grpSp>
        <p:graphicFrame>
          <p:nvGraphicFramePr>
            <p:cNvPr id="48145" name="Object 33"/>
            <p:cNvGraphicFramePr>
              <a:graphicFrameLocks noChangeAspect="1"/>
            </p:cNvGraphicFramePr>
            <p:nvPr/>
          </p:nvGraphicFramePr>
          <p:xfrm>
            <a:off x="705" y="1104"/>
            <a:ext cx="160" cy="176"/>
          </p:xfrm>
          <a:graphic>
            <a:graphicData uri="http://schemas.openxmlformats.org/presentationml/2006/ole">
              <mc:AlternateContent xmlns:mc="http://schemas.openxmlformats.org/markup-compatibility/2006">
                <mc:Choice xmlns:v="urn:schemas-microsoft-com:vml" Requires="v">
                  <p:oleObj spid="_x0000_s3216" name="" r:id="rId15" imgW="12700" imgH="12700" progId="Equation.3">
                    <p:embed/>
                  </p:oleObj>
                </mc:Choice>
                <mc:Fallback>
                  <p:oleObj name="" r:id="rId15" imgW="12700" imgH="12700" progId="Equation.3">
                    <p:embed/>
                    <p:pic>
                      <p:nvPicPr>
                        <p:cNvPr id="0" name="图片 3215"/>
                        <p:cNvPicPr/>
                        <p:nvPr/>
                      </p:nvPicPr>
                      <p:blipFill>
                        <a:blip r:embed="rId16">
                          <a:clrChange>
                            <a:clrFrom>
                              <a:srgbClr val="000000"/>
                            </a:clrFrom>
                            <a:clrTo>
                              <a:srgbClr val="FF0000"/>
                            </a:clrTo>
                          </a:clrChange>
                        </a:blip>
                        <a:stretch>
                          <a:fillRect/>
                        </a:stretch>
                      </p:blipFill>
                      <p:spPr>
                        <a:xfrm>
                          <a:off x="705" y="1104"/>
                          <a:ext cx="160" cy="176"/>
                        </a:xfrm>
                        <a:prstGeom prst="rect">
                          <a:avLst/>
                        </a:prstGeom>
                        <a:noFill/>
                        <a:ln w="38100">
                          <a:noFill/>
                          <a:miter/>
                        </a:ln>
                      </p:spPr>
                    </p:pic>
                  </p:oleObj>
                </mc:Fallback>
              </mc:AlternateContent>
            </a:graphicData>
          </a:graphic>
        </p:graphicFrame>
        <p:sp>
          <p:nvSpPr>
            <p:cNvPr id="48146" name="Text Box 34"/>
            <p:cNvSpPr txBox="1"/>
            <p:nvPr/>
          </p:nvSpPr>
          <p:spPr>
            <a:xfrm>
              <a:off x="670" y="637"/>
              <a:ext cx="253" cy="33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48147" name="Text Box 35"/>
            <p:cNvSpPr txBox="1"/>
            <p:nvPr/>
          </p:nvSpPr>
          <p:spPr>
            <a:xfrm>
              <a:off x="672" y="1362"/>
              <a:ext cx="202" cy="368"/>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dirty="0">
                  <a:solidFill>
                    <a:srgbClr val="FF0000"/>
                  </a:solidFill>
                  <a:latin typeface="Times New Roman" panose="02020603050405020304" pitchFamily="18" charset="0"/>
                  <a:ea typeface="华文中宋" panose="02010600040101010101" pitchFamily="2" charset="-122"/>
                </a:rPr>
                <a:t>-</a:t>
              </a:r>
              <a:endParaRPr lang="en-US" altLang="zh-CN" b="1" dirty="0">
                <a:solidFill>
                  <a:srgbClr val="FF0000"/>
                </a:solidFill>
                <a:latin typeface="Times New Roman" panose="02020603050405020304" pitchFamily="18" charset="0"/>
                <a:ea typeface="华文中宋" panose="02010600040101010101" pitchFamily="2" charset="-122"/>
              </a:endParaRPr>
            </a:p>
          </p:txBody>
        </p:sp>
        <p:grpSp>
          <p:nvGrpSpPr>
            <p:cNvPr id="48148" name="Group 36"/>
            <p:cNvGrpSpPr/>
            <p:nvPr/>
          </p:nvGrpSpPr>
          <p:grpSpPr>
            <a:xfrm>
              <a:off x="1425" y="696"/>
              <a:ext cx="92" cy="1001"/>
              <a:chOff x="4127" y="671"/>
              <a:chExt cx="68" cy="918"/>
            </a:xfrm>
          </p:grpSpPr>
          <p:sp>
            <p:nvSpPr>
              <p:cNvPr id="48154" name="Freeform 37"/>
              <p:cNvSpPr/>
              <p:nvPr/>
            </p:nvSpPr>
            <p:spPr>
              <a:xfrm>
                <a:off x="4127" y="100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8155" name="Freeform 38"/>
              <p:cNvSpPr/>
              <p:nvPr/>
            </p:nvSpPr>
            <p:spPr>
              <a:xfrm>
                <a:off x="4127" y="112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8156" name="Freeform 39"/>
              <p:cNvSpPr/>
              <p:nvPr/>
            </p:nvSpPr>
            <p:spPr>
              <a:xfrm>
                <a:off x="4127" y="124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8157" name="Line 40"/>
              <p:cNvSpPr/>
              <p:nvPr/>
            </p:nvSpPr>
            <p:spPr>
              <a:xfrm>
                <a:off x="4132" y="1361"/>
                <a:ext cx="0" cy="228"/>
              </a:xfrm>
              <a:prstGeom prst="line">
                <a:avLst/>
              </a:prstGeom>
              <a:ln w="38100" cap="flat" cmpd="sng">
                <a:solidFill>
                  <a:schemeClr val="tx1"/>
                </a:solidFill>
                <a:prstDash val="solid"/>
                <a:headEnd type="none" w="med" len="med"/>
                <a:tailEnd type="none" w="med" len="med"/>
              </a:ln>
            </p:spPr>
          </p:sp>
          <p:sp>
            <p:nvSpPr>
              <p:cNvPr id="48158" name="Line 41"/>
              <p:cNvSpPr/>
              <p:nvPr/>
            </p:nvSpPr>
            <p:spPr>
              <a:xfrm>
                <a:off x="4132" y="671"/>
                <a:ext cx="0" cy="228"/>
              </a:xfrm>
              <a:prstGeom prst="line">
                <a:avLst/>
              </a:prstGeom>
              <a:ln w="38100" cap="flat" cmpd="sng">
                <a:solidFill>
                  <a:schemeClr val="tx1"/>
                </a:solidFill>
                <a:prstDash val="solid"/>
                <a:headEnd type="none" w="med" len="med"/>
                <a:tailEnd type="none" w="med" len="med"/>
              </a:ln>
            </p:spPr>
          </p:sp>
          <p:sp>
            <p:nvSpPr>
              <p:cNvPr id="48159" name="Freeform 42"/>
              <p:cNvSpPr/>
              <p:nvPr/>
            </p:nvSpPr>
            <p:spPr>
              <a:xfrm>
                <a:off x="4127" y="892"/>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48149" name="Line 43"/>
            <p:cNvSpPr/>
            <p:nvPr/>
          </p:nvSpPr>
          <p:spPr>
            <a:xfrm>
              <a:off x="833" y="696"/>
              <a:ext cx="592" cy="0"/>
            </a:xfrm>
            <a:prstGeom prst="line">
              <a:avLst/>
            </a:prstGeom>
            <a:ln w="38100" cap="flat" cmpd="sng">
              <a:solidFill>
                <a:schemeClr val="tx1"/>
              </a:solidFill>
              <a:prstDash val="solid"/>
              <a:headEnd type="none" w="med" len="med"/>
              <a:tailEnd type="none" w="med" len="med"/>
            </a:ln>
          </p:spPr>
        </p:sp>
        <p:sp>
          <p:nvSpPr>
            <p:cNvPr id="48150" name="Line 44"/>
            <p:cNvSpPr/>
            <p:nvPr/>
          </p:nvSpPr>
          <p:spPr>
            <a:xfrm>
              <a:off x="833" y="1690"/>
              <a:ext cx="592" cy="0"/>
            </a:xfrm>
            <a:prstGeom prst="line">
              <a:avLst/>
            </a:prstGeom>
            <a:ln w="38100" cap="flat" cmpd="sng">
              <a:solidFill>
                <a:schemeClr val="tx1"/>
              </a:solidFill>
              <a:prstDash val="solid"/>
              <a:headEnd type="none" w="med" len="med"/>
              <a:tailEnd type="none" w="med" len="med"/>
            </a:ln>
          </p:spPr>
        </p:sp>
        <p:sp>
          <p:nvSpPr>
            <p:cNvPr id="48151" name="Oval 45"/>
            <p:cNvSpPr/>
            <p:nvPr/>
          </p:nvSpPr>
          <p:spPr>
            <a:xfrm>
              <a:off x="791" y="669"/>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8152" name="Text Box 46"/>
            <p:cNvSpPr txBox="1"/>
            <p:nvPr/>
          </p:nvSpPr>
          <p:spPr>
            <a:xfrm>
              <a:off x="1170" y="1051"/>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48153" name="Oval 47"/>
            <p:cNvSpPr/>
            <p:nvPr/>
          </p:nvSpPr>
          <p:spPr>
            <a:xfrm>
              <a:off x="791" y="1671"/>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48143" name="Text Box 25"/>
          <p:cNvSpPr txBox="1"/>
          <p:nvPr/>
        </p:nvSpPr>
        <p:spPr>
          <a:xfrm>
            <a:off x="6875463" y="1022350"/>
            <a:ext cx="269875"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i="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par>
                          <p:cTn id="28" fill="hold">
                            <p:stCondLst>
                              <p:cond delay="500"/>
                            </p:stCondLst>
                            <p:childTnLst>
                              <p:par>
                                <p:cTn id="29" presetID="16" presetClass="entr" presetSubtype="37" fill="hold" grpId="0" nodeType="afterEffect">
                                  <p:stCondLst>
                                    <p:cond delay="0"/>
                                  </p:stCondLst>
                                  <p:childTnLst>
                                    <p:set>
                                      <p:cBhvr>
                                        <p:cTn id="30" dur="1" fill="hold">
                                          <p:stCondLst>
                                            <p:cond delay="0"/>
                                          </p:stCondLst>
                                        </p:cTn>
                                        <p:tgtEl>
                                          <p:spTgt spid="816134">
                                            <p:txEl>
                                              <p:charRg st="0" end="26"/>
                                            </p:txEl>
                                          </p:spTgt>
                                        </p:tgtEl>
                                        <p:attrNameLst>
                                          <p:attrName>style.visibility</p:attrName>
                                        </p:attrNameLst>
                                      </p:cBhvr>
                                      <p:to>
                                        <p:strVal val="visible"/>
                                      </p:to>
                                    </p:set>
                                    <p:animEffect transition="in" filter="barn(outVertical)">
                                      <p:cBhvr>
                                        <p:cTn id="31" dur="500"/>
                                        <p:tgtEl>
                                          <p:spTgt spid="816134">
                                            <p:txEl>
                                              <p:charRg st="0" end="2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37" fill="hold" grpId="0" nodeType="clickEffect">
                                  <p:stCondLst>
                                    <p:cond delay="0"/>
                                  </p:stCondLst>
                                  <p:childTnLst>
                                    <p:set>
                                      <p:cBhvr>
                                        <p:cTn id="35" dur="1" fill="hold">
                                          <p:stCondLst>
                                            <p:cond delay="0"/>
                                          </p:stCondLst>
                                        </p:cTn>
                                        <p:tgtEl>
                                          <p:spTgt spid="816154">
                                            <p:txEl>
                                              <p:charRg st="0" end="21"/>
                                            </p:txEl>
                                          </p:spTgt>
                                        </p:tgtEl>
                                        <p:attrNameLst>
                                          <p:attrName>style.visibility</p:attrName>
                                        </p:attrNameLst>
                                      </p:cBhvr>
                                      <p:to>
                                        <p:strVal val="visible"/>
                                      </p:to>
                                    </p:set>
                                    <p:animEffect transition="in" filter="barn(outVertical)">
                                      <p:cBhvr>
                                        <p:cTn id="36" dur="500"/>
                                        <p:tgtEl>
                                          <p:spTgt spid="816154">
                                            <p:txEl>
                                              <p:charRg st="0" end="21"/>
                                            </p:txEl>
                                          </p:spTgt>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816153"/>
                                        </p:tgtEl>
                                        <p:attrNameLst>
                                          <p:attrName>style.visibility</p:attrName>
                                        </p:attrNameLst>
                                      </p:cBhvr>
                                      <p:to>
                                        <p:strVal val="visible"/>
                                      </p:to>
                                    </p:set>
                                    <p:animEffect transition="in" filter="wipe(left)">
                                      <p:cBhvr>
                                        <p:cTn id="40" dur="500"/>
                                        <p:tgtEl>
                                          <p:spTgt spid="816153"/>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816156"/>
                                        </p:tgtEl>
                                        <p:attrNameLst>
                                          <p:attrName>style.visibility</p:attrName>
                                        </p:attrNameLst>
                                      </p:cBhvr>
                                      <p:to>
                                        <p:strVal val="visible"/>
                                      </p:to>
                                    </p:set>
                                    <p:animEffect transition="in" filter="wipe(left)">
                                      <p:cBhvr>
                                        <p:cTn id="44" dur="500"/>
                                        <p:tgtEl>
                                          <p:spTgt spid="816156"/>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816155"/>
                                        </p:tgtEl>
                                        <p:attrNameLst>
                                          <p:attrName>style.visibility</p:attrName>
                                        </p:attrNameLst>
                                      </p:cBhvr>
                                      <p:to>
                                        <p:strVal val="visible"/>
                                      </p:to>
                                    </p:set>
                                    <p:animEffect transition="in" filter="box(out)">
                                      <p:cBhvr>
                                        <p:cTn id="49" dur="500"/>
                                        <p:tgtEl>
                                          <p:spTgt spid="81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4" grpId="0" advAuto="1000" build="p"/>
      <p:bldP spid="816154" grpId="0" advAuto="1000" build="p"/>
      <p:bldP spid="816155" grpId="0"/>
      <p:bldP spid="81615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49155" name="Rectangle 3"/>
          <p:cNvSpPr/>
          <p:nvPr/>
        </p:nvSpPr>
        <p:spPr>
          <a:xfrm>
            <a:off x="6119813" y="2838450"/>
            <a:ext cx="2057400" cy="1524000"/>
          </a:xfrm>
          <a:prstGeom prst="rect">
            <a:avLst/>
          </a:prstGeom>
          <a:noFill/>
          <a:ln w="38100">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9156" name="Rectangle 4"/>
          <p:cNvSpPr/>
          <p:nvPr/>
        </p:nvSpPr>
        <p:spPr>
          <a:xfrm>
            <a:off x="2024063" y="4762500"/>
            <a:ext cx="2895600" cy="457200"/>
          </a:xfrm>
          <a:prstGeom prst="rect">
            <a:avLst/>
          </a:prstGeom>
          <a:noFill/>
          <a:ln w="12700">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aphicFrame>
        <p:nvGraphicFramePr>
          <p:cNvPr id="817157" name="Object 5">
            <a:hlinkClick r:id="" action="ppaction://ole?verb="/>
          </p:cNvPr>
          <p:cNvGraphicFramePr/>
          <p:nvPr/>
        </p:nvGraphicFramePr>
        <p:xfrm>
          <a:off x="1243013" y="4419600"/>
          <a:ext cx="3046412" cy="577850"/>
        </p:xfrm>
        <a:graphic>
          <a:graphicData uri="http://schemas.openxmlformats.org/presentationml/2006/ole">
            <mc:AlternateContent xmlns:mc="http://schemas.openxmlformats.org/markup-compatibility/2006">
              <mc:Choice xmlns:v="urn:schemas-microsoft-com:vml" Requires="v">
                <p:oleObj spid="_x0000_s3220" name="" r:id="rId1" imgW="1206500" imgH="228600" progId="Equation.3">
                  <p:embed/>
                </p:oleObj>
              </mc:Choice>
              <mc:Fallback>
                <p:oleObj name="" r:id="rId1" imgW="1206500" imgH="228600" progId="Equation.3">
                  <p:embed/>
                  <p:pic>
                    <p:nvPicPr>
                      <p:cNvPr id="0" name="图片 3219"/>
                      <p:cNvPicPr/>
                      <p:nvPr/>
                    </p:nvPicPr>
                    <p:blipFill>
                      <a:blip r:embed="rId2"/>
                      <a:stretch>
                        <a:fillRect/>
                      </a:stretch>
                    </p:blipFill>
                    <p:spPr>
                      <a:xfrm>
                        <a:off x="1243013" y="4419600"/>
                        <a:ext cx="3046412" cy="577850"/>
                      </a:xfrm>
                      <a:prstGeom prst="rect">
                        <a:avLst/>
                      </a:prstGeom>
                      <a:solidFill>
                        <a:srgbClr val="E9FCC8"/>
                      </a:solidFill>
                      <a:ln w="38100">
                        <a:noFill/>
                        <a:miter/>
                      </a:ln>
                    </p:spPr>
                  </p:pic>
                </p:oleObj>
              </mc:Fallback>
            </mc:AlternateContent>
          </a:graphicData>
        </a:graphic>
      </p:graphicFrame>
      <p:grpSp>
        <p:nvGrpSpPr>
          <p:cNvPr id="49158" name="Group 7"/>
          <p:cNvGrpSpPr/>
          <p:nvPr/>
        </p:nvGrpSpPr>
        <p:grpSpPr>
          <a:xfrm rot="5400000">
            <a:off x="6299200" y="3759200"/>
            <a:ext cx="1341438" cy="1595438"/>
            <a:chOff x="3840" y="2519"/>
            <a:chExt cx="845" cy="1005"/>
          </a:xfrm>
        </p:grpSpPr>
        <p:sp>
          <p:nvSpPr>
            <p:cNvPr id="49213" name="Line 8"/>
            <p:cNvSpPr/>
            <p:nvPr/>
          </p:nvSpPr>
          <p:spPr>
            <a:xfrm>
              <a:off x="3845" y="3519"/>
              <a:ext cx="840" cy="0"/>
            </a:xfrm>
            <a:prstGeom prst="line">
              <a:avLst/>
            </a:prstGeom>
            <a:ln w="38100" cap="flat" cmpd="sng">
              <a:solidFill>
                <a:srgbClr val="0000FF"/>
              </a:solidFill>
              <a:prstDash val="solid"/>
              <a:headEnd type="none" w="med" len="med"/>
              <a:tailEnd type="triangle" w="sm" len="lg"/>
            </a:ln>
          </p:spPr>
        </p:sp>
        <p:sp>
          <p:nvSpPr>
            <p:cNvPr id="49214" name="Line 9"/>
            <p:cNvSpPr/>
            <p:nvPr/>
          </p:nvSpPr>
          <p:spPr>
            <a:xfrm flipV="1">
              <a:off x="3840" y="2519"/>
              <a:ext cx="0" cy="1005"/>
            </a:xfrm>
            <a:prstGeom prst="line">
              <a:avLst/>
            </a:prstGeom>
            <a:ln w="38100" cap="flat" cmpd="sng">
              <a:solidFill>
                <a:srgbClr val="FF3300"/>
              </a:solidFill>
              <a:prstDash val="solid"/>
              <a:headEnd type="none" w="med" len="med"/>
              <a:tailEnd type="triangle" w="sm" len="lg"/>
            </a:ln>
          </p:spPr>
        </p:sp>
        <p:sp>
          <p:nvSpPr>
            <p:cNvPr id="49215" name="Line 10"/>
            <p:cNvSpPr/>
            <p:nvPr/>
          </p:nvSpPr>
          <p:spPr>
            <a:xfrm>
              <a:off x="3845" y="3401"/>
              <a:ext cx="103" cy="0"/>
            </a:xfrm>
            <a:prstGeom prst="line">
              <a:avLst/>
            </a:prstGeom>
            <a:ln w="38100" cap="flat" cmpd="sng">
              <a:solidFill>
                <a:schemeClr val="tx1"/>
              </a:solidFill>
              <a:prstDash val="solid"/>
              <a:headEnd type="none" w="med" len="med"/>
              <a:tailEnd type="none" w="med" len="med"/>
            </a:ln>
          </p:spPr>
        </p:sp>
        <p:sp>
          <p:nvSpPr>
            <p:cNvPr id="49216" name="Line 11"/>
            <p:cNvSpPr/>
            <p:nvPr/>
          </p:nvSpPr>
          <p:spPr>
            <a:xfrm>
              <a:off x="3966" y="3408"/>
              <a:ext cx="0" cy="107"/>
            </a:xfrm>
            <a:prstGeom prst="line">
              <a:avLst/>
            </a:prstGeom>
            <a:ln w="38100" cap="flat" cmpd="sng">
              <a:solidFill>
                <a:schemeClr val="tx1"/>
              </a:solidFill>
              <a:prstDash val="solid"/>
              <a:headEnd type="none" w="med" len="med"/>
              <a:tailEnd type="none" w="med" len="med"/>
            </a:ln>
          </p:spPr>
        </p:sp>
      </p:grpSp>
      <p:graphicFrame>
        <p:nvGraphicFramePr>
          <p:cNvPr id="49159" name="Object 12">
            <a:hlinkClick r:id="" action="ppaction://ole?verb="/>
          </p:cNvPr>
          <p:cNvGraphicFramePr/>
          <p:nvPr/>
        </p:nvGraphicFramePr>
        <p:xfrm>
          <a:off x="7670800" y="3970338"/>
          <a:ext cx="465138" cy="449262"/>
        </p:xfrm>
        <a:graphic>
          <a:graphicData uri="http://schemas.openxmlformats.org/presentationml/2006/ole">
            <mc:AlternateContent xmlns:mc="http://schemas.openxmlformats.org/markup-compatibility/2006">
              <mc:Choice xmlns:v="urn:schemas-microsoft-com:vml" Requires="v">
                <p:oleObj spid="_x0000_s3221" name="" r:id="rId3" imgW="25400" imgH="76200" progId="Equation.3">
                  <p:embed/>
                </p:oleObj>
              </mc:Choice>
              <mc:Fallback>
                <p:oleObj name="" r:id="rId3" imgW="25400" imgH="76200" progId="Equation.3">
                  <p:embed/>
                  <p:pic>
                    <p:nvPicPr>
                      <p:cNvPr id="0" name="图片 3220"/>
                      <p:cNvPicPr/>
                      <p:nvPr/>
                    </p:nvPicPr>
                    <p:blipFill>
                      <a:blip r:embed="rId4">
                        <a:clrChange>
                          <a:clrFrom>
                            <a:srgbClr val="000000"/>
                          </a:clrFrom>
                          <a:clrTo>
                            <a:srgbClr val="FF0000"/>
                          </a:clrTo>
                        </a:clrChange>
                      </a:blip>
                      <a:stretch>
                        <a:fillRect/>
                      </a:stretch>
                    </p:blipFill>
                    <p:spPr>
                      <a:xfrm>
                        <a:off x="7670800" y="3970338"/>
                        <a:ext cx="465138" cy="449262"/>
                      </a:xfrm>
                      <a:prstGeom prst="rect">
                        <a:avLst/>
                      </a:prstGeom>
                      <a:noFill/>
                      <a:ln w="38100">
                        <a:noFill/>
                        <a:miter/>
                      </a:ln>
                    </p:spPr>
                  </p:pic>
                </p:oleObj>
              </mc:Fallback>
            </mc:AlternateContent>
          </a:graphicData>
        </a:graphic>
      </p:graphicFrame>
      <p:graphicFrame>
        <p:nvGraphicFramePr>
          <p:cNvPr id="49160" name="Object 13">
            <a:hlinkClick r:id="" action="ppaction://ole?verb="/>
          </p:cNvPr>
          <p:cNvGraphicFramePr/>
          <p:nvPr/>
        </p:nvGraphicFramePr>
        <p:xfrm>
          <a:off x="6451600" y="4953000"/>
          <a:ext cx="246063" cy="338138"/>
        </p:xfrm>
        <a:graphic>
          <a:graphicData uri="http://schemas.openxmlformats.org/presentationml/2006/ole">
            <mc:AlternateContent xmlns:mc="http://schemas.openxmlformats.org/markup-compatibility/2006">
              <mc:Choice xmlns:v="urn:schemas-microsoft-com:vml" Requires="v">
                <p:oleObj spid="_x0000_s3222" name="" r:id="rId5" imgW="12700" imgH="12700" progId="Equation.3">
                  <p:embed/>
                </p:oleObj>
              </mc:Choice>
              <mc:Fallback>
                <p:oleObj name="" r:id="rId5" imgW="12700" imgH="12700" progId="Equation.3">
                  <p:embed/>
                  <p:pic>
                    <p:nvPicPr>
                      <p:cNvPr id="0" name="图片 3221"/>
                      <p:cNvPicPr/>
                      <p:nvPr/>
                    </p:nvPicPr>
                    <p:blipFill>
                      <a:blip r:embed="rId6">
                        <a:clrChange>
                          <a:clrFrom>
                            <a:srgbClr val="000000"/>
                          </a:clrFrom>
                          <a:clrTo>
                            <a:srgbClr val="FF0000"/>
                          </a:clrTo>
                        </a:clrChange>
                      </a:blip>
                      <a:stretch>
                        <a:fillRect/>
                      </a:stretch>
                    </p:blipFill>
                    <p:spPr>
                      <a:xfrm>
                        <a:off x="6451600" y="4953000"/>
                        <a:ext cx="246063" cy="338138"/>
                      </a:xfrm>
                      <a:prstGeom prst="rect">
                        <a:avLst/>
                      </a:prstGeom>
                      <a:noFill/>
                      <a:ln w="38100">
                        <a:noFill/>
                        <a:miter/>
                      </a:ln>
                    </p:spPr>
                  </p:pic>
                </p:oleObj>
              </mc:Fallback>
            </mc:AlternateContent>
          </a:graphicData>
        </a:graphic>
      </p:graphicFrame>
      <p:sp>
        <p:nvSpPr>
          <p:cNvPr id="817166" name="Rectangle 14"/>
          <p:cNvSpPr/>
          <p:nvPr/>
        </p:nvSpPr>
        <p:spPr>
          <a:xfrm>
            <a:off x="6340475" y="5445125"/>
            <a:ext cx="1255713"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solidFill>
                  <a:srgbClr val="006600"/>
                </a:solidFill>
                <a:latin typeface="Times New Roman" panose="02020603050405020304" pitchFamily="18" charset="0"/>
                <a:ea typeface="华文中宋" panose="02010600040101010101" pitchFamily="2" charset="-122"/>
              </a:rPr>
              <a:t>相量图</a:t>
            </a:r>
            <a:endParaRPr lang="zh-CN" altLang="en-US" sz="2800" b="1" dirty="0">
              <a:solidFill>
                <a:srgbClr val="006600"/>
              </a:solidFill>
              <a:latin typeface="Times New Roman" panose="02020603050405020304" pitchFamily="18" charset="0"/>
              <a:ea typeface="华文中宋" panose="02010600040101010101" pitchFamily="2" charset="-122"/>
            </a:endParaRPr>
          </a:p>
        </p:txBody>
      </p:sp>
      <p:grpSp>
        <p:nvGrpSpPr>
          <p:cNvPr id="4" name="Group 15"/>
          <p:cNvGrpSpPr/>
          <p:nvPr/>
        </p:nvGrpSpPr>
        <p:grpSpPr>
          <a:xfrm>
            <a:off x="5721350" y="838200"/>
            <a:ext cx="2667000" cy="2133600"/>
            <a:chOff x="3408" y="528"/>
            <a:chExt cx="1680" cy="1344"/>
          </a:xfrm>
        </p:grpSpPr>
        <p:grpSp>
          <p:nvGrpSpPr>
            <p:cNvPr id="49203" name="Group 16"/>
            <p:cNvGrpSpPr/>
            <p:nvPr/>
          </p:nvGrpSpPr>
          <p:grpSpPr>
            <a:xfrm>
              <a:off x="3686" y="1093"/>
              <a:ext cx="1300" cy="643"/>
              <a:chOff x="4160" y="594"/>
              <a:chExt cx="1120" cy="672"/>
            </a:xfrm>
          </p:grpSpPr>
          <p:sp>
            <p:nvSpPr>
              <p:cNvPr id="49211" name="Line 17"/>
              <p:cNvSpPr/>
              <p:nvPr/>
            </p:nvSpPr>
            <p:spPr>
              <a:xfrm flipV="1">
                <a:off x="4160" y="864"/>
                <a:ext cx="784" cy="402"/>
              </a:xfrm>
              <a:prstGeom prst="line">
                <a:avLst/>
              </a:prstGeom>
              <a:ln w="38100" cap="flat" cmpd="sng">
                <a:solidFill>
                  <a:srgbClr val="FF0000"/>
                </a:solidFill>
                <a:prstDash val="solid"/>
                <a:headEnd type="none" w="med" len="med"/>
                <a:tailEnd type="none" w="med" len="med"/>
              </a:ln>
            </p:spPr>
          </p:sp>
          <p:graphicFrame>
            <p:nvGraphicFramePr>
              <p:cNvPr id="49212" name="Object 18">
                <a:hlinkClick r:id="" action="ppaction://ole?verb="/>
              </p:cNvPr>
              <p:cNvGraphicFramePr/>
              <p:nvPr/>
            </p:nvGraphicFramePr>
            <p:xfrm>
              <a:off x="4910" y="594"/>
              <a:ext cx="370" cy="336"/>
            </p:xfrm>
            <a:graphic>
              <a:graphicData uri="http://schemas.openxmlformats.org/presentationml/2006/ole">
                <mc:AlternateContent xmlns:mc="http://schemas.openxmlformats.org/markup-compatibility/2006">
                  <mc:Choice xmlns:v="urn:schemas-microsoft-com:vml" Requires="v">
                    <p:oleObj spid="_x0000_s3219" name="" r:id="rId7" imgW="266700" imgH="101600" progId="Equation.3">
                      <p:embed/>
                    </p:oleObj>
                  </mc:Choice>
                  <mc:Fallback>
                    <p:oleObj name="" r:id="rId7" imgW="266700" imgH="101600" progId="Equation.3">
                      <p:embed/>
                      <p:pic>
                        <p:nvPicPr>
                          <p:cNvPr id="0" name="图片 3218"/>
                          <p:cNvPicPr/>
                          <p:nvPr/>
                        </p:nvPicPr>
                        <p:blipFill>
                          <a:blip r:embed="rId8">
                            <a:clrChange>
                              <a:clrFrom>
                                <a:srgbClr val="000000"/>
                              </a:clrFrom>
                              <a:clrTo>
                                <a:srgbClr val="FF0000"/>
                              </a:clrTo>
                            </a:clrChange>
                          </a:blip>
                          <a:stretch>
                            <a:fillRect/>
                          </a:stretch>
                        </p:blipFill>
                        <p:spPr>
                          <a:xfrm>
                            <a:off x="4910" y="594"/>
                            <a:ext cx="370" cy="336"/>
                          </a:xfrm>
                          <a:prstGeom prst="rect">
                            <a:avLst/>
                          </a:prstGeom>
                          <a:noFill/>
                          <a:ln w="38100">
                            <a:noFill/>
                            <a:miter/>
                          </a:ln>
                        </p:spPr>
                      </p:pic>
                    </p:oleObj>
                  </mc:Fallback>
                </mc:AlternateContent>
              </a:graphicData>
            </a:graphic>
          </p:graphicFrame>
        </p:grpSp>
        <p:sp>
          <p:nvSpPr>
            <p:cNvPr id="49204" name="Arc 19"/>
            <p:cNvSpPr/>
            <p:nvPr/>
          </p:nvSpPr>
          <p:spPr>
            <a:xfrm rot="-5400000">
              <a:off x="3848" y="817"/>
              <a:ext cx="735" cy="835"/>
            </a:xfrm>
            <a:custGeom>
              <a:avLst/>
              <a:gdLst>
                <a:gd name="txL" fmla="*/ 0 w 21600"/>
                <a:gd name="txT" fmla="*/ 0 h 25770"/>
                <a:gd name="txR" fmla="*/ 21600 w 21600"/>
                <a:gd name="txB" fmla="*/ 25770 h 25770"/>
              </a:gdLst>
              <a:ahLst/>
              <a:cxnLst>
                <a:cxn ang="0">
                  <a:pos x="0" y="0"/>
                </a:cxn>
                <a:cxn ang="0">
                  <a:pos x="0" y="0"/>
                </a:cxn>
                <a:cxn ang="0">
                  <a:pos x="0" y="0"/>
                </a:cxn>
              </a:cxnLst>
              <a:rect l="txL" t="txT" r="txR" b="txB"/>
              <a:pathLst>
                <a:path w="21600" h="25770" fill="none">
                  <a:moveTo>
                    <a:pt x="447" y="25770"/>
                  </a:moveTo>
                  <a:cubicBezTo>
                    <a:pt x="150" y="24330"/>
                    <a:pt x="0" y="22864"/>
                    <a:pt x="0" y="21394"/>
                  </a:cubicBezTo>
                  <a:cubicBezTo>
                    <a:pt x="-1" y="10613"/>
                    <a:pt x="7948" y="1483"/>
                    <a:pt x="18626" y="-1"/>
                  </a:cubicBezTo>
                </a:path>
                <a:path w="21600" h="25770" stroke="0">
                  <a:moveTo>
                    <a:pt x="447" y="25770"/>
                  </a:moveTo>
                  <a:cubicBezTo>
                    <a:pt x="150" y="24330"/>
                    <a:pt x="0" y="22864"/>
                    <a:pt x="0" y="21394"/>
                  </a:cubicBezTo>
                  <a:cubicBezTo>
                    <a:pt x="-1" y="10613"/>
                    <a:pt x="7948" y="1483"/>
                    <a:pt x="18626" y="-1"/>
                  </a:cubicBezTo>
                  <a:lnTo>
                    <a:pt x="21600" y="21394"/>
                  </a:lnTo>
                  <a:lnTo>
                    <a:pt x="447" y="25770"/>
                  </a:lnTo>
                  <a:close/>
                </a:path>
              </a:pathLst>
            </a:custGeom>
            <a:noFill/>
            <a:ln w="38100" cap="rnd" cmpd="sng">
              <a:solidFill>
                <a:schemeClr val="tx1">
                  <a:alpha val="100000"/>
                </a:schemeClr>
              </a:solidFill>
              <a:prstDash val="solid"/>
              <a:round/>
              <a:headEnd type="none" w="med" len="med"/>
              <a:tailEnd type="none" w="med" len="med"/>
            </a:ln>
          </p:spPr>
          <p:txBody>
            <a:bodyPr/>
            <a:p>
              <a:endParaRPr lang="zh-CN" altLang="en-US"/>
            </a:p>
          </p:txBody>
        </p:sp>
        <p:graphicFrame>
          <p:nvGraphicFramePr>
            <p:cNvPr id="49205" name="Object 20">
              <a:hlinkClick r:id="" action="ppaction://ole?verb="/>
            </p:cNvPr>
            <p:cNvGraphicFramePr/>
            <p:nvPr/>
          </p:nvGraphicFramePr>
          <p:xfrm>
            <a:off x="3920" y="867"/>
            <a:ext cx="724" cy="452"/>
          </p:xfrm>
          <a:graphic>
            <a:graphicData uri="http://schemas.openxmlformats.org/presentationml/2006/ole">
              <mc:AlternateContent xmlns:mc="http://schemas.openxmlformats.org/markup-compatibility/2006">
                <mc:Choice xmlns:v="urn:schemas-microsoft-com:vml" Requires="v">
                  <p:oleObj spid="_x0000_s3185" name="" r:id="rId9" imgW="673100" imgH="368300" progId="Equation.3">
                    <p:embed/>
                  </p:oleObj>
                </mc:Choice>
                <mc:Fallback>
                  <p:oleObj name="" r:id="rId9" imgW="673100" imgH="368300" progId="Equation.3">
                    <p:embed/>
                    <p:pic>
                      <p:nvPicPr>
                        <p:cNvPr id="0" name="图片 3184"/>
                        <p:cNvPicPr/>
                        <p:nvPr/>
                      </p:nvPicPr>
                      <p:blipFill>
                        <a:blip r:embed="rId10">
                          <a:clrChange>
                            <a:clrFrom>
                              <a:srgbClr val="000000"/>
                            </a:clrFrom>
                            <a:clrTo>
                              <a:srgbClr val="0033CC"/>
                            </a:clrTo>
                          </a:clrChange>
                        </a:blip>
                        <a:stretch>
                          <a:fillRect/>
                        </a:stretch>
                      </p:blipFill>
                      <p:spPr>
                        <a:xfrm>
                          <a:off x="3920" y="867"/>
                          <a:ext cx="724" cy="452"/>
                        </a:xfrm>
                        <a:prstGeom prst="rect">
                          <a:avLst/>
                        </a:prstGeom>
                        <a:noFill/>
                        <a:ln w="38100">
                          <a:noFill/>
                          <a:miter/>
                        </a:ln>
                      </p:spPr>
                    </p:pic>
                  </p:oleObj>
                </mc:Fallback>
              </mc:AlternateContent>
            </a:graphicData>
          </a:graphic>
        </p:graphicFrame>
        <p:sp>
          <p:nvSpPr>
            <p:cNvPr id="49206" name="Line 21"/>
            <p:cNvSpPr/>
            <p:nvPr/>
          </p:nvSpPr>
          <p:spPr>
            <a:xfrm>
              <a:off x="3697" y="1742"/>
              <a:ext cx="1163" cy="0"/>
            </a:xfrm>
            <a:prstGeom prst="line">
              <a:avLst/>
            </a:prstGeom>
            <a:ln w="38100" cap="flat" cmpd="sng">
              <a:solidFill>
                <a:schemeClr val="tx1"/>
              </a:solidFill>
              <a:prstDash val="solid"/>
              <a:headEnd type="none" w="med" len="med"/>
              <a:tailEnd type="triangle" w="med" len="med"/>
            </a:ln>
          </p:spPr>
        </p:sp>
        <p:sp>
          <p:nvSpPr>
            <p:cNvPr id="49207" name="Line 22"/>
            <p:cNvSpPr/>
            <p:nvPr/>
          </p:nvSpPr>
          <p:spPr>
            <a:xfrm flipV="1">
              <a:off x="3679" y="805"/>
              <a:ext cx="0" cy="931"/>
            </a:xfrm>
            <a:prstGeom prst="line">
              <a:avLst/>
            </a:prstGeom>
            <a:ln w="38100" cap="flat" cmpd="sng">
              <a:solidFill>
                <a:schemeClr val="tx1"/>
              </a:solidFill>
              <a:prstDash val="solid"/>
              <a:headEnd type="none" w="med" len="med"/>
              <a:tailEnd type="triangle" w="med" len="med"/>
            </a:ln>
          </p:spPr>
        </p:sp>
        <p:graphicFrame>
          <p:nvGraphicFramePr>
            <p:cNvPr id="49208" name="Object 23">
              <a:hlinkClick r:id="" action="ppaction://ole?verb="/>
            </p:cNvPr>
            <p:cNvGraphicFramePr/>
            <p:nvPr/>
          </p:nvGraphicFramePr>
          <p:xfrm>
            <a:off x="3464" y="528"/>
            <a:ext cx="520" cy="336"/>
          </p:xfrm>
          <a:graphic>
            <a:graphicData uri="http://schemas.openxmlformats.org/presentationml/2006/ole">
              <mc:AlternateContent xmlns:mc="http://schemas.openxmlformats.org/markup-compatibility/2006">
                <mc:Choice xmlns:v="urn:schemas-microsoft-com:vml" Requires="v">
                  <p:oleObj spid="_x0000_s3187" name="" r:id="rId11" imgW="533400" imgH="101600" progId="Equation.3">
                    <p:embed/>
                  </p:oleObj>
                </mc:Choice>
                <mc:Fallback>
                  <p:oleObj name="" r:id="rId11" imgW="533400" imgH="101600" progId="Equation.3">
                    <p:embed/>
                    <p:pic>
                      <p:nvPicPr>
                        <p:cNvPr id="0" name="图片 3186"/>
                        <p:cNvPicPr/>
                        <p:nvPr/>
                      </p:nvPicPr>
                      <p:blipFill>
                        <a:blip r:embed="rId12">
                          <a:clrChange>
                            <a:clrFrom>
                              <a:srgbClr val="000000"/>
                            </a:clrFrom>
                            <a:clrTo>
                              <a:srgbClr val="0033CC"/>
                            </a:clrTo>
                          </a:clrChange>
                        </a:blip>
                        <a:stretch>
                          <a:fillRect/>
                        </a:stretch>
                      </p:blipFill>
                      <p:spPr>
                        <a:xfrm>
                          <a:off x="3464" y="528"/>
                          <a:ext cx="520" cy="336"/>
                        </a:xfrm>
                        <a:prstGeom prst="rect">
                          <a:avLst/>
                        </a:prstGeom>
                        <a:noFill/>
                        <a:ln w="38100">
                          <a:noFill/>
                          <a:miter/>
                        </a:ln>
                      </p:spPr>
                    </p:pic>
                  </p:oleObj>
                </mc:Fallback>
              </mc:AlternateContent>
            </a:graphicData>
          </a:graphic>
        </p:graphicFrame>
        <p:graphicFrame>
          <p:nvGraphicFramePr>
            <p:cNvPr id="49209" name="Object 24">
              <a:hlinkClick r:id="" action="ppaction://ole?verb="/>
            </p:cNvPr>
            <p:cNvGraphicFramePr/>
            <p:nvPr/>
          </p:nvGraphicFramePr>
          <p:xfrm>
            <a:off x="4845" y="1597"/>
            <a:ext cx="243" cy="275"/>
          </p:xfrm>
          <a:graphic>
            <a:graphicData uri="http://schemas.openxmlformats.org/presentationml/2006/ole">
              <mc:AlternateContent xmlns:mc="http://schemas.openxmlformats.org/markup-compatibility/2006">
                <mc:Choice xmlns:v="urn:schemas-microsoft-com:vml" Requires="v">
                  <p:oleObj spid="_x0000_s3183" name="" r:id="rId13" imgW="25400" imgH="76200" progId="Equation.3">
                    <p:embed/>
                  </p:oleObj>
                </mc:Choice>
                <mc:Fallback>
                  <p:oleObj name="" r:id="rId13" imgW="25400" imgH="76200" progId="Equation.3">
                    <p:embed/>
                    <p:pic>
                      <p:nvPicPr>
                        <p:cNvPr id="0" name="图片 3182"/>
                        <p:cNvPicPr/>
                        <p:nvPr/>
                      </p:nvPicPr>
                      <p:blipFill>
                        <a:blip r:embed="rId14">
                          <a:clrChange>
                            <a:clrFrom>
                              <a:srgbClr val="000000"/>
                            </a:clrFrom>
                            <a:clrTo>
                              <a:srgbClr val="0033CC"/>
                            </a:clrTo>
                          </a:clrChange>
                        </a:blip>
                        <a:stretch>
                          <a:fillRect/>
                        </a:stretch>
                      </p:blipFill>
                      <p:spPr>
                        <a:xfrm>
                          <a:off x="4845" y="1597"/>
                          <a:ext cx="243" cy="275"/>
                        </a:xfrm>
                        <a:prstGeom prst="rect">
                          <a:avLst/>
                        </a:prstGeom>
                        <a:noFill/>
                        <a:ln w="38100">
                          <a:noFill/>
                          <a:miter/>
                        </a:ln>
                      </p:spPr>
                    </p:pic>
                  </p:oleObj>
                </mc:Fallback>
              </mc:AlternateContent>
            </a:graphicData>
          </a:graphic>
        </p:graphicFrame>
        <p:sp>
          <p:nvSpPr>
            <p:cNvPr id="49210" name="Text Box 25"/>
            <p:cNvSpPr txBox="1"/>
            <p:nvPr/>
          </p:nvSpPr>
          <p:spPr>
            <a:xfrm>
              <a:off x="3408" y="1546"/>
              <a:ext cx="33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nvGrpSpPr>
          <p:cNvPr id="6" name="Group 26"/>
          <p:cNvGrpSpPr/>
          <p:nvPr/>
        </p:nvGrpSpPr>
        <p:grpSpPr>
          <a:xfrm>
            <a:off x="758825" y="533400"/>
            <a:ext cx="1344613" cy="2212975"/>
            <a:chOff x="670" y="336"/>
            <a:chExt cx="847" cy="1394"/>
          </a:xfrm>
        </p:grpSpPr>
        <p:grpSp>
          <p:nvGrpSpPr>
            <p:cNvPr id="49185" name="Group 27"/>
            <p:cNvGrpSpPr/>
            <p:nvPr/>
          </p:nvGrpSpPr>
          <p:grpSpPr>
            <a:xfrm>
              <a:off x="934" y="336"/>
              <a:ext cx="329" cy="278"/>
              <a:chOff x="4368" y="672"/>
              <a:chExt cx="284" cy="240"/>
            </a:xfrm>
          </p:grpSpPr>
          <p:graphicFrame>
            <p:nvGraphicFramePr>
              <p:cNvPr id="49201" name="Object 28"/>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3186" name="" r:id="rId15" imgW="12700" imgH="12700" progId="Equation.3">
                      <p:embed/>
                    </p:oleObj>
                  </mc:Choice>
                  <mc:Fallback>
                    <p:oleObj name="" r:id="rId15" imgW="12700" imgH="12700" progId="Equation.3">
                      <p:embed/>
                      <p:pic>
                        <p:nvPicPr>
                          <p:cNvPr id="0" name="图片 3185"/>
                          <p:cNvPicPr/>
                          <p:nvPr/>
                        </p:nvPicPr>
                        <p:blipFill>
                          <a:blip r:embed="rId16">
                            <a:clrChange>
                              <a:clrFrom>
                                <a:srgbClr val="000000"/>
                              </a:clrFrom>
                              <a:clrTo>
                                <a:srgbClr val="FF0000"/>
                              </a:clrTo>
                            </a:clrChange>
                          </a:blip>
                          <a:stretch>
                            <a:fillRect/>
                          </a:stretch>
                        </p:blipFill>
                        <p:spPr>
                          <a:xfrm>
                            <a:off x="4416" y="672"/>
                            <a:ext cx="132" cy="240"/>
                          </a:xfrm>
                          <a:prstGeom prst="rect">
                            <a:avLst/>
                          </a:prstGeom>
                          <a:noFill/>
                          <a:ln w="38100">
                            <a:noFill/>
                            <a:miter/>
                          </a:ln>
                        </p:spPr>
                      </p:pic>
                    </p:oleObj>
                  </mc:Fallback>
                </mc:AlternateContent>
              </a:graphicData>
            </a:graphic>
          </p:graphicFrame>
          <p:sp>
            <p:nvSpPr>
              <p:cNvPr id="49202" name="Line 29"/>
              <p:cNvSpPr/>
              <p:nvPr/>
            </p:nvSpPr>
            <p:spPr>
              <a:xfrm>
                <a:off x="4368" y="912"/>
                <a:ext cx="284" cy="0"/>
              </a:xfrm>
              <a:prstGeom prst="line">
                <a:avLst/>
              </a:prstGeom>
              <a:ln w="38100" cap="flat" cmpd="sng">
                <a:solidFill>
                  <a:srgbClr val="FF0000"/>
                </a:solidFill>
                <a:prstDash val="solid"/>
                <a:headEnd type="none" w="med" len="med"/>
                <a:tailEnd type="triangle" w="med" len="med"/>
              </a:ln>
            </p:spPr>
          </p:sp>
        </p:grpSp>
        <p:graphicFrame>
          <p:nvGraphicFramePr>
            <p:cNvPr id="49186" name="Object 30"/>
            <p:cNvGraphicFramePr>
              <a:graphicFrameLocks noChangeAspect="1"/>
            </p:cNvGraphicFramePr>
            <p:nvPr/>
          </p:nvGraphicFramePr>
          <p:xfrm>
            <a:off x="705" y="1104"/>
            <a:ext cx="160" cy="176"/>
          </p:xfrm>
          <a:graphic>
            <a:graphicData uri="http://schemas.openxmlformats.org/presentationml/2006/ole">
              <mc:AlternateContent xmlns:mc="http://schemas.openxmlformats.org/markup-compatibility/2006">
                <mc:Choice xmlns:v="urn:schemas-microsoft-com:vml" Requires="v">
                  <p:oleObj spid="_x0000_s3184" name="" r:id="rId17" imgW="12700" imgH="12700" progId="Equation.3">
                    <p:embed/>
                  </p:oleObj>
                </mc:Choice>
                <mc:Fallback>
                  <p:oleObj name="" r:id="rId17" imgW="12700" imgH="12700" progId="Equation.3">
                    <p:embed/>
                    <p:pic>
                      <p:nvPicPr>
                        <p:cNvPr id="0" name="图片 3183"/>
                        <p:cNvPicPr/>
                        <p:nvPr/>
                      </p:nvPicPr>
                      <p:blipFill>
                        <a:blip r:embed="rId18">
                          <a:clrChange>
                            <a:clrFrom>
                              <a:srgbClr val="000000"/>
                            </a:clrFrom>
                            <a:clrTo>
                              <a:srgbClr val="FF0000"/>
                            </a:clrTo>
                          </a:clrChange>
                        </a:blip>
                        <a:stretch>
                          <a:fillRect/>
                        </a:stretch>
                      </p:blipFill>
                      <p:spPr>
                        <a:xfrm>
                          <a:off x="705" y="1104"/>
                          <a:ext cx="160" cy="176"/>
                        </a:xfrm>
                        <a:prstGeom prst="rect">
                          <a:avLst/>
                        </a:prstGeom>
                        <a:noFill/>
                        <a:ln w="38100">
                          <a:noFill/>
                          <a:miter/>
                        </a:ln>
                      </p:spPr>
                    </p:pic>
                  </p:oleObj>
                </mc:Fallback>
              </mc:AlternateContent>
            </a:graphicData>
          </a:graphic>
        </p:graphicFrame>
        <p:sp>
          <p:nvSpPr>
            <p:cNvPr id="49187" name="Text Box 31"/>
            <p:cNvSpPr txBox="1"/>
            <p:nvPr/>
          </p:nvSpPr>
          <p:spPr>
            <a:xfrm>
              <a:off x="670" y="637"/>
              <a:ext cx="253" cy="33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49188" name="Text Box 32"/>
            <p:cNvSpPr txBox="1"/>
            <p:nvPr/>
          </p:nvSpPr>
          <p:spPr>
            <a:xfrm>
              <a:off x="672" y="1362"/>
              <a:ext cx="202" cy="368"/>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dirty="0">
                  <a:solidFill>
                    <a:srgbClr val="FF0000"/>
                  </a:solidFill>
                  <a:latin typeface="Times New Roman" panose="02020603050405020304" pitchFamily="18" charset="0"/>
                  <a:ea typeface="华文中宋" panose="02010600040101010101" pitchFamily="2" charset="-122"/>
                </a:rPr>
                <a:t>-</a:t>
              </a:r>
              <a:endParaRPr lang="en-US" altLang="zh-CN" b="1" dirty="0">
                <a:solidFill>
                  <a:srgbClr val="FF0000"/>
                </a:solidFill>
                <a:latin typeface="Times New Roman" panose="02020603050405020304" pitchFamily="18" charset="0"/>
                <a:ea typeface="华文中宋" panose="02010600040101010101" pitchFamily="2" charset="-122"/>
              </a:endParaRPr>
            </a:p>
          </p:txBody>
        </p:sp>
        <p:grpSp>
          <p:nvGrpSpPr>
            <p:cNvPr id="49189" name="Group 33"/>
            <p:cNvGrpSpPr/>
            <p:nvPr/>
          </p:nvGrpSpPr>
          <p:grpSpPr>
            <a:xfrm>
              <a:off x="1425" y="696"/>
              <a:ext cx="92" cy="1001"/>
              <a:chOff x="4127" y="671"/>
              <a:chExt cx="68" cy="918"/>
            </a:xfrm>
          </p:grpSpPr>
          <p:sp>
            <p:nvSpPr>
              <p:cNvPr id="49195" name="Freeform 34"/>
              <p:cNvSpPr/>
              <p:nvPr/>
            </p:nvSpPr>
            <p:spPr>
              <a:xfrm>
                <a:off x="4127" y="100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96" name="Freeform 35"/>
              <p:cNvSpPr/>
              <p:nvPr/>
            </p:nvSpPr>
            <p:spPr>
              <a:xfrm>
                <a:off x="4127" y="112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97" name="Freeform 36"/>
              <p:cNvSpPr/>
              <p:nvPr/>
            </p:nvSpPr>
            <p:spPr>
              <a:xfrm>
                <a:off x="4127" y="124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98" name="Line 37"/>
              <p:cNvSpPr/>
              <p:nvPr/>
            </p:nvSpPr>
            <p:spPr>
              <a:xfrm>
                <a:off x="4132" y="1361"/>
                <a:ext cx="0" cy="228"/>
              </a:xfrm>
              <a:prstGeom prst="line">
                <a:avLst/>
              </a:prstGeom>
              <a:ln w="38100" cap="flat" cmpd="sng">
                <a:solidFill>
                  <a:schemeClr val="tx1"/>
                </a:solidFill>
                <a:prstDash val="solid"/>
                <a:headEnd type="none" w="med" len="med"/>
                <a:tailEnd type="none" w="med" len="med"/>
              </a:ln>
            </p:spPr>
          </p:sp>
          <p:sp>
            <p:nvSpPr>
              <p:cNvPr id="49199" name="Line 38"/>
              <p:cNvSpPr/>
              <p:nvPr/>
            </p:nvSpPr>
            <p:spPr>
              <a:xfrm>
                <a:off x="4132" y="671"/>
                <a:ext cx="0" cy="228"/>
              </a:xfrm>
              <a:prstGeom prst="line">
                <a:avLst/>
              </a:prstGeom>
              <a:ln w="38100" cap="flat" cmpd="sng">
                <a:solidFill>
                  <a:schemeClr val="tx1"/>
                </a:solidFill>
                <a:prstDash val="solid"/>
                <a:headEnd type="none" w="med" len="med"/>
                <a:tailEnd type="none" w="med" len="med"/>
              </a:ln>
            </p:spPr>
          </p:sp>
          <p:sp>
            <p:nvSpPr>
              <p:cNvPr id="49200" name="Freeform 39"/>
              <p:cNvSpPr/>
              <p:nvPr/>
            </p:nvSpPr>
            <p:spPr>
              <a:xfrm>
                <a:off x="4127" y="892"/>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49190" name="Line 40"/>
            <p:cNvSpPr/>
            <p:nvPr/>
          </p:nvSpPr>
          <p:spPr>
            <a:xfrm>
              <a:off x="833" y="696"/>
              <a:ext cx="592" cy="0"/>
            </a:xfrm>
            <a:prstGeom prst="line">
              <a:avLst/>
            </a:prstGeom>
            <a:ln w="38100" cap="flat" cmpd="sng">
              <a:solidFill>
                <a:schemeClr val="tx1"/>
              </a:solidFill>
              <a:prstDash val="solid"/>
              <a:headEnd type="none" w="med" len="med"/>
              <a:tailEnd type="none" w="med" len="med"/>
            </a:ln>
          </p:spPr>
        </p:sp>
        <p:sp>
          <p:nvSpPr>
            <p:cNvPr id="49191" name="Line 41"/>
            <p:cNvSpPr/>
            <p:nvPr/>
          </p:nvSpPr>
          <p:spPr>
            <a:xfrm>
              <a:off x="833" y="1690"/>
              <a:ext cx="592" cy="0"/>
            </a:xfrm>
            <a:prstGeom prst="line">
              <a:avLst/>
            </a:prstGeom>
            <a:ln w="38100" cap="flat" cmpd="sng">
              <a:solidFill>
                <a:schemeClr val="tx1"/>
              </a:solidFill>
              <a:prstDash val="solid"/>
              <a:headEnd type="none" w="med" len="med"/>
              <a:tailEnd type="none" w="med" len="med"/>
            </a:ln>
          </p:spPr>
        </p:sp>
        <p:sp>
          <p:nvSpPr>
            <p:cNvPr id="49192" name="Oval 42"/>
            <p:cNvSpPr/>
            <p:nvPr/>
          </p:nvSpPr>
          <p:spPr>
            <a:xfrm>
              <a:off x="791" y="669"/>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9193" name="Text Box 43"/>
            <p:cNvSpPr txBox="1"/>
            <p:nvPr/>
          </p:nvSpPr>
          <p:spPr>
            <a:xfrm>
              <a:off x="1170" y="1051"/>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49194" name="Oval 44"/>
            <p:cNvSpPr/>
            <p:nvPr/>
          </p:nvSpPr>
          <p:spPr>
            <a:xfrm>
              <a:off x="791" y="1671"/>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 name="Group 45"/>
          <p:cNvGrpSpPr/>
          <p:nvPr/>
        </p:nvGrpSpPr>
        <p:grpSpPr>
          <a:xfrm>
            <a:off x="3273425" y="517525"/>
            <a:ext cx="1344613" cy="2228850"/>
            <a:chOff x="2062" y="326"/>
            <a:chExt cx="847" cy="1404"/>
          </a:xfrm>
        </p:grpSpPr>
        <p:graphicFrame>
          <p:nvGraphicFramePr>
            <p:cNvPr id="49168" name="Object 46"/>
            <p:cNvGraphicFramePr>
              <a:graphicFrameLocks noChangeAspect="1"/>
            </p:cNvGraphicFramePr>
            <p:nvPr/>
          </p:nvGraphicFramePr>
          <p:xfrm>
            <a:off x="2389" y="326"/>
            <a:ext cx="191" cy="298"/>
          </p:xfrm>
          <a:graphic>
            <a:graphicData uri="http://schemas.openxmlformats.org/presentationml/2006/ole">
              <mc:AlternateContent xmlns:mc="http://schemas.openxmlformats.org/markup-compatibility/2006">
                <mc:Choice xmlns:v="urn:schemas-microsoft-com:vml" Requires="v">
                  <p:oleObj spid="_x0000_s3182" name="" r:id="rId19" imgW="12700" imgH="12700" progId="Equation.3">
                    <p:embed/>
                  </p:oleObj>
                </mc:Choice>
                <mc:Fallback>
                  <p:oleObj name="" r:id="rId19" imgW="12700" imgH="12700" progId="Equation.3">
                    <p:embed/>
                    <p:pic>
                      <p:nvPicPr>
                        <p:cNvPr id="0" name="图片 3181"/>
                        <p:cNvPicPr/>
                        <p:nvPr/>
                      </p:nvPicPr>
                      <p:blipFill>
                        <a:blip r:embed="rId20">
                          <a:clrChange>
                            <a:clrFrom>
                              <a:srgbClr val="000000"/>
                            </a:clrFrom>
                            <a:clrTo>
                              <a:srgbClr val="FF0000"/>
                            </a:clrTo>
                          </a:clrChange>
                        </a:blip>
                        <a:stretch>
                          <a:fillRect/>
                        </a:stretch>
                      </p:blipFill>
                      <p:spPr>
                        <a:xfrm>
                          <a:off x="2389" y="326"/>
                          <a:ext cx="191" cy="298"/>
                        </a:xfrm>
                        <a:prstGeom prst="rect">
                          <a:avLst/>
                        </a:prstGeom>
                        <a:noFill/>
                        <a:ln w="38100">
                          <a:noFill/>
                          <a:miter/>
                        </a:ln>
                      </p:spPr>
                    </p:pic>
                  </p:oleObj>
                </mc:Fallback>
              </mc:AlternateContent>
            </a:graphicData>
          </a:graphic>
        </p:graphicFrame>
        <p:sp>
          <p:nvSpPr>
            <p:cNvPr id="49169" name="Line 47"/>
            <p:cNvSpPr/>
            <p:nvPr/>
          </p:nvSpPr>
          <p:spPr>
            <a:xfrm>
              <a:off x="2352" y="614"/>
              <a:ext cx="329" cy="0"/>
            </a:xfrm>
            <a:prstGeom prst="line">
              <a:avLst/>
            </a:prstGeom>
            <a:ln w="38100" cap="flat" cmpd="sng">
              <a:solidFill>
                <a:srgbClr val="FF0000"/>
              </a:solidFill>
              <a:prstDash val="solid"/>
              <a:headEnd type="none" w="med" len="med"/>
              <a:tailEnd type="triangle" w="med" len="med"/>
            </a:ln>
          </p:spPr>
        </p:sp>
        <p:graphicFrame>
          <p:nvGraphicFramePr>
            <p:cNvPr id="49170" name="Object 48"/>
            <p:cNvGraphicFramePr>
              <a:graphicFrameLocks noChangeAspect="1"/>
            </p:cNvGraphicFramePr>
            <p:nvPr/>
          </p:nvGraphicFramePr>
          <p:xfrm>
            <a:off x="2091" y="1084"/>
            <a:ext cx="173" cy="216"/>
          </p:xfrm>
          <a:graphic>
            <a:graphicData uri="http://schemas.openxmlformats.org/presentationml/2006/ole">
              <mc:AlternateContent xmlns:mc="http://schemas.openxmlformats.org/markup-compatibility/2006">
                <mc:Choice xmlns:v="urn:schemas-microsoft-com:vml" Requires="v">
                  <p:oleObj spid="_x0000_s3188" name="" r:id="rId21" imgW="25400" imgH="76200" progId="Equation.3">
                    <p:embed/>
                  </p:oleObj>
                </mc:Choice>
                <mc:Fallback>
                  <p:oleObj name="" r:id="rId21" imgW="25400" imgH="76200" progId="Equation.3">
                    <p:embed/>
                    <p:pic>
                      <p:nvPicPr>
                        <p:cNvPr id="0" name="图片 3187"/>
                        <p:cNvPicPr/>
                        <p:nvPr/>
                      </p:nvPicPr>
                      <p:blipFill>
                        <a:blip r:embed="rId22">
                          <a:clrChange>
                            <a:clrFrom>
                              <a:srgbClr val="000000"/>
                            </a:clrFrom>
                            <a:clrTo>
                              <a:srgbClr val="FF0000"/>
                            </a:clrTo>
                          </a:clrChange>
                        </a:blip>
                        <a:stretch>
                          <a:fillRect/>
                        </a:stretch>
                      </p:blipFill>
                      <p:spPr>
                        <a:xfrm>
                          <a:off x="2091" y="1084"/>
                          <a:ext cx="173" cy="216"/>
                        </a:xfrm>
                        <a:prstGeom prst="rect">
                          <a:avLst/>
                        </a:prstGeom>
                        <a:noFill/>
                        <a:ln w="38100">
                          <a:noFill/>
                          <a:miter/>
                        </a:ln>
                      </p:spPr>
                    </p:pic>
                  </p:oleObj>
                </mc:Fallback>
              </mc:AlternateContent>
            </a:graphicData>
          </a:graphic>
        </p:graphicFrame>
        <p:sp>
          <p:nvSpPr>
            <p:cNvPr id="49171" name="Text Box 49"/>
            <p:cNvSpPr txBox="1"/>
            <p:nvPr/>
          </p:nvSpPr>
          <p:spPr>
            <a:xfrm>
              <a:off x="2062" y="637"/>
              <a:ext cx="253" cy="33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49172" name="Text Box 50"/>
            <p:cNvSpPr txBox="1"/>
            <p:nvPr/>
          </p:nvSpPr>
          <p:spPr>
            <a:xfrm>
              <a:off x="2064" y="1362"/>
              <a:ext cx="202" cy="368"/>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b="1" dirty="0">
                  <a:solidFill>
                    <a:srgbClr val="FF0000"/>
                  </a:solidFill>
                  <a:latin typeface="Times New Roman" panose="02020603050405020304" pitchFamily="18" charset="0"/>
                  <a:ea typeface="华文中宋" panose="02010600040101010101" pitchFamily="2" charset="-122"/>
                </a:rPr>
                <a:t>-</a:t>
              </a:r>
              <a:endParaRPr lang="en-US" altLang="zh-CN" b="1" dirty="0">
                <a:solidFill>
                  <a:srgbClr val="FF0000"/>
                </a:solidFill>
                <a:latin typeface="Times New Roman" panose="02020603050405020304" pitchFamily="18" charset="0"/>
                <a:ea typeface="华文中宋" panose="02010600040101010101" pitchFamily="2" charset="-122"/>
              </a:endParaRPr>
            </a:p>
          </p:txBody>
        </p:sp>
        <p:grpSp>
          <p:nvGrpSpPr>
            <p:cNvPr id="49173" name="Group 51"/>
            <p:cNvGrpSpPr/>
            <p:nvPr/>
          </p:nvGrpSpPr>
          <p:grpSpPr>
            <a:xfrm>
              <a:off x="2817" y="696"/>
              <a:ext cx="92" cy="1001"/>
              <a:chOff x="4127" y="671"/>
              <a:chExt cx="68" cy="918"/>
            </a:xfrm>
          </p:grpSpPr>
          <p:sp>
            <p:nvSpPr>
              <p:cNvPr id="49179" name="Freeform 52"/>
              <p:cNvSpPr/>
              <p:nvPr/>
            </p:nvSpPr>
            <p:spPr>
              <a:xfrm>
                <a:off x="4127" y="100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80" name="Freeform 53"/>
              <p:cNvSpPr/>
              <p:nvPr/>
            </p:nvSpPr>
            <p:spPr>
              <a:xfrm>
                <a:off x="4127" y="112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81" name="Freeform 54"/>
              <p:cNvSpPr/>
              <p:nvPr/>
            </p:nvSpPr>
            <p:spPr>
              <a:xfrm>
                <a:off x="4127" y="124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9182" name="Line 55"/>
              <p:cNvSpPr/>
              <p:nvPr/>
            </p:nvSpPr>
            <p:spPr>
              <a:xfrm>
                <a:off x="4132" y="1361"/>
                <a:ext cx="0" cy="228"/>
              </a:xfrm>
              <a:prstGeom prst="line">
                <a:avLst/>
              </a:prstGeom>
              <a:ln w="38100" cap="flat" cmpd="sng">
                <a:solidFill>
                  <a:schemeClr val="tx1"/>
                </a:solidFill>
                <a:prstDash val="solid"/>
                <a:headEnd type="none" w="med" len="med"/>
                <a:tailEnd type="none" w="med" len="med"/>
              </a:ln>
            </p:spPr>
          </p:sp>
          <p:sp>
            <p:nvSpPr>
              <p:cNvPr id="49183" name="Line 56"/>
              <p:cNvSpPr/>
              <p:nvPr/>
            </p:nvSpPr>
            <p:spPr>
              <a:xfrm>
                <a:off x="4132" y="671"/>
                <a:ext cx="0" cy="228"/>
              </a:xfrm>
              <a:prstGeom prst="line">
                <a:avLst/>
              </a:prstGeom>
              <a:ln w="38100" cap="flat" cmpd="sng">
                <a:solidFill>
                  <a:schemeClr val="tx1"/>
                </a:solidFill>
                <a:prstDash val="solid"/>
                <a:headEnd type="none" w="med" len="med"/>
                <a:tailEnd type="none" w="med" len="med"/>
              </a:ln>
            </p:spPr>
          </p:sp>
          <p:sp>
            <p:nvSpPr>
              <p:cNvPr id="49184" name="Freeform 57"/>
              <p:cNvSpPr/>
              <p:nvPr/>
            </p:nvSpPr>
            <p:spPr>
              <a:xfrm>
                <a:off x="4127" y="892"/>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49174" name="Line 58"/>
            <p:cNvSpPr/>
            <p:nvPr/>
          </p:nvSpPr>
          <p:spPr>
            <a:xfrm>
              <a:off x="2225" y="696"/>
              <a:ext cx="592" cy="0"/>
            </a:xfrm>
            <a:prstGeom prst="line">
              <a:avLst/>
            </a:prstGeom>
            <a:ln w="38100" cap="flat" cmpd="sng">
              <a:solidFill>
                <a:schemeClr val="tx1"/>
              </a:solidFill>
              <a:prstDash val="solid"/>
              <a:headEnd type="none" w="med" len="med"/>
              <a:tailEnd type="none" w="med" len="med"/>
            </a:ln>
          </p:spPr>
        </p:sp>
        <p:sp>
          <p:nvSpPr>
            <p:cNvPr id="49175" name="Line 59"/>
            <p:cNvSpPr/>
            <p:nvPr/>
          </p:nvSpPr>
          <p:spPr>
            <a:xfrm>
              <a:off x="2208" y="1690"/>
              <a:ext cx="592" cy="0"/>
            </a:xfrm>
            <a:prstGeom prst="line">
              <a:avLst/>
            </a:prstGeom>
            <a:ln w="38100" cap="flat" cmpd="sng">
              <a:solidFill>
                <a:schemeClr val="tx1"/>
              </a:solidFill>
              <a:prstDash val="solid"/>
              <a:headEnd type="none" w="med" len="med"/>
              <a:tailEnd type="none" w="med" len="med"/>
            </a:ln>
          </p:spPr>
        </p:sp>
        <p:sp>
          <p:nvSpPr>
            <p:cNvPr id="49176" name="Oval 60"/>
            <p:cNvSpPr/>
            <p:nvPr/>
          </p:nvSpPr>
          <p:spPr>
            <a:xfrm>
              <a:off x="2183" y="669"/>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49177" name="Text Box 61"/>
            <p:cNvSpPr txBox="1"/>
            <p:nvPr/>
          </p:nvSpPr>
          <p:spPr>
            <a:xfrm>
              <a:off x="2562" y="1051"/>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49178" name="Oval 62"/>
            <p:cNvSpPr/>
            <p:nvPr/>
          </p:nvSpPr>
          <p:spPr>
            <a:xfrm>
              <a:off x="2183" y="1671"/>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17215" name="AutoShape 63"/>
          <p:cNvSpPr/>
          <p:nvPr/>
        </p:nvSpPr>
        <p:spPr>
          <a:xfrm>
            <a:off x="2362200" y="1524000"/>
            <a:ext cx="762000" cy="609600"/>
          </a:xfrm>
          <a:prstGeom prst="rightArrow">
            <a:avLst>
              <a:gd name="adj1" fmla="val 50000"/>
              <a:gd name="adj2" fmla="val 3125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7216" name="Rectangle 64"/>
          <p:cNvSpPr>
            <a:spLocks noChangeArrowheads="1"/>
          </p:cNvSpPr>
          <p:nvPr/>
        </p:nvSpPr>
        <p:spPr bwMode="auto">
          <a:xfrm>
            <a:off x="457200" y="3429000"/>
            <a:ext cx="5194300" cy="519113"/>
          </a:xfrm>
          <a:prstGeom prst="rect">
            <a:avLst/>
          </a:prstGeom>
          <a:noFill/>
          <a:ln w="9525">
            <a:noFill/>
            <a:miter lim="800000"/>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电感电路相量形式的欧姆定律</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49167" name="Object 12">
            <a:hlinkClick r:id="" action="ppaction://ole?verb="/>
          </p:cNvPr>
          <p:cNvGraphicFramePr/>
          <p:nvPr/>
        </p:nvGraphicFramePr>
        <p:xfrm>
          <a:off x="5695950" y="4186238"/>
          <a:ext cx="454025" cy="461962"/>
        </p:xfrm>
        <a:graphic>
          <a:graphicData uri="http://schemas.openxmlformats.org/presentationml/2006/ole">
            <mc:AlternateContent xmlns:mc="http://schemas.openxmlformats.org/markup-compatibility/2006">
              <mc:Choice xmlns:v="urn:schemas-microsoft-com:vml" Requires="v">
                <p:oleObj spid="_x0000_s3229" name="" r:id="rId23" imgW="165100" imgH="254000" progId="Equation.3">
                  <p:embed/>
                </p:oleObj>
              </mc:Choice>
              <mc:Fallback>
                <p:oleObj name="" r:id="rId23" imgW="165100" imgH="254000" progId="Equation.3">
                  <p:embed/>
                  <p:pic>
                    <p:nvPicPr>
                      <p:cNvPr id="0" name="图片 3228"/>
                      <p:cNvPicPr/>
                      <p:nvPr/>
                    </p:nvPicPr>
                    <p:blipFill>
                      <a:blip r:embed="rId24">
                        <a:clrChange>
                          <a:clrFrom>
                            <a:srgbClr val="000000"/>
                          </a:clrFrom>
                          <a:clrTo>
                            <a:srgbClr val="FF0000"/>
                          </a:clrTo>
                        </a:clrChange>
                      </a:blip>
                      <a:stretch>
                        <a:fillRect/>
                      </a:stretch>
                    </p:blipFill>
                    <p:spPr>
                      <a:xfrm>
                        <a:off x="5695950" y="4186238"/>
                        <a:ext cx="454025" cy="4619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17215"/>
                                        </p:tgtEl>
                                        <p:attrNameLst>
                                          <p:attrName>style.visibility</p:attrName>
                                        </p:attrNameLst>
                                      </p:cBhvr>
                                      <p:to>
                                        <p:strVal val="visible"/>
                                      </p:to>
                                    </p:set>
                                    <p:animEffect transition="in" filter="wipe(left)">
                                      <p:cBhvr>
                                        <p:cTn id="11" dur="500"/>
                                        <p:tgtEl>
                                          <p:spTgt spid="817215"/>
                                        </p:tgtEl>
                                      </p:cBhvr>
                                    </p:animEffect>
                                  </p:childTnLst>
                                </p:cTn>
                              </p:par>
                            </p:childTnLst>
                          </p:cTn>
                        </p:par>
                        <p:par>
                          <p:cTn id="12" fill="hold">
                            <p:stCondLst>
                              <p:cond delay="1000"/>
                            </p:stCondLst>
                            <p:childTnLst>
                              <p:par>
                                <p:cTn id="13" presetID="17" presetClass="entr" presetSubtype="1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00000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17216"/>
                                        </p:tgtEl>
                                        <p:attrNameLst>
                                          <p:attrName>style.visibility</p:attrName>
                                        </p:attrNameLst>
                                      </p:cBhvr>
                                      <p:to>
                                        <p:strVal val="visible"/>
                                      </p:to>
                                    </p:set>
                                    <p:animEffect transition="in" filter="wipe(left)">
                                      <p:cBhvr>
                                        <p:cTn id="21" dur="500"/>
                                        <p:tgtEl>
                                          <p:spTgt spid="8172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17157"/>
                                        </p:tgtEl>
                                        <p:attrNameLst>
                                          <p:attrName>style.visibility</p:attrName>
                                        </p:attrNameLst>
                                      </p:cBhvr>
                                      <p:to>
                                        <p:strVal val="visible"/>
                                      </p:to>
                                    </p:set>
                                    <p:animEffect transition="in" filter="wipe(left)">
                                      <p:cBhvr>
                                        <p:cTn id="26" dur="500"/>
                                        <p:tgtEl>
                                          <p:spTgt spid="817157"/>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heel(4)">
                                      <p:cBhvr>
                                        <p:cTn id="31" dur="500"/>
                                        <p:tgtEl>
                                          <p:spTgt spid="4"/>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817166"/>
                                        </p:tgtEl>
                                        <p:attrNameLst>
                                          <p:attrName>style.visibility</p:attrName>
                                        </p:attrNameLst>
                                      </p:cBhvr>
                                      <p:to>
                                        <p:strVal val="visible"/>
                                      </p:to>
                                    </p:set>
                                    <p:animEffect transition="in" filter="wipe(left)">
                                      <p:cBhvr>
                                        <p:cTn id="35" dur="500"/>
                                        <p:tgtEl>
                                          <p:spTgt spid="817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66" grpId="0"/>
      <p:bldP spid="817215" grpId="0" animBg="1"/>
      <p:bldP spid="81721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fld>
            <a:endParaRPr lang="en-US" altLang="zh-CN" sz="1400" dirty="0"/>
          </a:p>
        </p:txBody>
      </p:sp>
      <p:sp>
        <p:nvSpPr>
          <p:cNvPr id="818179" name="Rectangle 3"/>
          <p:cNvSpPr>
            <a:spLocks noChangeArrowheads="1"/>
          </p:cNvSpPr>
          <p:nvPr/>
        </p:nvSpPr>
        <p:spPr bwMode="auto">
          <a:xfrm>
            <a:off x="611188" y="750888"/>
            <a:ext cx="2667000" cy="515938"/>
          </a:xfrm>
          <a:prstGeom prst="rect">
            <a:avLst/>
          </a:prstGeom>
          <a:noFill/>
          <a:ln w="12700">
            <a:noFill/>
            <a:miter lim="800000"/>
          </a:ln>
          <a:effectLst/>
        </p:spPr>
        <p:txBody>
          <a:bodyPr lIns="90488" tIns="44450" rIns="90488" bIns="44450">
            <a:spAutoFit/>
          </a:bodyPr>
          <a:lstStyle/>
          <a:p>
            <a:pPr marL="0" marR="0" lvl="0" indent="0" algn="l" defTabSz="7620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a:t>
            </a:r>
            <a:r>
              <a:rPr kumimoji="1" lang="en-US" altLang="zh-CN" sz="28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瞬时功率</a:t>
            </a:r>
            <a:endParaRPr kumimoji="1" lang="zh-CN"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aphicFrame>
        <p:nvGraphicFramePr>
          <p:cNvPr id="818180" name="Object 4" descr="20%">
            <a:hlinkClick r:id="" action="ppaction://ole?verb="/>
          </p:cNvPr>
          <p:cNvGraphicFramePr/>
          <p:nvPr/>
        </p:nvGraphicFramePr>
        <p:xfrm>
          <a:off x="1487488" y="3570288"/>
          <a:ext cx="4973637" cy="1795462"/>
        </p:xfrm>
        <a:graphic>
          <a:graphicData uri="http://schemas.openxmlformats.org/presentationml/2006/ole">
            <mc:AlternateContent xmlns:mc="http://schemas.openxmlformats.org/markup-compatibility/2006">
              <mc:Choice xmlns:v="urn:schemas-microsoft-com:vml" Requires="v">
                <p:oleObj spid="_x0000_s3230" name="" r:id="rId1" imgW="1854200" imgH="736600" progId="Equation.3">
                  <p:embed/>
                </p:oleObj>
              </mc:Choice>
              <mc:Fallback>
                <p:oleObj name="" r:id="rId1" imgW="1854200" imgH="736600" progId="Equation.3">
                  <p:embed/>
                  <p:pic>
                    <p:nvPicPr>
                      <p:cNvPr id="0" name="图片 3229"/>
                      <p:cNvPicPr/>
                      <p:nvPr/>
                    </p:nvPicPr>
                    <p:blipFill>
                      <a:blip r:embed="rId2"/>
                      <a:stretch>
                        <a:fillRect/>
                      </a:stretch>
                    </p:blipFill>
                    <p:spPr>
                      <a:xfrm>
                        <a:off x="1487488" y="3570288"/>
                        <a:ext cx="4973637" cy="1795462"/>
                      </a:xfrm>
                      <a:prstGeom prst="rect">
                        <a:avLst/>
                      </a:prstGeom>
                      <a:noFill/>
                      <a:ln w="38100">
                        <a:noFill/>
                        <a:miter/>
                      </a:ln>
                    </p:spPr>
                  </p:pic>
                </p:oleObj>
              </mc:Fallback>
            </mc:AlternateContent>
          </a:graphicData>
        </a:graphic>
      </p:graphicFrame>
      <p:sp>
        <p:nvSpPr>
          <p:cNvPr id="818181" name="Rectangle 5"/>
          <p:cNvSpPr>
            <a:spLocks noChangeArrowheads="1"/>
          </p:cNvSpPr>
          <p:nvPr/>
        </p:nvSpPr>
        <p:spPr bwMode="auto">
          <a:xfrm>
            <a:off x="687388" y="3036888"/>
            <a:ext cx="2743200" cy="4572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Wingdings 2" panose="05020102010507070707" pitchFamily="18" charset="2"/>
              </a:rPr>
              <a:t>(3)</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Wingdings 2" panose="05020102010507070707" pitchFamily="18" charset="2"/>
              </a:rPr>
              <a:t> </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Wingdings 2" panose="05020102010507070707" pitchFamily="18" charset="2"/>
              </a:rPr>
              <a:t>平均功率</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Wingdings 2" panose="05020102010507070707" pitchFamily="18" charset="2"/>
            </a:endParaRPr>
          </a:p>
        </p:txBody>
      </p:sp>
      <p:grpSp>
        <p:nvGrpSpPr>
          <p:cNvPr id="2" name="Group 6"/>
          <p:cNvGrpSpPr/>
          <p:nvPr/>
        </p:nvGrpSpPr>
        <p:grpSpPr>
          <a:xfrm>
            <a:off x="1404938" y="1208088"/>
            <a:ext cx="5454650" cy="1676400"/>
            <a:chOff x="480" y="1008"/>
            <a:chExt cx="4636" cy="1056"/>
          </a:xfrm>
        </p:grpSpPr>
        <p:graphicFrame>
          <p:nvGraphicFramePr>
            <p:cNvPr id="50184" name="Object 7" descr="40%">
              <a:hlinkClick r:id="" action="ppaction://ole?verb="/>
            </p:cNvPr>
            <p:cNvGraphicFramePr/>
            <p:nvPr/>
          </p:nvGraphicFramePr>
          <p:xfrm>
            <a:off x="480" y="1008"/>
            <a:ext cx="4277" cy="343"/>
          </p:xfrm>
          <a:graphic>
            <a:graphicData uri="http://schemas.openxmlformats.org/presentationml/2006/ole">
              <mc:AlternateContent xmlns:mc="http://schemas.openxmlformats.org/markup-compatibility/2006">
                <mc:Choice xmlns:v="urn:schemas-microsoft-com:vml" Requires="v">
                  <p:oleObj spid="_x0000_s3224" name="" r:id="rId3" imgW="2298700" imgH="215900" progId="Equation.3">
                    <p:embed/>
                  </p:oleObj>
                </mc:Choice>
                <mc:Fallback>
                  <p:oleObj name="" r:id="rId3" imgW="2298700" imgH="215900" progId="Equation.3">
                    <p:embed/>
                    <p:pic>
                      <p:nvPicPr>
                        <p:cNvPr id="0" name="图片 3223"/>
                        <p:cNvPicPr/>
                        <p:nvPr/>
                      </p:nvPicPr>
                      <p:blipFill>
                        <a:blip r:embed="rId4"/>
                        <a:stretch>
                          <a:fillRect/>
                        </a:stretch>
                      </p:blipFill>
                      <p:spPr>
                        <a:xfrm>
                          <a:off x="480" y="1008"/>
                          <a:ext cx="4277" cy="343"/>
                        </a:xfrm>
                        <a:prstGeom prst="rect">
                          <a:avLst/>
                        </a:prstGeom>
                        <a:noFill/>
                        <a:ln w="38100">
                          <a:noFill/>
                          <a:miter/>
                        </a:ln>
                      </p:spPr>
                    </p:pic>
                  </p:oleObj>
                </mc:Fallback>
              </mc:AlternateContent>
            </a:graphicData>
          </a:graphic>
        </p:graphicFrame>
        <p:graphicFrame>
          <p:nvGraphicFramePr>
            <p:cNvPr id="50185" name="Object 8" descr="40%">
              <a:hlinkClick r:id="" action="ppaction://ole?verb="/>
            </p:cNvPr>
            <p:cNvGraphicFramePr/>
            <p:nvPr/>
          </p:nvGraphicFramePr>
          <p:xfrm>
            <a:off x="708" y="1776"/>
            <a:ext cx="1560" cy="288"/>
          </p:xfrm>
          <a:graphic>
            <a:graphicData uri="http://schemas.openxmlformats.org/presentationml/2006/ole">
              <mc:AlternateContent xmlns:mc="http://schemas.openxmlformats.org/markup-compatibility/2006">
                <mc:Choice xmlns:v="urn:schemas-microsoft-com:vml" Requires="v">
                  <p:oleObj spid="_x0000_s3227" name="" r:id="rId5" imgW="837565" imgH="203200" progId="Equation.3">
                    <p:embed/>
                  </p:oleObj>
                </mc:Choice>
                <mc:Fallback>
                  <p:oleObj name="" r:id="rId5" imgW="837565" imgH="203200" progId="Equation.3">
                    <p:embed/>
                    <p:pic>
                      <p:nvPicPr>
                        <p:cNvPr id="0" name="图片 3226"/>
                        <p:cNvPicPr/>
                        <p:nvPr/>
                      </p:nvPicPr>
                      <p:blipFill>
                        <a:blip r:embed="rId6"/>
                        <a:stretch>
                          <a:fillRect/>
                        </a:stretch>
                      </p:blipFill>
                      <p:spPr>
                        <a:xfrm>
                          <a:off x="708" y="1776"/>
                          <a:ext cx="1560" cy="288"/>
                        </a:xfrm>
                        <a:prstGeom prst="rect">
                          <a:avLst/>
                        </a:prstGeom>
                        <a:noFill/>
                        <a:ln w="38100">
                          <a:noFill/>
                          <a:miter/>
                        </a:ln>
                      </p:spPr>
                    </p:pic>
                  </p:oleObj>
                </mc:Fallback>
              </mc:AlternateContent>
            </a:graphicData>
          </a:graphic>
        </p:graphicFrame>
        <p:graphicFrame>
          <p:nvGraphicFramePr>
            <p:cNvPr id="50186" name="Object 9" descr="40%">
              <a:hlinkClick r:id="" action="ppaction://ole?verb="/>
            </p:cNvPr>
            <p:cNvGraphicFramePr/>
            <p:nvPr/>
          </p:nvGraphicFramePr>
          <p:xfrm>
            <a:off x="720" y="1248"/>
            <a:ext cx="4396" cy="624"/>
          </p:xfrm>
          <a:graphic>
            <a:graphicData uri="http://schemas.openxmlformats.org/presentationml/2006/ole">
              <mc:AlternateContent xmlns:mc="http://schemas.openxmlformats.org/markup-compatibility/2006">
                <mc:Choice xmlns:v="urn:schemas-microsoft-com:vml" Requires="v">
                  <p:oleObj spid="_x0000_s3228" name="" r:id="rId7" imgW="2362200" imgH="393700" progId="Equation.3">
                    <p:embed/>
                  </p:oleObj>
                </mc:Choice>
                <mc:Fallback>
                  <p:oleObj name="" r:id="rId7" imgW="2362200" imgH="393700" progId="Equation.3">
                    <p:embed/>
                    <p:pic>
                      <p:nvPicPr>
                        <p:cNvPr id="0" name="图片 3227"/>
                        <p:cNvPicPr/>
                        <p:nvPr/>
                      </p:nvPicPr>
                      <p:blipFill>
                        <a:blip r:embed="rId8"/>
                        <a:stretch>
                          <a:fillRect/>
                        </a:stretch>
                      </p:blipFill>
                      <p:spPr>
                        <a:xfrm>
                          <a:off x="720" y="1248"/>
                          <a:ext cx="4396" cy="624"/>
                        </a:xfrm>
                        <a:prstGeom prst="rect">
                          <a:avLst/>
                        </a:prstGeom>
                        <a:noFill/>
                        <a:ln w="38100">
                          <a:noFill/>
                          <a:miter/>
                        </a:ln>
                      </p:spPr>
                    </p:pic>
                  </p:oleObj>
                </mc:Fallback>
              </mc:AlternateContent>
            </a:graphicData>
          </a:graphic>
        </p:graphicFrame>
      </p:grpSp>
      <p:sp>
        <p:nvSpPr>
          <p:cNvPr id="818186" name="Rectangle 10"/>
          <p:cNvSpPr>
            <a:spLocks noChangeArrowheads="1"/>
          </p:cNvSpPr>
          <p:nvPr/>
        </p:nvSpPr>
        <p:spPr bwMode="auto">
          <a:xfrm>
            <a:off x="687388" y="5322888"/>
            <a:ext cx="7543800" cy="9144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Wingdings 2" panose="05020102010507070707" pitchFamily="18" charset="2"/>
              </a:rPr>
              <a:t>       </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Wingdings 2" panose="05020102010507070707" pitchFamily="18" charset="2"/>
              </a:rPr>
              <a:t>电感元件有的时刻是吸收电功率，有的时刻发出电功率。平均功率为零。</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8179">
                                            <p:txEl>
                                              <p:charRg st="0" end="9"/>
                                            </p:txEl>
                                          </p:spTgt>
                                        </p:tgtEl>
                                        <p:attrNameLst>
                                          <p:attrName>style.visibility</p:attrName>
                                        </p:attrNameLst>
                                      </p:cBhvr>
                                      <p:to>
                                        <p:strVal val="visible"/>
                                      </p:to>
                                    </p:set>
                                    <p:animEffect transition="in" filter="wipe(left)">
                                      <p:cBhvr>
                                        <p:cTn id="7" dur="500"/>
                                        <p:tgtEl>
                                          <p:spTgt spid="818179">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8181"/>
                                        </p:tgtEl>
                                        <p:attrNameLst>
                                          <p:attrName>style.visibility</p:attrName>
                                        </p:attrNameLst>
                                      </p:cBhvr>
                                      <p:to>
                                        <p:strVal val="visible"/>
                                      </p:to>
                                    </p:set>
                                    <p:animEffect transition="in" filter="wipe(left)">
                                      <p:cBhvr>
                                        <p:cTn id="17" dur="500"/>
                                        <p:tgtEl>
                                          <p:spTgt spid="81818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18180"/>
                                        </p:tgtEl>
                                        <p:attrNameLst>
                                          <p:attrName>style.visibility</p:attrName>
                                        </p:attrNameLst>
                                      </p:cBhvr>
                                      <p:to>
                                        <p:strVal val="visible"/>
                                      </p:to>
                                    </p:set>
                                    <p:animEffect transition="in" filter="checkerboard(across)">
                                      <p:cBhvr>
                                        <p:cTn id="22" dur="500"/>
                                        <p:tgtEl>
                                          <p:spTgt spid="818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8186"/>
                                        </p:tgtEl>
                                        <p:attrNameLst>
                                          <p:attrName>style.visibility</p:attrName>
                                        </p:attrNameLst>
                                      </p:cBhvr>
                                      <p:to>
                                        <p:strVal val="visible"/>
                                      </p:to>
                                    </p:set>
                                    <p:animEffect transition="in" filter="wipe(left)">
                                      <p:cBhvr>
                                        <p:cTn id="27" dur="500"/>
                                        <p:tgtEl>
                                          <p:spTgt spid="818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79" grpId="0" build="p"/>
      <p:bldP spid="818181" grpId="0"/>
      <p:bldP spid="81818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1277938" y="539750"/>
            <a:ext cx="6078537" cy="547688"/>
            <a:chOff x="720" y="288"/>
            <a:chExt cx="3829" cy="345"/>
          </a:xfrm>
        </p:grpSpPr>
        <p:sp>
          <p:nvSpPr>
            <p:cNvPr id="51258" name="Rectangle 4"/>
            <p:cNvSpPr/>
            <p:nvPr/>
          </p:nvSpPr>
          <p:spPr>
            <a:xfrm>
              <a:off x="720" y="335"/>
              <a:ext cx="1728" cy="24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瞬时功率 </a:t>
              </a:r>
              <a:r>
                <a:rPr lang="zh-CN" altLang="zh-CN" sz="2800" b="1" dirty="0">
                  <a:latin typeface="Times New Roman" panose="02020603050405020304" pitchFamily="18" charset="0"/>
                  <a:ea typeface="华文中宋" panose="02010600040101010101" pitchFamily="2" charset="-122"/>
                </a:rPr>
                <a:t> ：</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51259" name="Object 5" descr="40%">
              <a:hlinkClick r:id="" action="ppaction://ole?verb="/>
            </p:cNvPr>
            <p:cNvGraphicFramePr/>
            <p:nvPr/>
          </p:nvGraphicFramePr>
          <p:xfrm>
            <a:off x="2064" y="288"/>
            <a:ext cx="961" cy="345"/>
          </p:xfrm>
          <a:graphic>
            <a:graphicData uri="http://schemas.openxmlformats.org/presentationml/2006/ole">
              <mc:AlternateContent xmlns:mc="http://schemas.openxmlformats.org/markup-compatibility/2006">
                <mc:Choice xmlns:v="urn:schemas-microsoft-com:vml" Requires="v">
                  <p:oleObj spid="_x0000_s3226" name="" r:id="rId1" imgW="508000" imgH="203200" progId="Equation.3">
                    <p:embed/>
                  </p:oleObj>
                </mc:Choice>
                <mc:Fallback>
                  <p:oleObj name="" r:id="rId1" imgW="508000" imgH="203200" progId="Equation.3">
                    <p:embed/>
                    <p:pic>
                      <p:nvPicPr>
                        <p:cNvPr id="0" name="图片 3225"/>
                        <p:cNvPicPr/>
                        <p:nvPr/>
                      </p:nvPicPr>
                      <p:blipFill>
                        <a:blip r:embed="rId2"/>
                        <a:stretch>
                          <a:fillRect/>
                        </a:stretch>
                      </p:blipFill>
                      <p:spPr>
                        <a:xfrm>
                          <a:off x="2064" y="288"/>
                          <a:ext cx="961" cy="345"/>
                        </a:xfrm>
                        <a:prstGeom prst="rect">
                          <a:avLst/>
                        </a:prstGeom>
                        <a:noFill/>
                        <a:ln w="38100">
                          <a:noFill/>
                          <a:miter/>
                        </a:ln>
                      </p:spPr>
                    </p:pic>
                  </p:oleObj>
                </mc:Fallback>
              </mc:AlternateContent>
            </a:graphicData>
          </a:graphic>
        </p:graphicFrame>
        <p:graphicFrame>
          <p:nvGraphicFramePr>
            <p:cNvPr id="51260" name="Object 6" descr="40%">
              <a:hlinkClick r:id="" action="ppaction://ole?verb="/>
            </p:cNvPr>
            <p:cNvGraphicFramePr/>
            <p:nvPr/>
          </p:nvGraphicFramePr>
          <p:xfrm>
            <a:off x="2964" y="288"/>
            <a:ext cx="1585" cy="344"/>
          </p:xfrm>
          <a:graphic>
            <a:graphicData uri="http://schemas.openxmlformats.org/presentationml/2006/ole">
              <mc:AlternateContent xmlns:mc="http://schemas.openxmlformats.org/markup-compatibility/2006">
                <mc:Choice xmlns:v="urn:schemas-microsoft-com:vml" Requires="v">
                  <p:oleObj spid="_x0000_s3225" name="" r:id="rId3" imgW="837565" imgH="203200" progId="Equation.3">
                    <p:embed/>
                  </p:oleObj>
                </mc:Choice>
                <mc:Fallback>
                  <p:oleObj name="" r:id="rId3" imgW="837565" imgH="203200" progId="Equation.3">
                    <p:embed/>
                    <p:pic>
                      <p:nvPicPr>
                        <p:cNvPr id="0" name="图片 3224"/>
                        <p:cNvPicPr/>
                        <p:nvPr/>
                      </p:nvPicPr>
                      <p:blipFill>
                        <a:blip r:embed="rId4"/>
                        <a:stretch>
                          <a:fillRect/>
                        </a:stretch>
                      </p:blipFill>
                      <p:spPr>
                        <a:xfrm>
                          <a:off x="2964" y="288"/>
                          <a:ext cx="1585" cy="344"/>
                        </a:xfrm>
                        <a:prstGeom prst="rect">
                          <a:avLst/>
                        </a:prstGeom>
                        <a:noFill/>
                        <a:ln w="38100">
                          <a:noFill/>
                          <a:miter/>
                        </a:ln>
                      </p:spPr>
                    </p:pic>
                  </p:oleObj>
                </mc:Fallback>
              </mc:AlternateContent>
            </a:graphicData>
          </a:graphic>
        </p:graphicFrame>
      </p:grpSp>
      <p:grpSp>
        <p:nvGrpSpPr>
          <p:cNvPr id="3" name="Group 7"/>
          <p:cNvGrpSpPr/>
          <p:nvPr/>
        </p:nvGrpSpPr>
        <p:grpSpPr>
          <a:xfrm>
            <a:off x="571500" y="1222375"/>
            <a:ext cx="7169150" cy="4127500"/>
            <a:chOff x="572" y="622"/>
            <a:chExt cx="4516" cy="2600"/>
          </a:xfrm>
        </p:grpSpPr>
        <p:sp>
          <p:nvSpPr>
            <p:cNvPr id="51206" name="Rectangle 8"/>
            <p:cNvSpPr/>
            <p:nvPr/>
          </p:nvSpPr>
          <p:spPr>
            <a:xfrm>
              <a:off x="572" y="2934"/>
              <a:ext cx="1611" cy="288"/>
            </a:xfrm>
            <a:prstGeom prst="rect">
              <a:avLst/>
            </a:prstGeom>
            <a:noFill/>
            <a:ln w="12700">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51207" name="Group 9"/>
            <p:cNvGrpSpPr/>
            <p:nvPr/>
          </p:nvGrpSpPr>
          <p:grpSpPr>
            <a:xfrm>
              <a:off x="2448" y="666"/>
              <a:ext cx="1868" cy="2544"/>
              <a:chOff x="1968" y="816"/>
              <a:chExt cx="1392" cy="2942"/>
            </a:xfrm>
          </p:grpSpPr>
          <p:sp>
            <p:nvSpPr>
              <p:cNvPr id="51250" name="Line 10"/>
              <p:cNvSpPr/>
              <p:nvPr/>
            </p:nvSpPr>
            <p:spPr>
              <a:xfrm>
                <a:off x="1968" y="2976"/>
                <a:ext cx="0" cy="768"/>
              </a:xfrm>
              <a:prstGeom prst="line">
                <a:avLst/>
              </a:prstGeom>
              <a:ln w="28575" cap="flat" cmpd="sng">
                <a:solidFill>
                  <a:schemeClr val="accent2"/>
                </a:solidFill>
                <a:prstDash val="dash"/>
                <a:headEnd type="none" w="med" len="med"/>
                <a:tailEnd type="none" w="med" len="med"/>
              </a:ln>
            </p:spPr>
          </p:sp>
          <p:sp>
            <p:nvSpPr>
              <p:cNvPr id="51251" name="Line 11"/>
              <p:cNvSpPr/>
              <p:nvPr/>
            </p:nvSpPr>
            <p:spPr>
              <a:xfrm>
                <a:off x="2892" y="3140"/>
                <a:ext cx="0" cy="618"/>
              </a:xfrm>
              <a:prstGeom prst="line">
                <a:avLst/>
              </a:prstGeom>
              <a:ln w="28575" cap="flat" cmpd="sng">
                <a:solidFill>
                  <a:schemeClr val="accent2"/>
                </a:solidFill>
                <a:prstDash val="dash"/>
                <a:headEnd type="none" w="med" len="med"/>
                <a:tailEnd type="none" w="med" len="med"/>
              </a:ln>
            </p:spPr>
          </p:sp>
          <p:sp>
            <p:nvSpPr>
              <p:cNvPr id="51252" name="Line 12"/>
              <p:cNvSpPr/>
              <p:nvPr/>
            </p:nvSpPr>
            <p:spPr>
              <a:xfrm>
                <a:off x="3360" y="3120"/>
                <a:ext cx="0" cy="638"/>
              </a:xfrm>
              <a:prstGeom prst="line">
                <a:avLst/>
              </a:prstGeom>
              <a:ln w="28575" cap="flat" cmpd="sng">
                <a:solidFill>
                  <a:schemeClr val="accent2"/>
                </a:solidFill>
                <a:prstDash val="dash"/>
                <a:headEnd type="none" w="med" len="med"/>
                <a:tailEnd type="none" w="med" len="med"/>
              </a:ln>
            </p:spPr>
          </p:sp>
          <p:sp>
            <p:nvSpPr>
              <p:cNvPr id="51253" name="Line 13"/>
              <p:cNvSpPr/>
              <p:nvPr/>
            </p:nvSpPr>
            <p:spPr>
              <a:xfrm>
                <a:off x="2419" y="3139"/>
                <a:ext cx="0" cy="618"/>
              </a:xfrm>
              <a:prstGeom prst="line">
                <a:avLst/>
              </a:prstGeom>
              <a:ln w="28575" cap="flat" cmpd="sng">
                <a:solidFill>
                  <a:schemeClr val="accent2"/>
                </a:solidFill>
                <a:prstDash val="dash"/>
                <a:headEnd type="none" w="med" len="med"/>
                <a:tailEnd type="none" w="med" len="med"/>
              </a:ln>
            </p:spPr>
          </p:sp>
          <p:sp>
            <p:nvSpPr>
              <p:cNvPr id="51254" name="Line 14"/>
              <p:cNvSpPr/>
              <p:nvPr/>
            </p:nvSpPr>
            <p:spPr>
              <a:xfrm>
                <a:off x="1968" y="873"/>
                <a:ext cx="0" cy="2074"/>
              </a:xfrm>
              <a:prstGeom prst="line">
                <a:avLst/>
              </a:prstGeom>
              <a:ln w="28575" cap="flat" cmpd="sng">
                <a:solidFill>
                  <a:schemeClr val="accent2"/>
                </a:solidFill>
                <a:prstDash val="dash"/>
                <a:headEnd type="none" w="med" len="med"/>
                <a:tailEnd type="none" w="med" len="med"/>
              </a:ln>
            </p:spPr>
          </p:sp>
          <p:sp>
            <p:nvSpPr>
              <p:cNvPr id="51255" name="Line 15"/>
              <p:cNvSpPr/>
              <p:nvPr/>
            </p:nvSpPr>
            <p:spPr>
              <a:xfrm>
                <a:off x="2892" y="864"/>
                <a:ext cx="0" cy="2160"/>
              </a:xfrm>
              <a:prstGeom prst="line">
                <a:avLst/>
              </a:prstGeom>
              <a:ln w="28575" cap="flat" cmpd="sng">
                <a:solidFill>
                  <a:schemeClr val="accent2"/>
                </a:solidFill>
                <a:prstDash val="dash"/>
                <a:headEnd type="none" w="med" len="med"/>
                <a:tailEnd type="none" w="med" len="med"/>
              </a:ln>
            </p:spPr>
          </p:sp>
          <p:sp>
            <p:nvSpPr>
              <p:cNvPr id="51256" name="Line 16"/>
              <p:cNvSpPr/>
              <p:nvPr/>
            </p:nvSpPr>
            <p:spPr>
              <a:xfrm>
                <a:off x="3360" y="816"/>
                <a:ext cx="0" cy="2208"/>
              </a:xfrm>
              <a:prstGeom prst="line">
                <a:avLst/>
              </a:prstGeom>
              <a:ln w="28575" cap="flat" cmpd="sng">
                <a:solidFill>
                  <a:schemeClr val="accent2"/>
                </a:solidFill>
                <a:prstDash val="dash"/>
                <a:headEnd type="none" w="med" len="med"/>
                <a:tailEnd type="none" w="med" len="med"/>
              </a:ln>
            </p:spPr>
          </p:sp>
          <p:sp>
            <p:nvSpPr>
              <p:cNvPr id="51257" name="Line 17"/>
              <p:cNvSpPr/>
              <p:nvPr/>
            </p:nvSpPr>
            <p:spPr>
              <a:xfrm>
                <a:off x="2414" y="865"/>
                <a:ext cx="0" cy="2198"/>
              </a:xfrm>
              <a:prstGeom prst="line">
                <a:avLst/>
              </a:prstGeom>
              <a:ln w="28575" cap="flat" cmpd="sng">
                <a:solidFill>
                  <a:schemeClr val="accent2"/>
                </a:solidFill>
                <a:prstDash val="dash"/>
                <a:headEnd type="none" w="med" len="med"/>
                <a:tailEnd type="none" w="med" len="med"/>
              </a:ln>
            </p:spPr>
          </p:sp>
        </p:grpSp>
        <p:grpSp>
          <p:nvGrpSpPr>
            <p:cNvPr id="51208" name="Group 18"/>
            <p:cNvGrpSpPr/>
            <p:nvPr/>
          </p:nvGrpSpPr>
          <p:grpSpPr>
            <a:xfrm>
              <a:off x="1030" y="622"/>
              <a:ext cx="4058" cy="1148"/>
              <a:chOff x="1030" y="772"/>
              <a:chExt cx="4058" cy="1148"/>
            </a:xfrm>
          </p:grpSpPr>
          <p:sp>
            <p:nvSpPr>
              <p:cNvPr id="51235" name="Rectangle 19"/>
              <p:cNvSpPr/>
              <p:nvPr/>
            </p:nvSpPr>
            <p:spPr>
              <a:xfrm>
                <a:off x="2794" y="964"/>
                <a:ext cx="174" cy="289"/>
              </a:xfrm>
              <a:prstGeom prst="rect">
                <a:avLst/>
              </a:prstGeom>
              <a:noFill/>
              <a:ln w="127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FF"/>
                    </a:solidFill>
                    <a:latin typeface="Times New Roman" panose="02020603050405020304" pitchFamily="18" charset="0"/>
                    <a:ea typeface="华文中宋" panose="02010600040101010101" pitchFamily="2" charset="-122"/>
                  </a:rPr>
                  <a:t>i</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grpSp>
            <p:nvGrpSpPr>
              <p:cNvPr id="51236" name="Group 20"/>
              <p:cNvGrpSpPr/>
              <p:nvPr/>
            </p:nvGrpSpPr>
            <p:grpSpPr>
              <a:xfrm>
                <a:off x="1182" y="772"/>
                <a:ext cx="3781" cy="1148"/>
                <a:chOff x="1026" y="574"/>
                <a:chExt cx="2816" cy="1148"/>
              </a:xfrm>
            </p:grpSpPr>
            <p:sp>
              <p:nvSpPr>
                <p:cNvPr id="51242" name="Rectangle 21"/>
                <p:cNvSpPr/>
                <p:nvPr/>
              </p:nvSpPr>
              <p:spPr>
                <a:xfrm>
                  <a:off x="1611" y="574"/>
                  <a:ext cx="166" cy="289"/>
                </a:xfrm>
                <a:prstGeom prst="rect">
                  <a:avLst/>
                </a:prstGeom>
                <a:noFill/>
                <a:ln w="127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i="1" dirty="0">
                    <a:solidFill>
                      <a:schemeClr val="accent1"/>
                    </a:solidFill>
                    <a:latin typeface="Times New Roman" panose="02020603050405020304" pitchFamily="18" charset="0"/>
                    <a:ea typeface="华文中宋" panose="02010600040101010101" pitchFamily="2" charset="-122"/>
                  </a:endParaRPr>
                </a:p>
              </p:txBody>
            </p:sp>
            <p:grpSp>
              <p:nvGrpSpPr>
                <p:cNvPr id="51243" name="Group 22"/>
                <p:cNvGrpSpPr/>
                <p:nvPr/>
              </p:nvGrpSpPr>
              <p:grpSpPr>
                <a:xfrm>
                  <a:off x="1026" y="768"/>
                  <a:ext cx="2816" cy="954"/>
                  <a:chOff x="1026" y="768"/>
                  <a:chExt cx="2816" cy="954"/>
                </a:xfrm>
              </p:grpSpPr>
              <p:sp>
                <p:nvSpPr>
                  <p:cNvPr id="51244" name="Freeform 23"/>
                  <p:cNvSpPr/>
                  <p:nvPr/>
                </p:nvSpPr>
                <p:spPr>
                  <a:xfrm>
                    <a:off x="1968" y="1248"/>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1245" name="Freeform 24"/>
                  <p:cNvSpPr/>
                  <p:nvPr/>
                </p:nvSpPr>
                <p:spPr>
                  <a:xfrm flipV="1">
                    <a:off x="1026" y="768"/>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1246" name="Freeform 25"/>
                  <p:cNvSpPr/>
                  <p:nvPr/>
                </p:nvSpPr>
                <p:spPr>
                  <a:xfrm flipV="1">
                    <a:off x="2901" y="770"/>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1247" name="Freeform 26"/>
                  <p:cNvSpPr/>
                  <p:nvPr/>
                </p:nvSpPr>
                <p:spPr>
                  <a:xfrm>
                    <a:off x="1493" y="897"/>
                    <a:ext cx="941" cy="351"/>
                  </a:xfrm>
                  <a:custGeom>
                    <a:avLst/>
                    <a:gdLst>
                      <a:gd name="txL" fmla="*/ 0 w 1161"/>
                      <a:gd name="txT" fmla="*/ 0 h 265"/>
                      <a:gd name="txR" fmla="*/ 1161 w 1161"/>
                      <a:gd name="txB" fmla="*/ 265 h 265"/>
                    </a:gdLst>
                    <a:ahLst/>
                    <a:cxnLst>
                      <a:cxn ang="0">
                        <a:pos x="0" y="41675"/>
                      </a:cxn>
                      <a:cxn ang="0">
                        <a:pos x="2" y="30121"/>
                      </a:cxn>
                      <a:cxn ang="0">
                        <a:pos x="4" y="20271"/>
                      </a:cxn>
                      <a:cxn ang="0">
                        <a:pos x="6" y="11986"/>
                      </a:cxn>
                      <a:cxn ang="0">
                        <a:pos x="9" y="4874"/>
                      </a:cxn>
                      <a:cxn ang="0">
                        <a:pos x="11" y="1318"/>
                      </a:cxn>
                      <a:cxn ang="0">
                        <a:pos x="12" y="0"/>
                      </a:cxn>
                      <a:cxn ang="0">
                        <a:pos x="15" y="1318"/>
                      </a:cxn>
                      <a:cxn ang="0">
                        <a:pos x="18" y="4874"/>
                      </a:cxn>
                      <a:cxn ang="0">
                        <a:pos x="19" y="11986"/>
                      </a:cxn>
                      <a:cxn ang="0">
                        <a:pos x="22" y="20271"/>
                      </a:cxn>
                      <a:cxn ang="0">
                        <a:pos x="24" y="30917"/>
                      </a:cxn>
                      <a:cxn ang="0">
                        <a:pos x="26" y="41675"/>
                      </a:cxn>
                    </a:cxnLst>
                    <a:rect l="txL" t="txT" r="txR" b="txB"/>
                    <a:pathLst>
                      <a:path w="1161" h="265">
                        <a:moveTo>
                          <a:pt x="0" y="264"/>
                        </a:moveTo>
                        <a:lnTo>
                          <a:pt x="97" y="192"/>
                        </a:lnTo>
                        <a:lnTo>
                          <a:pt x="194" y="129"/>
                        </a:lnTo>
                        <a:lnTo>
                          <a:pt x="294" y="76"/>
                        </a:lnTo>
                        <a:lnTo>
                          <a:pt x="391" y="31"/>
                        </a:lnTo>
                        <a:lnTo>
                          <a:pt x="473" y="8"/>
                        </a:lnTo>
                        <a:lnTo>
                          <a:pt x="570" y="0"/>
                        </a:lnTo>
                        <a:lnTo>
                          <a:pt x="670" y="8"/>
                        </a:lnTo>
                        <a:lnTo>
                          <a:pt x="767" y="31"/>
                        </a:lnTo>
                        <a:lnTo>
                          <a:pt x="864" y="76"/>
                        </a:lnTo>
                        <a:lnTo>
                          <a:pt x="963" y="129"/>
                        </a:lnTo>
                        <a:lnTo>
                          <a:pt x="1060" y="196"/>
                        </a:lnTo>
                        <a:lnTo>
                          <a:pt x="1160" y="264"/>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1248" name="Freeform 27"/>
                  <p:cNvSpPr/>
                  <p:nvPr/>
                </p:nvSpPr>
                <p:spPr>
                  <a:xfrm>
                    <a:off x="2423" y="1248"/>
                    <a:ext cx="941" cy="399"/>
                  </a:xfrm>
                  <a:custGeom>
                    <a:avLst/>
                    <a:gdLst>
                      <a:gd name="txL" fmla="*/ 0 w 1164"/>
                      <a:gd name="txT" fmla="*/ 0 h 265"/>
                      <a:gd name="txR" fmla="*/ 1164 w 1164"/>
                      <a:gd name="txB" fmla="*/ 265 h 265"/>
                    </a:gdLst>
                    <a:ahLst/>
                    <a:cxnLst>
                      <a:cxn ang="0">
                        <a:pos x="26" y="0"/>
                      </a:cxn>
                      <a:cxn ang="0">
                        <a:pos x="23" y="111987"/>
                      </a:cxn>
                      <a:cxn ang="0">
                        <a:pos x="21" y="212342"/>
                      </a:cxn>
                      <a:cxn ang="0">
                        <a:pos x="19" y="296648"/>
                      </a:cxn>
                      <a:cxn ang="0">
                        <a:pos x="17" y="365865"/>
                      </a:cxn>
                      <a:cxn ang="0">
                        <a:pos x="15" y="402987"/>
                      </a:cxn>
                      <a:cxn ang="0">
                        <a:pos x="12" y="416993"/>
                      </a:cxn>
                      <a:cxn ang="0">
                        <a:pos x="11" y="402987"/>
                      </a:cxn>
                      <a:cxn ang="0">
                        <a:pos x="8" y="365865"/>
                      </a:cxn>
                      <a:cxn ang="0">
                        <a:pos x="6" y="296648"/>
                      </a:cxn>
                      <a:cxn ang="0">
                        <a:pos x="4" y="212342"/>
                      </a:cxn>
                      <a:cxn ang="0">
                        <a:pos x="2" y="106080"/>
                      </a:cxn>
                      <a:cxn ang="0">
                        <a:pos x="0" y="0"/>
                      </a:cxn>
                    </a:cxnLst>
                    <a:rect l="txL" t="txT" r="txR" b="txB"/>
                    <a:pathLst>
                      <a:path w="1164" h="265">
                        <a:moveTo>
                          <a:pt x="1163" y="0"/>
                        </a:moveTo>
                        <a:lnTo>
                          <a:pt x="1063" y="71"/>
                        </a:lnTo>
                        <a:lnTo>
                          <a:pt x="966" y="134"/>
                        </a:lnTo>
                        <a:lnTo>
                          <a:pt x="867" y="187"/>
                        </a:lnTo>
                        <a:lnTo>
                          <a:pt x="770" y="232"/>
                        </a:lnTo>
                        <a:lnTo>
                          <a:pt x="687" y="255"/>
                        </a:lnTo>
                        <a:lnTo>
                          <a:pt x="587" y="264"/>
                        </a:lnTo>
                        <a:lnTo>
                          <a:pt x="490" y="255"/>
                        </a:lnTo>
                        <a:lnTo>
                          <a:pt x="391" y="232"/>
                        </a:lnTo>
                        <a:lnTo>
                          <a:pt x="294" y="187"/>
                        </a:lnTo>
                        <a:lnTo>
                          <a:pt x="194" y="134"/>
                        </a:lnTo>
                        <a:lnTo>
                          <a:pt x="97" y="67"/>
                        </a:lnTo>
                        <a:lnTo>
                          <a:pt x="0" y="0"/>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1249" name="Text Box 28"/>
                  <p:cNvSpPr txBox="1"/>
                  <p:nvPr/>
                </p:nvSpPr>
                <p:spPr>
                  <a:xfrm>
                    <a:off x="1296" y="1200"/>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grpSp>
            <p:nvGrpSpPr>
              <p:cNvPr id="51237" name="Group 29"/>
              <p:cNvGrpSpPr/>
              <p:nvPr/>
            </p:nvGrpSpPr>
            <p:grpSpPr>
              <a:xfrm>
                <a:off x="1030" y="822"/>
                <a:ext cx="4058" cy="768"/>
                <a:chOff x="1030" y="822"/>
                <a:chExt cx="4058" cy="768"/>
              </a:xfrm>
            </p:grpSpPr>
            <p:sp>
              <p:nvSpPr>
                <p:cNvPr id="51238" name="Line 30"/>
                <p:cNvSpPr/>
                <p:nvPr/>
              </p:nvSpPr>
              <p:spPr>
                <a:xfrm flipV="1">
                  <a:off x="1802" y="822"/>
                  <a:ext cx="0" cy="768"/>
                </a:xfrm>
                <a:prstGeom prst="line">
                  <a:avLst/>
                </a:prstGeom>
                <a:ln w="38100" cap="flat" cmpd="sng">
                  <a:solidFill>
                    <a:schemeClr val="tx1"/>
                  </a:solidFill>
                  <a:prstDash val="solid"/>
                  <a:headEnd type="none" w="med" len="med"/>
                  <a:tailEnd type="triangle" w="med" len="med"/>
                </a:ln>
              </p:spPr>
            </p:sp>
            <p:graphicFrame>
              <p:nvGraphicFramePr>
                <p:cNvPr id="51239" name="Object 31"/>
                <p:cNvGraphicFramePr>
                  <a:graphicFrameLocks noChangeAspect="1"/>
                </p:cNvGraphicFramePr>
                <p:nvPr/>
              </p:nvGraphicFramePr>
              <p:xfrm>
                <a:off x="1030" y="918"/>
                <a:ext cx="763" cy="576"/>
              </p:xfrm>
              <a:graphic>
                <a:graphicData uri="http://schemas.openxmlformats.org/presentationml/2006/ole">
                  <mc:AlternateContent xmlns:mc="http://schemas.openxmlformats.org/markup-compatibility/2006">
                    <mc:Choice xmlns:v="urn:schemas-microsoft-com:vml" Requires="v">
                      <p:oleObj spid="_x0000_s3231" name="" r:id="rId5" imgW="619125" imgH="800100" progId="Paint.Picture">
                        <p:embed/>
                      </p:oleObj>
                    </mc:Choice>
                    <mc:Fallback>
                      <p:oleObj name="" r:id="rId5" imgW="619125" imgH="800100" progId="Paint.Picture">
                        <p:embed/>
                        <p:pic>
                          <p:nvPicPr>
                            <p:cNvPr id="0" name="图片 3230"/>
                            <p:cNvPicPr/>
                            <p:nvPr/>
                          </p:nvPicPr>
                          <p:blipFill>
                            <a:blip r:embed="rId6">
                              <a:lum contrast="18000"/>
                            </a:blip>
                            <a:stretch>
                              <a:fillRect/>
                            </a:stretch>
                          </p:blipFill>
                          <p:spPr>
                            <a:xfrm>
                              <a:off x="1030" y="918"/>
                              <a:ext cx="763" cy="576"/>
                            </a:xfrm>
                            <a:prstGeom prst="rect">
                              <a:avLst/>
                            </a:prstGeom>
                            <a:solidFill>
                              <a:schemeClr val="bg1"/>
                            </a:solidFill>
                            <a:ln w="38100">
                              <a:noFill/>
                              <a:miter/>
                            </a:ln>
                          </p:spPr>
                        </p:pic>
                      </p:oleObj>
                    </mc:Fallback>
                  </mc:AlternateContent>
                </a:graphicData>
              </a:graphic>
            </p:graphicFrame>
            <p:graphicFrame>
              <p:nvGraphicFramePr>
                <p:cNvPr id="51240" name="Object 32"/>
                <p:cNvGraphicFramePr>
                  <a:graphicFrameLocks noChangeAspect="1"/>
                </p:cNvGraphicFramePr>
                <p:nvPr/>
              </p:nvGraphicFramePr>
              <p:xfrm>
                <a:off x="4325" y="960"/>
                <a:ext cx="763" cy="576"/>
              </p:xfrm>
              <a:graphic>
                <a:graphicData uri="http://schemas.openxmlformats.org/presentationml/2006/ole">
                  <mc:AlternateContent xmlns:mc="http://schemas.openxmlformats.org/markup-compatibility/2006">
                    <mc:Choice xmlns:v="urn:schemas-microsoft-com:vml" Requires="v">
                      <p:oleObj spid="_x0000_s3232" name="" r:id="rId7" imgW="619125" imgH="800100" progId="Paint.Picture">
                        <p:embed/>
                      </p:oleObj>
                    </mc:Choice>
                    <mc:Fallback>
                      <p:oleObj name="" r:id="rId7" imgW="619125" imgH="800100" progId="Paint.Picture">
                        <p:embed/>
                        <p:pic>
                          <p:nvPicPr>
                            <p:cNvPr id="0" name="图片 3231"/>
                            <p:cNvPicPr/>
                            <p:nvPr/>
                          </p:nvPicPr>
                          <p:blipFill>
                            <a:blip r:embed="rId6">
                              <a:lum contrast="18000"/>
                            </a:blip>
                            <a:stretch>
                              <a:fillRect/>
                            </a:stretch>
                          </p:blipFill>
                          <p:spPr>
                            <a:xfrm>
                              <a:off x="4325" y="960"/>
                              <a:ext cx="763" cy="576"/>
                            </a:xfrm>
                            <a:prstGeom prst="rect">
                              <a:avLst/>
                            </a:prstGeom>
                            <a:solidFill>
                              <a:schemeClr val="bg1"/>
                            </a:solidFill>
                            <a:ln w="38100">
                              <a:noFill/>
                              <a:miter/>
                            </a:ln>
                          </p:spPr>
                        </p:pic>
                      </p:oleObj>
                    </mc:Fallback>
                  </mc:AlternateContent>
                </a:graphicData>
              </a:graphic>
            </p:graphicFrame>
            <p:sp>
              <p:nvSpPr>
                <p:cNvPr id="51241" name="Line 33"/>
                <p:cNvSpPr/>
                <p:nvPr/>
              </p:nvSpPr>
              <p:spPr>
                <a:xfrm>
                  <a:off x="1546" y="1446"/>
                  <a:ext cx="3166" cy="0"/>
                </a:xfrm>
                <a:prstGeom prst="line">
                  <a:avLst/>
                </a:prstGeom>
                <a:ln w="38100" cap="flat" cmpd="sng">
                  <a:solidFill>
                    <a:schemeClr val="tx1"/>
                  </a:solidFill>
                  <a:prstDash val="solid"/>
                  <a:headEnd type="none" w="med" len="med"/>
                  <a:tailEnd type="triangle" w="med" len="med"/>
                </a:ln>
              </p:spPr>
            </p:sp>
          </p:grpSp>
        </p:grpSp>
        <p:grpSp>
          <p:nvGrpSpPr>
            <p:cNvPr id="51209" name="Group 34"/>
            <p:cNvGrpSpPr/>
            <p:nvPr/>
          </p:nvGrpSpPr>
          <p:grpSpPr>
            <a:xfrm>
              <a:off x="1444" y="1768"/>
              <a:ext cx="3609" cy="1331"/>
              <a:chOff x="1444" y="1768"/>
              <a:chExt cx="3609" cy="1331"/>
            </a:xfrm>
          </p:grpSpPr>
          <p:sp>
            <p:nvSpPr>
              <p:cNvPr id="51211" name="Rectangle 35"/>
              <p:cNvSpPr/>
              <p:nvPr/>
            </p:nvSpPr>
            <p:spPr>
              <a:xfrm>
                <a:off x="2114" y="2546"/>
                <a:ext cx="115"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endParaRPr lang="zh-CN" altLang="zh-CN" sz="2400" b="1" dirty="0">
                  <a:latin typeface="Times New Roman" panose="02020603050405020304" pitchFamily="18" charset="0"/>
                  <a:ea typeface="华文中宋" panose="02010600040101010101" pitchFamily="2" charset="-122"/>
                </a:endParaRPr>
              </a:p>
            </p:txBody>
          </p:sp>
          <p:grpSp>
            <p:nvGrpSpPr>
              <p:cNvPr id="51212" name="Group 36"/>
              <p:cNvGrpSpPr/>
              <p:nvPr/>
            </p:nvGrpSpPr>
            <p:grpSpPr>
              <a:xfrm>
                <a:off x="2447" y="2105"/>
                <a:ext cx="615" cy="994"/>
                <a:chOff x="1968" y="2687"/>
                <a:chExt cx="458" cy="994"/>
              </a:xfrm>
            </p:grpSpPr>
            <p:sp>
              <p:nvSpPr>
                <p:cNvPr id="51232" name="Freeform 37"/>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1233" name="Line 38"/>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51234" name="Rectangle 39"/>
                <p:cNvSpPr/>
                <p:nvPr/>
              </p:nvSpPr>
              <p:spPr>
                <a:xfrm>
                  <a:off x="1991" y="2687"/>
                  <a:ext cx="360"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grpSp>
            <p:nvGrpSpPr>
              <p:cNvPr id="51213" name="Group 40"/>
              <p:cNvGrpSpPr/>
              <p:nvPr/>
            </p:nvGrpSpPr>
            <p:grpSpPr>
              <a:xfrm>
                <a:off x="1802" y="1986"/>
                <a:ext cx="630" cy="950"/>
                <a:chOff x="1488" y="2545"/>
                <a:chExt cx="469" cy="950"/>
              </a:xfrm>
            </p:grpSpPr>
            <p:sp>
              <p:nvSpPr>
                <p:cNvPr id="51229" name="Rectangle 41"/>
                <p:cNvSpPr/>
                <p:nvPr/>
              </p:nvSpPr>
              <p:spPr>
                <a:xfrm>
                  <a:off x="1619" y="2706"/>
                  <a:ext cx="187"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51230" name="Freeform 42"/>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1231" name="Rectangle 43"/>
                <p:cNvSpPr/>
                <p:nvPr/>
              </p:nvSpPr>
              <p:spPr>
                <a:xfrm>
                  <a:off x="1559" y="3167"/>
                  <a:ext cx="360"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grpSp>
            <p:nvGrpSpPr>
              <p:cNvPr id="51214" name="Group 44"/>
              <p:cNvGrpSpPr/>
              <p:nvPr/>
            </p:nvGrpSpPr>
            <p:grpSpPr>
              <a:xfrm>
                <a:off x="3060" y="1986"/>
                <a:ext cx="603" cy="950"/>
                <a:chOff x="1488" y="2545"/>
                <a:chExt cx="469" cy="950"/>
              </a:xfrm>
            </p:grpSpPr>
            <p:sp>
              <p:nvSpPr>
                <p:cNvPr id="51226" name="Rectangle 45"/>
                <p:cNvSpPr/>
                <p:nvPr/>
              </p:nvSpPr>
              <p:spPr>
                <a:xfrm>
                  <a:off x="1615" y="2706"/>
                  <a:ext cx="196"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51227" name="Freeform 46"/>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1228" name="Rectangle 47"/>
                <p:cNvSpPr/>
                <p:nvPr/>
              </p:nvSpPr>
              <p:spPr>
                <a:xfrm>
                  <a:off x="1551" y="3167"/>
                  <a:ext cx="376"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grpSp>
            <p:nvGrpSpPr>
              <p:cNvPr id="51215" name="Group 48"/>
              <p:cNvGrpSpPr/>
              <p:nvPr/>
            </p:nvGrpSpPr>
            <p:grpSpPr>
              <a:xfrm>
                <a:off x="3659" y="2105"/>
                <a:ext cx="626" cy="994"/>
                <a:chOff x="1968" y="2687"/>
                <a:chExt cx="458" cy="994"/>
              </a:xfrm>
            </p:grpSpPr>
            <p:sp>
              <p:nvSpPr>
                <p:cNvPr id="51223" name="Freeform 49"/>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1224" name="Line 50"/>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51225" name="Rectangle 51"/>
                <p:cNvSpPr/>
                <p:nvPr/>
              </p:nvSpPr>
              <p:spPr>
                <a:xfrm>
                  <a:off x="1994" y="268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grpSp>
            <p:nvGrpSpPr>
              <p:cNvPr id="51216" name="Group 52"/>
              <p:cNvGrpSpPr/>
              <p:nvPr/>
            </p:nvGrpSpPr>
            <p:grpSpPr>
              <a:xfrm>
                <a:off x="1444" y="1768"/>
                <a:ext cx="3609" cy="1278"/>
                <a:chOff x="1200" y="2398"/>
                <a:chExt cx="2688" cy="1278"/>
              </a:xfrm>
            </p:grpSpPr>
            <p:grpSp>
              <p:nvGrpSpPr>
                <p:cNvPr id="51217" name="Group 53"/>
                <p:cNvGrpSpPr/>
                <p:nvPr/>
              </p:nvGrpSpPr>
              <p:grpSpPr>
                <a:xfrm>
                  <a:off x="1200" y="2398"/>
                  <a:ext cx="2688" cy="1278"/>
                  <a:chOff x="1200" y="2398"/>
                  <a:chExt cx="2688" cy="1278"/>
                </a:xfrm>
              </p:grpSpPr>
              <p:sp>
                <p:nvSpPr>
                  <p:cNvPr id="51219" name="Rectangle 54"/>
                  <p:cNvSpPr/>
                  <p:nvPr/>
                </p:nvSpPr>
                <p:spPr>
                  <a:xfrm>
                    <a:off x="1200" y="2398"/>
                    <a:ext cx="322"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p</a:t>
                    </a:r>
                    <a:endParaRPr lang="en-US" altLang="zh-CN" sz="2400" b="1" i="1" dirty="0">
                      <a:solidFill>
                        <a:srgbClr val="000099"/>
                      </a:solidFill>
                      <a:latin typeface="Times New Roman" panose="02020603050405020304" pitchFamily="18" charset="0"/>
                      <a:ea typeface="华文中宋" panose="02010600040101010101" pitchFamily="2" charset="-122"/>
                    </a:endParaRPr>
                  </a:p>
                </p:txBody>
              </p:sp>
              <p:sp>
                <p:nvSpPr>
                  <p:cNvPr id="51220" name="Line 55"/>
                  <p:cNvSpPr/>
                  <p:nvPr/>
                </p:nvSpPr>
                <p:spPr>
                  <a:xfrm>
                    <a:off x="1440" y="3120"/>
                    <a:ext cx="2256" cy="0"/>
                  </a:xfrm>
                  <a:prstGeom prst="line">
                    <a:avLst/>
                  </a:prstGeom>
                  <a:ln w="38100" cap="flat" cmpd="sng">
                    <a:solidFill>
                      <a:schemeClr val="tx1"/>
                    </a:solidFill>
                    <a:prstDash val="solid"/>
                    <a:headEnd type="none" w="med" len="med"/>
                    <a:tailEnd type="triangle" w="med" len="med"/>
                  </a:ln>
                </p:spPr>
              </p:sp>
              <p:sp>
                <p:nvSpPr>
                  <p:cNvPr id="51221" name="Line 56"/>
                  <p:cNvSpPr/>
                  <p:nvPr/>
                </p:nvSpPr>
                <p:spPr>
                  <a:xfrm flipV="1">
                    <a:off x="1462" y="2529"/>
                    <a:ext cx="0" cy="1147"/>
                  </a:xfrm>
                  <a:prstGeom prst="line">
                    <a:avLst/>
                  </a:prstGeom>
                  <a:ln w="38100" cap="flat" cmpd="sng">
                    <a:solidFill>
                      <a:schemeClr val="tx1"/>
                    </a:solidFill>
                    <a:prstDash val="solid"/>
                    <a:headEnd type="none" w="med" len="med"/>
                    <a:tailEnd type="triangle" w="med" len="med"/>
                  </a:ln>
                </p:spPr>
              </p:sp>
              <p:graphicFrame>
                <p:nvGraphicFramePr>
                  <p:cNvPr id="51222" name="Object 57"/>
                  <p:cNvGraphicFramePr>
                    <a:graphicFrameLocks noChangeAspect="1"/>
                  </p:cNvGraphicFramePr>
                  <p:nvPr/>
                </p:nvGraphicFramePr>
                <p:xfrm>
                  <a:off x="3600" y="3120"/>
                  <a:ext cx="288" cy="207"/>
                </p:xfrm>
                <a:graphic>
                  <a:graphicData uri="http://schemas.openxmlformats.org/presentationml/2006/ole">
                    <mc:AlternateContent xmlns:mc="http://schemas.openxmlformats.org/markup-compatibility/2006">
                      <mc:Choice xmlns:v="urn:schemas-microsoft-com:vml" Requires="v">
                        <p:oleObj spid="_x0000_s3242" name="" r:id="rId8" imgW="203200" imgH="152400" progId="Equation.3">
                          <p:embed/>
                        </p:oleObj>
                      </mc:Choice>
                      <mc:Fallback>
                        <p:oleObj name="" r:id="rId8" imgW="203200" imgH="152400" progId="Equation.3">
                          <p:embed/>
                          <p:pic>
                            <p:nvPicPr>
                              <p:cNvPr id="0" name="图片 3241"/>
                              <p:cNvPicPr/>
                              <p:nvPr/>
                            </p:nvPicPr>
                            <p:blipFill>
                              <a:blip r:embed="rId9"/>
                              <a:stretch>
                                <a:fillRect/>
                              </a:stretch>
                            </p:blipFill>
                            <p:spPr>
                              <a:xfrm>
                                <a:off x="3600" y="3120"/>
                                <a:ext cx="288" cy="207"/>
                              </a:xfrm>
                              <a:prstGeom prst="rect">
                                <a:avLst/>
                              </a:prstGeom>
                              <a:noFill/>
                              <a:ln w="38100">
                                <a:noFill/>
                                <a:miter/>
                              </a:ln>
                            </p:spPr>
                          </p:pic>
                        </p:oleObj>
                      </mc:Fallback>
                    </mc:AlternateContent>
                  </a:graphicData>
                </a:graphic>
              </p:graphicFrame>
            </p:grpSp>
            <p:sp>
              <p:nvSpPr>
                <p:cNvPr id="51218" name="Rectangle 58"/>
                <p:cNvSpPr/>
                <p:nvPr/>
              </p:nvSpPr>
              <p:spPr>
                <a:xfrm>
                  <a:off x="1296" y="3024"/>
                  <a:ext cx="159"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graphicFrame>
          <p:nvGraphicFramePr>
            <p:cNvPr id="51210" name="Object 59"/>
            <p:cNvGraphicFramePr>
              <a:graphicFrameLocks noChangeAspect="1"/>
            </p:cNvGraphicFramePr>
            <p:nvPr/>
          </p:nvGraphicFramePr>
          <p:xfrm>
            <a:off x="4638" y="1354"/>
            <a:ext cx="412" cy="176"/>
          </p:xfrm>
          <a:graphic>
            <a:graphicData uri="http://schemas.openxmlformats.org/presentationml/2006/ole">
              <mc:AlternateContent xmlns:mc="http://schemas.openxmlformats.org/markup-compatibility/2006">
                <mc:Choice xmlns:v="urn:schemas-microsoft-com:vml" Requires="v">
                  <p:oleObj spid="_x0000_s3237" name="" r:id="rId10" imgW="203200" imgH="152400" progId="Equation.3">
                    <p:embed/>
                  </p:oleObj>
                </mc:Choice>
                <mc:Fallback>
                  <p:oleObj name="" r:id="rId10" imgW="203200" imgH="152400" progId="Equation.3">
                    <p:embed/>
                    <p:pic>
                      <p:nvPicPr>
                        <p:cNvPr id="0" name="图片 3236"/>
                        <p:cNvPicPr/>
                        <p:nvPr/>
                      </p:nvPicPr>
                      <p:blipFill>
                        <a:blip r:embed="rId9"/>
                        <a:stretch>
                          <a:fillRect/>
                        </a:stretch>
                      </p:blipFill>
                      <p:spPr>
                        <a:xfrm>
                          <a:off x="4638" y="1354"/>
                          <a:ext cx="412" cy="176"/>
                        </a:xfrm>
                        <a:prstGeom prst="rect">
                          <a:avLst/>
                        </a:prstGeom>
                        <a:noFill/>
                        <a:ln w="38100">
                          <a:noFill/>
                          <a:miter/>
                        </a:ln>
                      </p:spPr>
                    </p:pic>
                  </p:oleObj>
                </mc:Fallback>
              </mc:AlternateContent>
            </a:graphicData>
          </a:graphic>
        </p:graphicFrame>
      </p:grpSp>
      <p:sp>
        <p:nvSpPr>
          <p:cNvPr id="819260" name="Rectangle 60" descr="40%"/>
          <p:cNvSpPr/>
          <p:nvPr/>
        </p:nvSpPr>
        <p:spPr>
          <a:xfrm>
            <a:off x="1125538" y="5568950"/>
            <a:ext cx="7010400" cy="1028700"/>
          </a:xfrm>
          <a:prstGeom prst="rect">
            <a:avLst/>
          </a:prstGeom>
          <a:noFill/>
          <a:ln w="28575">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nSpc>
                <a:spcPct val="110000"/>
              </a:lnSpc>
              <a:spcBef>
                <a:spcPct val="0"/>
              </a:spcBef>
              <a:buClrTx/>
              <a:buSzTx/>
              <a:buFontTx/>
              <a:buNone/>
            </a:pPr>
            <a:r>
              <a:rPr lang="zh-CN" altLang="en-US" sz="2800" b="1" dirty="0">
                <a:latin typeface="Times New Roman" panose="02020603050405020304" pitchFamily="18" charset="0"/>
                <a:ea typeface="华文中宋" panose="02010600040101010101" pitchFamily="2" charset="-122"/>
              </a:rPr>
              <a:t>结论：电感元件是储能元件，不消耗能量，只和电源进行能量交换。</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19260"/>
                                        </p:tgtEl>
                                        <p:attrNameLst>
                                          <p:attrName>style.visibility</p:attrName>
                                        </p:attrNameLst>
                                      </p:cBhvr>
                                      <p:to>
                                        <p:strVal val="visible"/>
                                      </p:to>
                                    </p:set>
                                    <p:animEffect transition="in" filter="wipe(up)">
                                      <p:cBhvr>
                                        <p:cTn id="17" dur="500"/>
                                        <p:tgtEl>
                                          <p:spTgt spid="819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2400" dirty="0">
                <a:latin typeface="Times New Roman" panose="02020603050405020304" pitchFamily="18" charset="0"/>
                <a:ea typeface="华文中宋" panose="02010600040101010101" pitchFamily="2" charset="-122"/>
              </a:rPr>
            </a:fld>
            <a:endParaRPr lang="en-US" altLang="zh-CN" sz="2400" dirty="0">
              <a:latin typeface="Times New Roman" panose="02020603050405020304" pitchFamily="18" charset="0"/>
              <a:ea typeface="华文中宋" panose="02010600040101010101" pitchFamily="2" charset="-122"/>
            </a:endParaRPr>
          </a:p>
        </p:txBody>
      </p:sp>
      <p:sp>
        <p:nvSpPr>
          <p:cNvPr id="820227" name="Rectangle 3"/>
          <p:cNvSpPr>
            <a:spLocks noChangeArrowheads="1"/>
          </p:cNvSpPr>
          <p:nvPr/>
        </p:nvSpPr>
        <p:spPr bwMode="auto">
          <a:xfrm>
            <a:off x="762000" y="581025"/>
            <a:ext cx="7924800" cy="14224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3-5】</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把一个</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=0.01H</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的电感接到 </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=50Hz, </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=220V</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的正弦电源上，</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求电感电流 </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(2)</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如保持</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不变，而电源 </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5000Hz, </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这时 </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I </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为多少？</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p:nvPr/>
        </p:nvGrpSpPr>
        <p:grpSpPr>
          <a:xfrm>
            <a:off x="838200" y="2181225"/>
            <a:ext cx="3265488" cy="538163"/>
            <a:chOff x="528" y="3024"/>
            <a:chExt cx="2057" cy="339"/>
          </a:xfrm>
        </p:grpSpPr>
        <p:sp>
          <p:nvSpPr>
            <p:cNvPr id="52234" name="Rectangle 5"/>
            <p:cNvSpPr/>
            <p:nvPr/>
          </p:nvSpPr>
          <p:spPr>
            <a:xfrm>
              <a:off x="528" y="3024"/>
              <a:ext cx="50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解：</a:t>
              </a:r>
              <a:endParaRPr lang="zh-CN" altLang="en-US" sz="2400" b="1" dirty="0">
                <a:solidFill>
                  <a:schemeClr val="accent2"/>
                </a:solidFill>
                <a:latin typeface="Times New Roman" panose="02020603050405020304" pitchFamily="18" charset="0"/>
                <a:ea typeface="华文中宋" panose="02010600040101010101" pitchFamily="2" charset="-122"/>
              </a:endParaRPr>
            </a:p>
          </p:txBody>
        </p:sp>
        <p:sp>
          <p:nvSpPr>
            <p:cNvPr id="52235" name="Rectangle 6"/>
            <p:cNvSpPr/>
            <p:nvPr/>
          </p:nvSpPr>
          <p:spPr>
            <a:xfrm>
              <a:off x="1008" y="3072"/>
              <a:ext cx="1577"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(1) </a:t>
              </a:r>
              <a:r>
                <a:rPr lang="zh-CN" altLang="en-US" sz="2400" b="1" dirty="0">
                  <a:latin typeface="Times New Roman" panose="02020603050405020304" pitchFamily="18" charset="0"/>
                  <a:ea typeface="华文中宋" panose="02010600040101010101" pitchFamily="2" charset="-122"/>
                </a:rPr>
                <a:t>当 </a:t>
              </a:r>
              <a:r>
                <a:rPr lang="en-US" altLang="zh-CN" sz="2400" b="1" i="1" dirty="0">
                  <a:latin typeface="Times New Roman" panose="02020603050405020304" pitchFamily="18" charset="0"/>
                  <a:ea typeface="华文中宋" panose="02010600040101010101" pitchFamily="2" charset="-122"/>
                </a:rPr>
                <a:t>f </a:t>
              </a:r>
              <a:r>
                <a:rPr lang="en-US" altLang="zh-CN" sz="2400" b="1" dirty="0">
                  <a:latin typeface="Times New Roman" panose="02020603050405020304" pitchFamily="18" charset="0"/>
                  <a:ea typeface="华文中宋" panose="02010600040101010101" pitchFamily="2" charset="-122"/>
                </a:rPr>
                <a:t>= 50Hz </a:t>
              </a:r>
              <a:r>
                <a:rPr lang="zh-CN" altLang="en-US" sz="2400" b="1" dirty="0">
                  <a:latin typeface="Times New Roman" panose="02020603050405020304" pitchFamily="18" charset="0"/>
                  <a:ea typeface="华文中宋" panose="02010600040101010101" pitchFamily="2" charset="-122"/>
                </a:rPr>
                <a:t>时</a:t>
              </a:r>
              <a:endParaRPr lang="zh-CN" altLang="en-US" sz="2400" b="1" dirty="0">
                <a:latin typeface="Times New Roman" panose="02020603050405020304" pitchFamily="18" charset="0"/>
                <a:ea typeface="华文中宋" panose="02010600040101010101" pitchFamily="2" charset="-122"/>
              </a:endParaRPr>
            </a:p>
          </p:txBody>
        </p:sp>
      </p:grpSp>
      <p:graphicFrame>
        <p:nvGraphicFramePr>
          <p:cNvPr id="820231" name="Object 7" descr="40%">
            <a:hlinkClick r:id="" action="ppaction://ole?verb="/>
          </p:cNvPr>
          <p:cNvGraphicFramePr/>
          <p:nvPr/>
        </p:nvGraphicFramePr>
        <p:xfrm>
          <a:off x="1543050" y="2867025"/>
          <a:ext cx="6305550" cy="457200"/>
        </p:xfrm>
        <a:graphic>
          <a:graphicData uri="http://schemas.openxmlformats.org/presentationml/2006/ole">
            <mc:AlternateContent xmlns:mc="http://schemas.openxmlformats.org/markup-compatibility/2006">
              <mc:Choice xmlns:v="urn:schemas-microsoft-com:vml" Requires="v">
                <p:oleObj spid="_x0000_s3234" name="" r:id="rId1" imgW="2527300" imgH="215900" progId="Equation.3">
                  <p:embed/>
                </p:oleObj>
              </mc:Choice>
              <mc:Fallback>
                <p:oleObj name="" r:id="rId1" imgW="2527300" imgH="215900" progId="Equation.3">
                  <p:embed/>
                  <p:pic>
                    <p:nvPicPr>
                      <p:cNvPr id="0" name="图片 3233"/>
                      <p:cNvPicPr/>
                      <p:nvPr/>
                    </p:nvPicPr>
                    <p:blipFill>
                      <a:blip r:embed="rId2"/>
                      <a:stretch>
                        <a:fillRect/>
                      </a:stretch>
                    </p:blipFill>
                    <p:spPr>
                      <a:xfrm>
                        <a:off x="1543050" y="2867025"/>
                        <a:ext cx="6305550" cy="457200"/>
                      </a:xfrm>
                      <a:prstGeom prst="rect">
                        <a:avLst/>
                      </a:prstGeom>
                      <a:noFill/>
                      <a:ln w="38100">
                        <a:noFill/>
                        <a:miter/>
                      </a:ln>
                    </p:spPr>
                  </p:pic>
                </p:oleObj>
              </mc:Fallback>
            </mc:AlternateContent>
          </a:graphicData>
        </a:graphic>
      </p:graphicFrame>
      <p:graphicFrame>
        <p:nvGraphicFramePr>
          <p:cNvPr id="820232" name="Object 8" descr="40%">
            <a:hlinkClick r:id="" action="ppaction://ole?verb="/>
          </p:cNvPr>
          <p:cNvGraphicFramePr/>
          <p:nvPr/>
        </p:nvGraphicFramePr>
        <p:xfrm>
          <a:off x="1593850" y="3400425"/>
          <a:ext cx="4883150" cy="838200"/>
        </p:xfrm>
        <a:graphic>
          <a:graphicData uri="http://schemas.openxmlformats.org/presentationml/2006/ole">
            <mc:AlternateContent xmlns:mc="http://schemas.openxmlformats.org/markup-compatibility/2006">
              <mc:Choice xmlns:v="urn:schemas-microsoft-com:vml" Requires="v">
                <p:oleObj spid="_x0000_s3241" name="" r:id="rId3" imgW="1777365" imgH="431800" progId="Equation.3">
                  <p:embed/>
                </p:oleObj>
              </mc:Choice>
              <mc:Fallback>
                <p:oleObj name="" r:id="rId3" imgW="1777365" imgH="431800" progId="Equation.3">
                  <p:embed/>
                  <p:pic>
                    <p:nvPicPr>
                      <p:cNvPr id="0" name="图片 3240"/>
                      <p:cNvPicPr/>
                      <p:nvPr/>
                    </p:nvPicPr>
                    <p:blipFill>
                      <a:blip r:embed="rId4"/>
                      <a:stretch>
                        <a:fillRect/>
                      </a:stretch>
                    </p:blipFill>
                    <p:spPr>
                      <a:xfrm>
                        <a:off x="1593850" y="3400425"/>
                        <a:ext cx="4883150" cy="838200"/>
                      </a:xfrm>
                      <a:prstGeom prst="rect">
                        <a:avLst/>
                      </a:prstGeom>
                      <a:noFill/>
                      <a:ln w="38100">
                        <a:noFill/>
                        <a:miter/>
                      </a:ln>
                    </p:spPr>
                  </p:pic>
                </p:oleObj>
              </mc:Fallback>
            </mc:AlternateContent>
          </a:graphicData>
        </a:graphic>
      </p:graphicFrame>
      <p:sp>
        <p:nvSpPr>
          <p:cNvPr id="820233" name="Rectangle 9"/>
          <p:cNvSpPr/>
          <p:nvPr/>
        </p:nvSpPr>
        <p:spPr>
          <a:xfrm>
            <a:off x="1600200" y="4314825"/>
            <a:ext cx="38100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(2) </a:t>
            </a:r>
            <a:r>
              <a:rPr lang="zh-CN" altLang="en-US" sz="2400" b="1" dirty="0">
                <a:latin typeface="Times New Roman" panose="02020603050405020304" pitchFamily="18" charset="0"/>
                <a:ea typeface="华文中宋" panose="02010600040101010101" pitchFamily="2" charset="-122"/>
              </a:rPr>
              <a:t>当 </a:t>
            </a:r>
            <a:r>
              <a:rPr lang="en-US" altLang="zh-CN" sz="2400" b="1" i="1" dirty="0">
                <a:latin typeface="Times New Roman" panose="02020603050405020304" pitchFamily="18" charset="0"/>
                <a:ea typeface="华文中宋" panose="02010600040101010101" pitchFamily="2" charset="-122"/>
              </a:rPr>
              <a:t>f </a:t>
            </a:r>
            <a:r>
              <a:rPr lang="en-US" altLang="zh-CN" sz="2400" b="1" dirty="0">
                <a:latin typeface="Times New Roman" panose="02020603050405020304" pitchFamily="18" charset="0"/>
                <a:ea typeface="华文中宋" panose="02010600040101010101" pitchFamily="2" charset="-122"/>
              </a:rPr>
              <a:t>= 5000Hz </a:t>
            </a:r>
            <a:r>
              <a:rPr lang="zh-CN" altLang="en-US" sz="2400" b="1" dirty="0">
                <a:latin typeface="Times New Roman" panose="02020603050405020304" pitchFamily="18" charset="0"/>
                <a:ea typeface="华文中宋" panose="02010600040101010101" pitchFamily="2" charset="-122"/>
              </a:rPr>
              <a:t>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20234" name="Object 10" descr="40%">
            <a:hlinkClick r:id="" action="ppaction://ole?verb="/>
          </p:cNvPr>
          <p:cNvGraphicFramePr/>
          <p:nvPr/>
        </p:nvGraphicFramePr>
        <p:xfrm>
          <a:off x="1392238" y="5000625"/>
          <a:ext cx="6837362" cy="457200"/>
        </p:xfrm>
        <a:graphic>
          <a:graphicData uri="http://schemas.openxmlformats.org/presentationml/2006/ole">
            <mc:AlternateContent xmlns:mc="http://schemas.openxmlformats.org/markup-compatibility/2006">
              <mc:Choice xmlns:v="urn:schemas-microsoft-com:vml" Requires="v">
                <p:oleObj spid="_x0000_s3233" name="" r:id="rId5" imgW="2641600" imgH="215900" progId="Equation.3">
                  <p:embed/>
                </p:oleObj>
              </mc:Choice>
              <mc:Fallback>
                <p:oleObj name="" r:id="rId5" imgW="2641600" imgH="215900" progId="Equation.3">
                  <p:embed/>
                  <p:pic>
                    <p:nvPicPr>
                      <p:cNvPr id="0" name="图片 3232"/>
                      <p:cNvPicPr/>
                      <p:nvPr/>
                    </p:nvPicPr>
                    <p:blipFill>
                      <a:blip r:embed="rId6"/>
                      <a:stretch>
                        <a:fillRect/>
                      </a:stretch>
                    </p:blipFill>
                    <p:spPr>
                      <a:xfrm>
                        <a:off x="1392238" y="5000625"/>
                        <a:ext cx="6837362" cy="457200"/>
                      </a:xfrm>
                      <a:prstGeom prst="rect">
                        <a:avLst/>
                      </a:prstGeom>
                      <a:noFill/>
                      <a:ln w="38100">
                        <a:noFill/>
                        <a:miter/>
                      </a:ln>
                    </p:spPr>
                  </p:pic>
                </p:oleObj>
              </mc:Fallback>
            </mc:AlternateContent>
          </a:graphicData>
        </a:graphic>
      </p:graphicFrame>
      <p:graphicFrame>
        <p:nvGraphicFramePr>
          <p:cNvPr id="820235" name="Object 11" descr="40%">
            <a:hlinkClick r:id="" action="ppaction://ole?verb="/>
          </p:cNvPr>
          <p:cNvGraphicFramePr/>
          <p:nvPr/>
        </p:nvGraphicFramePr>
        <p:xfrm>
          <a:off x="1487488" y="5610225"/>
          <a:ext cx="5148262" cy="914400"/>
        </p:xfrm>
        <a:graphic>
          <a:graphicData uri="http://schemas.openxmlformats.org/presentationml/2006/ole">
            <mc:AlternateContent xmlns:mc="http://schemas.openxmlformats.org/markup-compatibility/2006">
              <mc:Choice xmlns:v="urn:schemas-microsoft-com:vml" Requires="v">
                <p:oleObj spid="_x0000_s3238" name="" r:id="rId7" imgW="1854200" imgH="431800" progId="Equation.3">
                  <p:embed/>
                </p:oleObj>
              </mc:Choice>
              <mc:Fallback>
                <p:oleObj name="" r:id="rId7" imgW="1854200" imgH="431800" progId="Equation.3">
                  <p:embed/>
                  <p:pic>
                    <p:nvPicPr>
                      <p:cNvPr id="0" name="图片 3237"/>
                      <p:cNvPicPr/>
                      <p:nvPr/>
                    </p:nvPicPr>
                    <p:blipFill>
                      <a:blip r:embed="rId8"/>
                      <a:stretch>
                        <a:fillRect/>
                      </a:stretch>
                    </p:blipFill>
                    <p:spPr>
                      <a:xfrm>
                        <a:off x="1487488" y="5610225"/>
                        <a:ext cx="5148262" cy="914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0227"/>
                                        </p:tgtEl>
                                        <p:attrNameLst>
                                          <p:attrName>style.visibility</p:attrName>
                                        </p:attrNameLst>
                                      </p:cBhvr>
                                      <p:to>
                                        <p:strVal val="visible"/>
                                      </p:to>
                                    </p:set>
                                    <p:animEffect transition="in" filter="blinds(horizontal)">
                                      <p:cBhvr>
                                        <p:cTn id="7" dur="500"/>
                                        <p:tgtEl>
                                          <p:spTgt spid="8202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20231"/>
                                        </p:tgtEl>
                                        <p:attrNameLst>
                                          <p:attrName>style.visibility</p:attrName>
                                        </p:attrNameLst>
                                      </p:cBhvr>
                                      <p:to>
                                        <p:strVal val="visible"/>
                                      </p:to>
                                    </p:set>
                                    <p:animEffect transition="in" filter="wipe(left)">
                                      <p:cBhvr>
                                        <p:cTn id="17" dur="500"/>
                                        <p:tgtEl>
                                          <p:spTgt spid="8202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20232"/>
                                        </p:tgtEl>
                                        <p:attrNameLst>
                                          <p:attrName>style.visibility</p:attrName>
                                        </p:attrNameLst>
                                      </p:cBhvr>
                                      <p:to>
                                        <p:strVal val="visible"/>
                                      </p:to>
                                    </p:set>
                                    <p:animEffect transition="in" filter="wipe(up)">
                                      <p:cBhvr>
                                        <p:cTn id="22" dur="500"/>
                                        <p:tgtEl>
                                          <p:spTgt spid="8202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0233"/>
                                        </p:tgtEl>
                                        <p:attrNameLst>
                                          <p:attrName>style.visibility</p:attrName>
                                        </p:attrNameLst>
                                      </p:cBhvr>
                                      <p:to>
                                        <p:strVal val="visible"/>
                                      </p:to>
                                    </p:set>
                                    <p:animEffect transition="in" filter="wipe(left)">
                                      <p:cBhvr>
                                        <p:cTn id="27" dur="500"/>
                                        <p:tgtEl>
                                          <p:spTgt spid="8202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20234"/>
                                        </p:tgtEl>
                                        <p:attrNameLst>
                                          <p:attrName>style.visibility</p:attrName>
                                        </p:attrNameLst>
                                      </p:cBhvr>
                                      <p:to>
                                        <p:strVal val="visible"/>
                                      </p:to>
                                    </p:set>
                                    <p:animEffect transition="in" filter="wipe(left)">
                                      <p:cBhvr>
                                        <p:cTn id="32" dur="500"/>
                                        <p:tgtEl>
                                          <p:spTgt spid="8202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20235"/>
                                        </p:tgtEl>
                                        <p:attrNameLst>
                                          <p:attrName>style.visibility</p:attrName>
                                        </p:attrNameLst>
                                      </p:cBhvr>
                                      <p:to>
                                        <p:strVal val="visible"/>
                                      </p:to>
                                    </p:set>
                                    <p:animEffect transition="in" filter="wipe(up)">
                                      <p:cBhvr>
                                        <p:cTn id="37" dur="500"/>
                                        <p:tgtEl>
                                          <p:spTgt spid="820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27" grpId="0"/>
      <p:bldP spid="82023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2400" dirty="0">
                <a:latin typeface="Times New Roman" panose="02020603050405020304" pitchFamily="18" charset="0"/>
                <a:ea typeface="华文中宋" panose="02010600040101010101" pitchFamily="2" charset="-122"/>
              </a:rPr>
            </a:fld>
            <a:endParaRPr lang="en-US" altLang="zh-CN" sz="2400" dirty="0">
              <a:latin typeface="Times New Roman" panose="02020603050405020304" pitchFamily="18" charset="0"/>
              <a:ea typeface="华文中宋" panose="02010600040101010101" pitchFamily="2" charset="-122"/>
            </a:endParaRPr>
          </a:p>
        </p:txBody>
      </p:sp>
      <p:sp>
        <p:nvSpPr>
          <p:cNvPr id="821251" name="Rectangle 3"/>
          <p:cNvSpPr>
            <a:spLocks noChangeArrowheads="1"/>
          </p:cNvSpPr>
          <p:nvPr/>
        </p:nvSpPr>
        <p:spPr bwMode="auto">
          <a:xfrm>
            <a:off x="533400" y="581025"/>
            <a:ext cx="7239000" cy="498475"/>
          </a:xfrm>
          <a:prstGeom prst="rect">
            <a:avLst/>
          </a:prstGeom>
          <a:noFill/>
          <a:ln w="9525">
            <a:noFill/>
            <a:miter lim="800000"/>
          </a:ln>
          <a:effectLst/>
        </p:spPr>
        <p:txBody>
          <a:bodyPr>
            <a:spAutoFit/>
          </a:bodyPr>
          <a:lstStyle/>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0"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一只</a:t>
            </a: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=20mH</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的电感元件，通有电流</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21252" name="Object 4" descr="40%">
            <a:hlinkClick r:id="" action="ppaction://ole?verb="/>
          </p:cNvPr>
          <p:cNvGraphicFramePr/>
          <p:nvPr/>
        </p:nvGraphicFramePr>
        <p:xfrm>
          <a:off x="2301875" y="1114425"/>
          <a:ext cx="4116388" cy="595313"/>
        </p:xfrm>
        <a:graphic>
          <a:graphicData uri="http://schemas.openxmlformats.org/presentationml/2006/ole">
            <mc:AlternateContent xmlns:mc="http://schemas.openxmlformats.org/markup-compatibility/2006">
              <mc:Choice xmlns:v="urn:schemas-microsoft-com:vml" Requires="v">
                <p:oleObj spid="_x0000_s3235" name="" r:id="rId1" imgW="1548765" imgH="241300" progId="Equation.3">
                  <p:embed/>
                </p:oleObj>
              </mc:Choice>
              <mc:Fallback>
                <p:oleObj name="" r:id="rId1" imgW="1548765" imgH="241300" progId="Equation.3">
                  <p:embed/>
                  <p:pic>
                    <p:nvPicPr>
                      <p:cNvPr id="0" name="图片 3234"/>
                      <p:cNvPicPr/>
                      <p:nvPr/>
                    </p:nvPicPr>
                    <p:blipFill>
                      <a:blip r:embed="rId2"/>
                      <a:stretch>
                        <a:fillRect/>
                      </a:stretch>
                    </p:blipFill>
                    <p:spPr>
                      <a:xfrm>
                        <a:off x="2301875" y="1114425"/>
                        <a:ext cx="4116388" cy="595313"/>
                      </a:xfrm>
                      <a:prstGeom prst="rect">
                        <a:avLst/>
                      </a:prstGeom>
                      <a:noFill/>
                      <a:ln w="38100">
                        <a:noFill/>
                        <a:miter/>
                      </a:ln>
                    </p:spPr>
                  </p:pic>
                </p:oleObj>
              </mc:Fallback>
            </mc:AlternateContent>
          </a:graphicData>
        </a:graphic>
      </p:graphicFrame>
      <p:sp>
        <p:nvSpPr>
          <p:cNvPr id="821253" name="Rectangle 5"/>
          <p:cNvSpPr/>
          <p:nvPr/>
        </p:nvSpPr>
        <p:spPr>
          <a:xfrm>
            <a:off x="533400" y="1647825"/>
            <a:ext cx="8070850" cy="469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求</a:t>
            </a:r>
            <a:r>
              <a:rPr lang="en-US" altLang="zh-CN" sz="2400" b="1" dirty="0">
                <a:latin typeface="Times New Roman" panose="02020603050405020304" pitchFamily="18" charset="0"/>
                <a:ea typeface="华文中宋" panose="02010600040101010101" pitchFamily="2" charset="-122"/>
              </a:rPr>
              <a:t>(1)</a:t>
            </a:r>
            <a:r>
              <a:rPr lang="zh-CN" altLang="en-US" sz="2400" b="1" dirty="0">
                <a:latin typeface="Times New Roman" panose="02020603050405020304" pitchFamily="18" charset="0"/>
                <a:ea typeface="华文中宋" panose="02010600040101010101" pitchFamily="2" charset="-122"/>
              </a:rPr>
              <a:t>感抗</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r>
              <a:rPr lang="en-US" altLang="zh-CN" sz="2400" b="1" dirty="0">
                <a:latin typeface="Times New Roman" panose="02020603050405020304" pitchFamily="18" charset="0"/>
                <a:ea typeface="华文中宋" panose="02010600040101010101" pitchFamily="2" charset="-122"/>
              </a:rPr>
              <a:t>;(2)</a:t>
            </a:r>
            <a:r>
              <a:rPr lang="zh-CN" altLang="en-US" sz="2400" b="1" dirty="0">
                <a:latin typeface="Times New Roman" panose="02020603050405020304" pitchFamily="18" charset="0"/>
                <a:ea typeface="华文中宋" panose="02010600040101010101" pitchFamily="2" charset="-122"/>
              </a:rPr>
              <a:t>线圈两端的电压</a:t>
            </a:r>
            <a:r>
              <a:rPr lang="en-US" altLang="zh-CN" sz="2400" b="1" i="1" dirty="0">
                <a:latin typeface="Times New Roman" panose="02020603050405020304" pitchFamily="18" charset="0"/>
                <a:ea typeface="华文中宋" panose="02010600040101010101" pitchFamily="2" charset="-122"/>
              </a:rPr>
              <a:t>u</a:t>
            </a:r>
            <a:r>
              <a:rPr lang="en-US" altLang="zh-CN" sz="2400" b="1" dirty="0">
                <a:latin typeface="Times New Roman" panose="02020603050405020304" pitchFamily="18" charset="0"/>
                <a:ea typeface="华文中宋" panose="02010600040101010101" pitchFamily="2" charset="-122"/>
              </a:rPr>
              <a:t>;(3)</a:t>
            </a:r>
            <a:r>
              <a:rPr lang="zh-CN" altLang="en-US" sz="2400" b="1" dirty="0">
                <a:latin typeface="Times New Roman" panose="02020603050405020304" pitchFamily="18" charset="0"/>
                <a:ea typeface="华文中宋" panose="02010600040101010101" pitchFamily="2" charset="-122"/>
              </a:rPr>
              <a:t>平均功率。</a:t>
            </a:r>
            <a:endParaRPr lang="zh-CN" altLang="en-US" sz="2400" b="1" dirty="0">
              <a:latin typeface="Times New Roman" panose="02020603050405020304" pitchFamily="18" charset="0"/>
              <a:ea typeface="华文中宋" panose="02010600040101010101" pitchFamily="2" charset="-122"/>
            </a:endParaRPr>
          </a:p>
        </p:txBody>
      </p:sp>
      <p:grpSp>
        <p:nvGrpSpPr>
          <p:cNvPr id="2" name="Group 6"/>
          <p:cNvGrpSpPr/>
          <p:nvPr/>
        </p:nvGrpSpPr>
        <p:grpSpPr>
          <a:xfrm>
            <a:off x="533400" y="2181225"/>
            <a:ext cx="8086725" cy="533400"/>
            <a:chOff x="480" y="1536"/>
            <a:chExt cx="5094" cy="336"/>
          </a:xfrm>
        </p:grpSpPr>
        <p:sp>
          <p:nvSpPr>
            <p:cNvPr id="53278" name="Text Box 7"/>
            <p:cNvSpPr txBox="1"/>
            <p:nvPr/>
          </p:nvSpPr>
          <p:spPr>
            <a:xfrm>
              <a:off x="480" y="1536"/>
              <a:ext cx="120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FF5050"/>
                  </a:solidFill>
                  <a:latin typeface="Times New Roman" panose="02020603050405020304" pitchFamily="18" charset="0"/>
                  <a:ea typeface="华文中宋" panose="02010600040101010101" pitchFamily="2" charset="-122"/>
                </a:rPr>
                <a:t>解</a:t>
              </a:r>
              <a:r>
                <a:rPr lang="zh-CN" altLang="en-US" sz="2400" b="1" dirty="0">
                  <a:solidFill>
                    <a:srgbClr val="FF5050"/>
                  </a:solidFill>
                  <a:latin typeface="Times New Roman" panose="02020603050405020304" pitchFamily="18" charset="0"/>
                  <a:ea typeface="华文中宋" panose="02010600040101010101" pitchFamily="2" charset="-122"/>
                  <a:sym typeface="Wingdings" panose="05000000000000000000" pitchFamily="2" charset="2"/>
                </a:rPr>
                <a:t>：</a:t>
              </a:r>
              <a:r>
                <a:rPr lang="zh-CN" altLang="en-US" sz="2400" b="1" dirty="0">
                  <a:latin typeface="Times New Roman" panose="02020603050405020304" pitchFamily="18" charset="0"/>
                  <a:ea typeface="华文中宋" panose="02010600040101010101" pitchFamily="2" charset="-122"/>
                  <a:sym typeface="Wingdings" panose="05000000000000000000" pitchFamily="2" charset="2"/>
                </a:rPr>
                <a:t>（</a:t>
              </a:r>
              <a:r>
                <a:rPr lang="en-US" altLang="zh-CN" sz="2400" b="1" dirty="0">
                  <a:latin typeface="Times New Roman" panose="02020603050405020304" pitchFamily="18" charset="0"/>
                  <a:ea typeface="华文中宋" panose="02010600040101010101" pitchFamily="2" charset="-122"/>
                  <a:sym typeface="Wingdings" panose="05000000000000000000" pitchFamily="2" charset="2"/>
                </a:rPr>
                <a:t>1</a:t>
              </a:r>
              <a:r>
                <a:rPr lang="zh-CN" altLang="en-US" sz="2400" b="1" dirty="0">
                  <a:latin typeface="Times New Roman" panose="02020603050405020304" pitchFamily="18" charset="0"/>
                  <a:ea typeface="华文中宋" panose="02010600040101010101" pitchFamily="2" charset="-122"/>
                  <a:sym typeface="Wingdings" panose="05000000000000000000" pitchFamily="2" charset="2"/>
                </a:rPr>
                <a:t>）</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53279" name="Object 8" descr="40%">
              <a:hlinkClick r:id="" action="ppaction://ole?verb="/>
            </p:cNvPr>
            <p:cNvGraphicFramePr/>
            <p:nvPr/>
          </p:nvGraphicFramePr>
          <p:xfrm>
            <a:off x="1536" y="1536"/>
            <a:ext cx="4038" cy="336"/>
          </p:xfrm>
          <a:graphic>
            <a:graphicData uri="http://schemas.openxmlformats.org/presentationml/2006/ole">
              <mc:AlternateContent xmlns:mc="http://schemas.openxmlformats.org/markup-compatibility/2006">
                <mc:Choice xmlns:v="urn:schemas-microsoft-com:vml" Requires="v">
                  <p:oleObj spid="_x0000_s3239" name="" r:id="rId3" imgW="2476500" imgH="215900" progId="Equation.3">
                    <p:embed/>
                  </p:oleObj>
                </mc:Choice>
                <mc:Fallback>
                  <p:oleObj name="" r:id="rId3" imgW="2476500" imgH="215900" progId="Equation.3">
                    <p:embed/>
                    <p:pic>
                      <p:nvPicPr>
                        <p:cNvPr id="0" name="图片 3238"/>
                        <p:cNvPicPr/>
                        <p:nvPr/>
                      </p:nvPicPr>
                      <p:blipFill>
                        <a:blip r:embed="rId4"/>
                        <a:stretch>
                          <a:fillRect/>
                        </a:stretch>
                      </p:blipFill>
                      <p:spPr>
                        <a:xfrm>
                          <a:off x="1536" y="1536"/>
                          <a:ext cx="4038" cy="336"/>
                        </a:xfrm>
                        <a:prstGeom prst="rect">
                          <a:avLst/>
                        </a:prstGeom>
                        <a:noFill/>
                        <a:ln w="38100">
                          <a:noFill/>
                          <a:miter/>
                        </a:ln>
                      </p:spPr>
                    </p:pic>
                  </p:oleObj>
                </mc:Fallback>
              </mc:AlternateContent>
            </a:graphicData>
          </a:graphic>
        </p:graphicFrame>
      </p:grpSp>
      <p:sp>
        <p:nvSpPr>
          <p:cNvPr id="821257" name="Rectangle 9"/>
          <p:cNvSpPr/>
          <p:nvPr/>
        </p:nvSpPr>
        <p:spPr>
          <a:xfrm>
            <a:off x="533400" y="2714625"/>
            <a:ext cx="381000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(2)</a:t>
            </a:r>
            <a:r>
              <a:rPr lang="zh-CN" altLang="en-US" sz="2400" b="1" dirty="0">
                <a:latin typeface="Times New Roman" panose="02020603050405020304" pitchFamily="18" charset="0"/>
                <a:ea typeface="华文中宋" panose="02010600040101010101" pitchFamily="2" charset="-122"/>
              </a:rPr>
              <a:t>线圈两端的电压</a:t>
            </a:r>
            <a:r>
              <a:rPr lang="en-US" altLang="zh-CN" sz="2400" b="1" i="1" dirty="0">
                <a:latin typeface="Times New Roman" panose="02020603050405020304" pitchFamily="18" charset="0"/>
                <a:ea typeface="华文中宋" panose="02010600040101010101" pitchFamily="2" charset="-122"/>
              </a:rPr>
              <a:t>u</a:t>
            </a:r>
            <a:endParaRPr lang="en-US" altLang="zh-CN" sz="2400" b="1" dirty="0">
              <a:latin typeface="Times New Roman" panose="02020603050405020304" pitchFamily="18" charset="0"/>
              <a:ea typeface="华文中宋" panose="02010600040101010101" pitchFamily="2" charset="-122"/>
            </a:endParaRPr>
          </a:p>
        </p:txBody>
      </p:sp>
      <p:sp>
        <p:nvSpPr>
          <p:cNvPr id="821258" name="Rectangle 10"/>
          <p:cNvSpPr/>
          <p:nvPr/>
        </p:nvSpPr>
        <p:spPr>
          <a:xfrm>
            <a:off x="685800" y="5429250"/>
            <a:ext cx="662940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(3)</a:t>
            </a:r>
            <a:r>
              <a:rPr lang="zh-CN" altLang="en-US" sz="2400" b="1" dirty="0">
                <a:latin typeface="Times New Roman" panose="02020603050405020304" pitchFamily="18" charset="0"/>
                <a:ea typeface="华文中宋" panose="02010600040101010101" pitchFamily="2" charset="-122"/>
              </a:rPr>
              <a:t>平均功率   </a:t>
            </a:r>
            <a:endParaRPr lang="zh-CN" altLang="en-US" sz="2400" b="1" dirty="0">
              <a:latin typeface="Times New Roman" panose="02020603050405020304" pitchFamily="18" charset="0"/>
              <a:ea typeface="华文中宋" panose="02010600040101010101" pitchFamily="2" charset="-122"/>
            </a:endParaRPr>
          </a:p>
        </p:txBody>
      </p:sp>
      <p:sp>
        <p:nvSpPr>
          <p:cNvPr id="821259" name="Rectangle 11"/>
          <p:cNvSpPr/>
          <p:nvPr/>
        </p:nvSpPr>
        <p:spPr>
          <a:xfrm>
            <a:off x="685800" y="5962650"/>
            <a:ext cx="762000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10000"/>
              </a:lnSpc>
              <a:spcBef>
                <a:spcPct val="0"/>
              </a:spcBef>
              <a:buClrTx/>
              <a:buSzTx/>
              <a:buFontTx/>
              <a:buNone/>
            </a:pPr>
            <a:r>
              <a:rPr lang="zh-CN" altLang="en-US" sz="2400" b="1" dirty="0">
                <a:latin typeface="Times New Roman" panose="02020603050405020304" pitchFamily="18" charset="0"/>
                <a:ea typeface="华文中宋" panose="02010600040101010101" pitchFamily="2" charset="-122"/>
              </a:rPr>
              <a:t>电感元件不消耗电功率，平均功率为零，</a:t>
            </a:r>
            <a:r>
              <a:rPr lang="en-US" altLang="zh-CN" sz="24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=0</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pSp>
        <p:nvGrpSpPr>
          <p:cNvPr id="3" name="Group 12"/>
          <p:cNvGrpSpPr/>
          <p:nvPr/>
        </p:nvGrpSpPr>
        <p:grpSpPr>
          <a:xfrm>
            <a:off x="7134225" y="3019425"/>
            <a:ext cx="1323975" cy="2217738"/>
            <a:chOff x="2075" y="326"/>
            <a:chExt cx="834" cy="1397"/>
          </a:xfrm>
        </p:grpSpPr>
        <p:graphicFrame>
          <p:nvGraphicFramePr>
            <p:cNvPr id="53261" name="Object 13"/>
            <p:cNvGraphicFramePr>
              <a:graphicFrameLocks noChangeAspect="1"/>
            </p:cNvGraphicFramePr>
            <p:nvPr/>
          </p:nvGraphicFramePr>
          <p:xfrm>
            <a:off x="2389" y="326"/>
            <a:ext cx="191" cy="298"/>
          </p:xfrm>
          <a:graphic>
            <a:graphicData uri="http://schemas.openxmlformats.org/presentationml/2006/ole">
              <mc:AlternateContent xmlns:mc="http://schemas.openxmlformats.org/markup-compatibility/2006">
                <mc:Choice xmlns:v="urn:schemas-microsoft-com:vml" Requires="v">
                  <p:oleObj spid="_x0000_s3240" name="" r:id="rId5" imgW="12700" imgH="12700" progId="Equation.3">
                    <p:embed/>
                  </p:oleObj>
                </mc:Choice>
                <mc:Fallback>
                  <p:oleObj name="" r:id="rId5" imgW="12700" imgH="12700" progId="Equation.3">
                    <p:embed/>
                    <p:pic>
                      <p:nvPicPr>
                        <p:cNvPr id="0" name="图片 3239"/>
                        <p:cNvPicPr/>
                        <p:nvPr/>
                      </p:nvPicPr>
                      <p:blipFill>
                        <a:blip r:embed="rId6">
                          <a:clrChange>
                            <a:clrFrom>
                              <a:srgbClr val="000000"/>
                            </a:clrFrom>
                            <a:clrTo>
                              <a:srgbClr val="FF0000"/>
                            </a:clrTo>
                          </a:clrChange>
                        </a:blip>
                        <a:stretch>
                          <a:fillRect/>
                        </a:stretch>
                      </p:blipFill>
                      <p:spPr>
                        <a:xfrm>
                          <a:off x="2389" y="326"/>
                          <a:ext cx="191" cy="298"/>
                        </a:xfrm>
                        <a:prstGeom prst="rect">
                          <a:avLst/>
                        </a:prstGeom>
                        <a:noFill/>
                        <a:ln w="38100">
                          <a:noFill/>
                          <a:miter/>
                        </a:ln>
                      </p:spPr>
                    </p:pic>
                  </p:oleObj>
                </mc:Fallback>
              </mc:AlternateContent>
            </a:graphicData>
          </a:graphic>
        </p:graphicFrame>
        <p:sp>
          <p:nvSpPr>
            <p:cNvPr id="53262" name="Line 14"/>
            <p:cNvSpPr/>
            <p:nvPr/>
          </p:nvSpPr>
          <p:spPr>
            <a:xfrm>
              <a:off x="2352" y="614"/>
              <a:ext cx="329" cy="0"/>
            </a:xfrm>
            <a:prstGeom prst="line">
              <a:avLst/>
            </a:prstGeom>
            <a:ln w="38100" cap="flat" cmpd="sng">
              <a:solidFill>
                <a:srgbClr val="FF0000"/>
              </a:solidFill>
              <a:prstDash val="solid"/>
              <a:headEnd type="none" w="med" len="med"/>
              <a:tailEnd type="triangle" w="med" len="med"/>
            </a:ln>
          </p:spPr>
        </p:sp>
        <p:graphicFrame>
          <p:nvGraphicFramePr>
            <p:cNvPr id="53263" name="Object 15"/>
            <p:cNvGraphicFramePr>
              <a:graphicFrameLocks noChangeAspect="1"/>
            </p:cNvGraphicFramePr>
            <p:nvPr/>
          </p:nvGraphicFramePr>
          <p:xfrm>
            <a:off x="2091" y="1084"/>
            <a:ext cx="173" cy="216"/>
          </p:xfrm>
          <a:graphic>
            <a:graphicData uri="http://schemas.openxmlformats.org/presentationml/2006/ole">
              <mc:AlternateContent xmlns:mc="http://schemas.openxmlformats.org/markup-compatibility/2006">
                <mc:Choice xmlns:v="urn:schemas-microsoft-com:vml" Requires="v">
                  <p:oleObj spid="_x0000_s3236" name="" r:id="rId7" imgW="25400" imgH="76200" progId="Equation.3">
                    <p:embed/>
                  </p:oleObj>
                </mc:Choice>
                <mc:Fallback>
                  <p:oleObj name="" r:id="rId7" imgW="25400" imgH="76200" progId="Equation.3">
                    <p:embed/>
                    <p:pic>
                      <p:nvPicPr>
                        <p:cNvPr id="0" name="图片 3235"/>
                        <p:cNvPicPr/>
                        <p:nvPr/>
                      </p:nvPicPr>
                      <p:blipFill>
                        <a:blip r:embed="rId8">
                          <a:clrChange>
                            <a:clrFrom>
                              <a:srgbClr val="000000"/>
                            </a:clrFrom>
                            <a:clrTo>
                              <a:srgbClr val="FF0000"/>
                            </a:clrTo>
                          </a:clrChange>
                        </a:blip>
                        <a:stretch>
                          <a:fillRect/>
                        </a:stretch>
                      </p:blipFill>
                      <p:spPr>
                        <a:xfrm>
                          <a:off x="2091" y="1084"/>
                          <a:ext cx="173" cy="216"/>
                        </a:xfrm>
                        <a:prstGeom prst="rect">
                          <a:avLst/>
                        </a:prstGeom>
                        <a:noFill/>
                        <a:ln w="38100">
                          <a:noFill/>
                          <a:miter/>
                        </a:ln>
                      </p:spPr>
                    </p:pic>
                  </p:oleObj>
                </mc:Fallback>
              </mc:AlternateContent>
            </a:graphicData>
          </a:graphic>
        </p:graphicFrame>
        <p:sp>
          <p:nvSpPr>
            <p:cNvPr id="53264" name="Text Box 16"/>
            <p:cNvSpPr txBox="1"/>
            <p:nvPr/>
          </p:nvSpPr>
          <p:spPr>
            <a:xfrm>
              <a:off x="2075" y="657"/>
              <a:ext cx="226" cy="291"/>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
          <p:nvSpPr>
            <p:cNvPr id="53265" name="Text Box 17"/>
            <p:cNvSpPr txBox="1"/>
            <p:nvPr/>
          </p:nvSpPr>
          <p:spPr>
            <a:xfrm>
              <a:off x="2075" y="1401"/>
              <a:ext cx="181" cy="291"/>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pSp>
          <p:nvGrpSpPr>
            <p:cNvPr id="53266" name="Group 18"/>
            <p:cNvGrpSpPr/>
            <p:nvPr/>
          </p:nvGrpSpPr>
          <p:grpSpPr>
            <a:xfrm>
              <a:off x="2817" y="696"/>
              <a:ext cx="92" cy="1001"/>
              <a:chOff x="4127" y="671"/>
              <a:chExt cx="68" cy="918"/>
            </a:xfrm>
          </p:grpSpPr>
          <p:sp>
            <p:nvSpPr>
              <p:cNvPr id="53272" name="Freeform 19"/>
              <p:cNvSpPr/>
              <p:nvPr/>
            </p:nvSpPr>
            <p:spPr>
              <a:xfrm>
                <a:off x="4127" y="100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53273" name="Freeform 20"/>
              <p:cNvSpPr/>
              <p:nvPr/>
            </p:nvSpPr>
            <p:spPr>
              <a:xfrm>
                <a:off x="4127" y="112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53274" name="Freeform 21"/>
              <p:cNvSpPr/>
              <p:nvPr/>
            </p:nvSpPr>
            <p:spPr>
              <a:xfrm>
                <a:off x="4127" y="1246"/>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53275" name="Line 22"/>
              <p:cNvSpPr/>
              <p:nvPr/>
            </p:nvSpPr>
            <p:spPr>
              <a:xfrm>
                <a:off x="4132" y="1361"/>
                <a:ext cx="0" cy="228"/>
              </a:xfrm>
              <a:prstGeom prst="line">
                <a:avLst/>
              </a:prstGeom>
              <a:ln w="38100" cap="flat" cmpd="sng">
                <a:solidFill>
                  <a:schemeClr val="tx1"/>
                </a:solidFill>
                <a:prstDash val="solid"/>
                <a:headEnd type="none" w="med" len="med"/>
                <a:tailEnd type="none" w="med" len="med"/>
              </a:ln>
            </p:spPr>
          </p:sp>
          <p:sp>
            <p:nvSpPr>
              <p:cNvPr id="53276" name="Line 23"/>
              <p:cNvSpPr/>
              <p:nvPr/>
            </p:nvSpPr>
            <p:spPr>
              <a:xfrm>
                <a:off x="4132" y="671"/>
                <a:ext cx="0" cy="228"/>
              </a:xfrm>
              <a:prstGeom prst="line">
                <a:avLst/>
              </a:prstGeom>
              <a:ln w="38100" cap="flat" cmpd="sng">
                <a:solidFill>
                  <a:schemeClr val="tx1"/>
                </a:solidFill>
                <a:prstDash val="solid"/>
                <a:headEnd type="none" w="med" len="med"/>
                <a:tailEnd type="none" w="med" len="med"/>
              </a:ln>
            </p:spPr>
          </p:sp>
          <p:sp>
            <p:nvSpPr>
              <p:cNvPr id="53277" name="Freeform 24"/>
              <p:cNvSpPr/>
              <p:nvPr/>
            </p:nvSpPr>
            <p:spPr>
              <a:xfrm>
                <a:off x="4127" y="892"/>
                <a:ext cx="68" cy="120"/>
              </a:xfrm>
              <a:custGeom>
                <a:avLst/>
                <a:gdLst>
                  <a:gd name="txL" fmla="*/ 0 w 140"/>
                  <a:gd name="txT" fmla="*/ 0 h 198"/>
                  <a:gd name="txR" fmla="*/ 140 w 140"/>
                  <a:gd name="txB" fmla="*/ 198 h 198"/>
                </a:gdLst>
                <a:ahLst/>
                <a:cxnLst>
                  <a:cxn ang="0">
                    <a:pos x="0" y="0"/>
                  </a:cxn>
                  <a:cxn ang="0">
                    <a:pos x="0" y="1"/>
                  </a:cxn>
                  <a:cxn ang="0">
                    <a:pos x="0" y="1"/>
                  </a:cxn>
                  <a:cxn ang="0">
                    <a:pos x="0" y="1"/>
                  </a:cxn>
                </a:cxnLst>
                <a:rect l="txL" t="txT" r="txR" b="tx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grpSp>
        <p:sp>
          <p:nvSpPr>
            <p:cNvPr id="53267" name="Line 25"/>
            <p:cNvSpPr/>
            <p:nvPr/>
          </p:nvSpPr>
          <p:spPr>
            <a:xfrm>
              <a:off x="2225" y="696"/>
              <a:ext cx="592" cy="0"/>
            </a:xfrm>
            <a:prstGeom prst="line">
              <a:avLst/>
            </a:prstGeom>
            <a:ln w="38100" cap="flat" cmpd="sng">
              <a:solidFill>
                <a:schemeClr val="tx1"/>
              </a:solidFill>
              <a:prstDash val="solid"/>
              <a:headEnd type="none" w="med" len="med"/>
              <a:tailEnd type="none" w="med" len="med"/>
            </a:ln>
          </p:spPr>
        </p:sp>
        <p:sp>
          <p:nvSpPr>
            <p:cNvPr id="53268" name="Line 26"/>
            <p:cNvSpPr/>
            <p:nvPr/>
          </p:nvSpPr>
          <p:spPr>
            <a:xfrm>
              <a:off x="2208" y="1690"/>
              <a:ext cx="592" cy="0"/>
            </a:xfrm>
            <a:prstGeom prst="line">
              <a:avLst/>
            </a:prstGeom>
            <a:ln w="38100" cap="flat" cmpd="sng">
              <a:solidFill>
                <a:schemeClr val="tx1"/>
              </a:solidFill>
              <a:prstDash val="solid"/>
              <a:headEnd type="none" w="med" len="med"/>
              <a:tailEnd type="none" w="med" len="med"/>
            </a:ln>
          </p:spPr>
        </p:sp>
        <p:sp>
          <p:nvSpPr>
            <p:cNvPr id="53269" name="Oval 27"/>
            <p:cNvSpPr/>
            <p:nvPr/>
          </p:nvSpPr>
          <p:spPr>
            <a:xfrm>
              <a:off x="2183" y="669"/>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sp>
          <p:nvSpPr>
            <p:cNvPr id="53270" name="Text Box 28"/>
            <p:cNvSpPr txBox="1"/>
            <p:nvPr/>
          </p:nvSpPr>
          <p:spPr>
            <a:xfrm>
              <a:off x="2562" y="1051"/>
              <a:ext cx="233"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53271" name="Oval 29"/>
            <p:cNvSpPr/>
            <p:nvPr/>
          </p:nvSpPr>
          <p:spPr>
            <a:xfrm>
              <a:off x="2183" y="1671"/>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400" b="1" dirty="0">
                <a:latin typeface="Times New Roman" panose="02020603050405020304" pitchFamily="18" charset="0"/>
                <a:ea typeface="华文中宋" panose="02010600040101010101" pitchFamily="2" charset="-122"/>
              </a:endParaRPr>
            </a:p>
          </p:txBody>
        </p:sp>
      </p:grpSp>
      <p:graphicFrame>
        <p:nvGraphicFramePr>
          <p:cNvPr id="821278" name="Object 30" descr="40%">
            <a:hlinkClick r:id="" action="ppaction://ole?verb="/>
          </p:cNvPr>
          <p:cNvGraphicFramePr/>
          <p:nvPr/>
        </p:nvGraphicFramePr>
        <p:xfrm>
          <a:off x="1014413" y="3248025"/>
          <a:ext cx="5310187" cy="1600200"/>
        </p:xfrm>
        <a:graphic>
          <a:graphicData uri="http://schemas.openxmlformats.org/presentationml/2006/ole">
            <mc:AlternateContent xmlns:mc="http://schemas.openxmlformats.org/markup-compatibility/2006">
              <mc:Choice xmlns:v="urn:schemas-microsoft-com:vml" Requires="v">
                <p:oleObj spid="_x0000_s3243" name="" r:id="rId9" imgW="2171700" imgH="698500" progId="Equation.3">
                  <p:embed/>
                </p:oleObj>
              </mc:Choice>
              <mc:Fallback>
                <p:oleObj name="" r:id="rId9" imgW="2171700" imgH="698500" progId="Equation.3">
                  <p:embed/>
                  <p:pic>
                    <p:nvPicPr>
                      <p:cNvPr id="0" name="图片 3242"/>
                      <p:cNvPicPr/>
                      <p:nvPr/>
                    </p:nvPicPr>
                    <p:blipFill>
                      <a:blip r:embed="rId10"/>
                      <a:stretch>
                        <a:fillRect/>
                      </a:stretch>
                    </p:blipFill>
                    <p:spPr>
                      <a:xfrm>
                        <a:off x="1014413" y="3248025"/>
                        <a:ext cx="5310187" cy="1600200"/>
                      </a:xfrm>
                      <a:prstGeom prst="rect">
                        <a:avLst/>
                      </a:prstGeom>
                      <a:noFill/>
                      <a:ln w="38100">
                        <a:noFill/>
                        <a:miter/>
                      </a:ln>
                    </p:spPr>
                  </p:pic>
                </p:oleObj>
              </mc:Fallback>
            </mc:AlternateContent>
          </a:graphicData>
        </a:graphic>
      </p:graphicFrame>
      <p:graphicFrame>
        <p:nvGraphicFramePr>
          <p:cNvPr id="821279" name="Object 31" descr="40%">
            <a:hlinkClick r:id="" action="ppaction://ole?verb="/>
          </p:cNvPr>
          <p:cNvGraphicFramePr/>
          <p:nvPr/>
        </p:nvGraphicFramePr>
        <p:xfrm>
          <a:off x="990600" y="4924425"/>
          <a:ext cx="4648200" cy="533400"/>
        </p:xfrm>
        <a:graphic>
          <a:graphicData uri="http://schemas.openxmlformats.org/presentationml/2006/ole">
            <mc:AlternateContent xmlns:mc="http://schemas.openxmlformats.org/markup-compatibility/2006">
              <mc:Choice xmlns:v="urn:schemas-microsoft-com:vml" Requires="v">
                <p:oleObj spid="_x0000_s3244" name="" r:id="rId11" imgW="1778000" imgH="241300" progId="Equation.3">
                  <p:embed/>
                </p:oleObj>
              </mc:Choice>
              <mc:Fallback>
                <p:oleObj name="" r:id="rId11" imgW="1778000" imgH="241300" progId="Equation.3">
                  <p:embed/>
                  <p:pic>
                    <p:nvPicPr>
                      <p:cNvPr id="0" name="图片 3243"/>
                      <p:cNvPicPr/>
                      <p:nvPr/>
                    </p:nvPicPr>
                    <p:blipFill>
                      <a:blip r:embed="rId12"/>
                      <a:stretch>
                        <a:fillRect/>
                      </a:stretch>
                    </p:blipFill>
                    <p:spPr>
                      <a:xfrm>
                        <a:off x="990600" y="4924425"/>
                        <a:ext cx="4648200" cy="533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1251"/>
                                        </p:tgtEl>
                                        <p:attrNameLst>
                                          <p:attrName>style.visibility</p:attrName>
                                        </p:attrNameLst>
                                      </p:cBhvr>
                                      <p:to>
                                        <p:strVal val="visible"/>
                                      </p:to>
                                    </p:set>
                                    <p:animEffect transition="in" filter="wipe(left)">
                                      <p:cBhvr>
                                        <p:cTn id="7" dur="500"/>
                                        <p:tgtEl>
                                          <p:spTgt spid="82125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1252"/>
                                        </p:tgtEl>
                                        <p:attrNameLst>
                                          <p:attrName>style.visibility</p:attrName>
                                        </p:attrNameLst>
                                      </p:cBhvr>
                                      <p:to>
                                        <p:strVal val="visible"/>
                                      </p:to>
                                    </p:set>
                                    <p:animEffect transition="in" filter="wipe(left)">
                                      <p:cBhvr>
                                        <p:cTn id="11" dur="500"/>
                                        <p:tgtEl>
                                          <p:spTgt spid="82125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21253"/>
                                        </p:tgtEl>
                                        <p:attrNameLst>
                                          <p:attrName>style.visibility</p:attrName>
                                        </p:attrNameLst>
                                      </p:cBhvr>
                                      <p:to>
                                        <p:strVal val="visible"/>
                                      </p:to>
                                    </p:set>
                                    <p:animEffect transition="in" filter="wipe(left)">
                                      <p:cBhvr>
                                        <p:cTn id="15" dur="500"/>
                                        <p:tgtEl>
                                          <p:spTgt spid="821253"/>
                                        </p:tgtEl>
                                      </p:cBhvr>
                                    </p:animEffect>
                                  </p:childTnLst>
                                </p:cTn>
                              </p:par>
                            </p:childTnLst>
                          </p:cTn>
                        </p:par>
                        <p:par>
                          <p:cTn id="16" fill="hold">
                            <p:stCondLst>
                              <p:cond delay="1500"/>
                            </p:stCondLst>
                            <p:childTnLst>
                              <p:par>
                                <p:cTn id="17" presetID="17" presetClass="entr" presetSubtype="1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000000"/>
                                          </p:val>
                                        </p:tav>
                                        <p:tav tm="100000">
                                          <p:val>
                                            <p:strVal val="#ppt_w"/>
                                          </p:val>
                                        </p:tav>
                                      </p:tavLst>
                                    </p:anim>
                                    <p:anim calcmode="lin" valueType="num">
                                      <p:cBhvr>
                                        <p:cTn id="20"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1257"/>
                                        </p:tgtEl>
                                        <p:attrNameLst>
                                          <p:attrName>style.visibility</p:attrName>
                                        </p:attrNameLst>
                                      </p:cBhvr>
                                      <p:to>
                                        <p:strVal val="visible"/>
                                      </p:to>
                                    </p:set>
                                    <p:animEffect transition="in" filter="wipe(left)">
                                      <p:cBhvr>
                                        <p:cTn id="30" dur="500"/>
                                        <p:tgtEl>
                                          <p:spTgt spid="82125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821278"/>
                                        </p:tgtEl>
                                        <p:attrNameLst>
                                          <p:attrName>style.visibility</p:attrName>
                                        </p:attrNameLst>
                                      </p:cBhvr>
                                      <p:to>
                                        <p:strVal val="visible"/>
                                      </p:to>
                                    </p:set>
                                    <p:animEffect transition="in" filter="box(in)">
                                      <p:cBhvr>
                                        <p:cTn id="35" dur="500"/>
                                        <p:tgtEl>
                                          <p:spTgt spid="82127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821279"/>
                                        </p:tgtEl>
                                        <p:attrNameLst>
                                          <p:attrName>style.visibility</p:attrName>
                                        </p:attrNameLst>
                                      </p:cBhvr>
                                      <p:to>
                                        <p:strVal val="visible"/>
                                      </p:to>
                                    </p:set>
                                    <p:animEffect transition="in" filter="wipe(up)">
                                      <p:cBhvr>
                                        <p:cTn id="40" dur="500"/>
                                        <p:tgtEl>
                                          <p:spTgt spid="82127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21258"/>
                                        </p:tgtEl>
                                        <p:attrNameLst>
                                          <p:attrName>style.visibility</p:attrName>
                                        </p:attrNameLst>
                                      </p:cBhvr>
                                      <p:to>
                                        <p:strVal val="visible"/>
                                      </p:to>
                                    </p:set>
                                    <p:animEffect transition="in" filter="wipe(left)">
                                      <p:cBhvr>
                                        <p:cTn id="45" dur="500"/>
                                        <p:tgtEl>
                                          <p:spTgt spid="821258"/>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821259"/>
                                        </p:tgtEl>
                                        <p:attrNameLst>
                                          <p:attrName>style.visibility</p:attrName>
                                        </p:attrNameLst>
                                      </p:cBhvr>
                                      <p:to>
                                        <p:strVal val="visible"/>
                                      </p:to>
                                    </p:set>
                                    <p:animEffect transition="in" filter="wipe(left)">
                                      <p:cBhvr>
                                        <p:cTn id="49" dur="500"/>
                                        <p:tgtEl>
                                          <p:spTgt spid="821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1" grpId="0"/>
      <p:bldP spid="821253" grpId="0"/>
      <p:bldP spid="821257" grpId="0"/>
      <p:bldP spid="821258" grpId="0"/>
      <p:bldP spid="82125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22275" name="Object 3">
            <a:hlinkClick r:id="" action="ppaction://ole?verb="/>
          </p:cNvPr>
          <p:cNvGraphicFramePr/>
          <p:nvPr/>
        </p:nvGraphicFramePr>
        <p:xfrm>
          <a:off x="3244850" y="1662113"/>
          <a:ext cx="2012950" cy="838200"/>
        </p:xfrm>
        <a:graphic>
          <a:graphicData uri="http://schemas.openxmlformats.org/presentationml/2006/ole">
            <mc:AlternateContent xmlns:mc="http://schemas.openxmlformats.org/markup-compatibility/2006">
              <mc:Choice xmlns:v="urn:schemas-microsoft-com:vml" Requires="v">
                <p:oleObj spid="_x0000_s3245" name="" r:id="rId1" imgW="1028700" imgH="330200" progId="Equation.3">
                  <p:embed/>
                </p:oleObj>
              </mc:Choice>
              <mc:Fallback>
                <p:oleObj name="" r:id="rId1" imgW="1028700" imgH="330200" progId="Equation.3">
                  <p:embed/>
                  <p:pic>
                    <p:nvPicPr>
                      <p:cNvPr id="0" name="图片 3244"/>
                      <p:cNvPicPr/>
                      <p:nvPr/>
                    </p:nvPicPr>
                    <p:blipFill>
                      <a:blip r:embed="rId2">
                        <a:clrChange>
                          <a:clrFrom>
                            <a:srgbClr val="000000"/>
                          </a:clrFrom>
                          <a:clrTo>
                            <a:srgbClr val="FF0000"/>
                          </a:clrTo>
                        </a:clrChange>
                      </a:blip>
                      <a:stretch>
                        <a:fillRect/>
                      </a:stretch>
                    </p:blipFill>
                    <p:spPr>
                      <a:xfrm>
                        <a:off x="3244850" y="1662113"/>
                        <a:ext cx="2012950" cy="838200"/>
                      </a:xfrm>
                      <a:prstGeom prst="rect">
                        <a:avLst/>
                      </a:prstGeom>
                      <a:noFill/>
                      <a:ln w="38100">
                        <a:noFill/>
                        <a:miter/>
                      </a:ln>
                    </p:spPr>
                  </p:pic>
                </p:oleObj>
              </mc:Fallback>
            </mc:AlternateContent>
          </a:graphicData>
        </a:graphic>
      </p:graphicFrame>
      <p:sp>
        <p:nvSpPr>
          <p:cNvPr id="822276" name="Rectangle 4"/>
          <p:cNvSpPr>
            <a:spLocks noChangeArrowheads="1"/>
          </p:cNvSpPr>
          <p:nvPr/>
        </p:nvSpPr>
        <p:spPr bwMode="auto">
          <a:xfrm>
            <a:off x="457200" y="1128713"/>
            <a:ext cx="4114800" cy="4572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）电流与电压的关系   </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22277" name="Rectangle 5"/>
          <p:cNvSpPr>
            <a:spLocks noChangeArrowheads="1"/>
          </p:cNvSpPr>
          <p:nvPr/>
        </p:nvSpPr>
        <p:spPr bwMode="auto">
          <a:xfrm>
            <a:off x="5105400" y="4572000"/>
            <a:ext cx="2971800" cy="519113"/>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①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频率相同</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22278" name="Text Box 6"/>
          <p:cNvSpPr txBox="1">
            <a:spLocks noChangeArrowheads="1"/>
          </p:cNvSpPr>
          <p:nvPr/>
        </p:nvSpPr>
        <p:spPr bwMode="auto">
          <a:xfrm>
            <a:off x="5105400" y="5091113"/>
            <a:ext cx="3352800" cy="519113"/>
          </a:xfrm>
          <a:prstGeom prst="rect">
            <a:avLst/>
          </a:prstGeom>
          <a:noFill/>
          <a:ln w="9525">
            <a:noFill/>
            <a:miter lim="800000"/>
          </a:ln>
          <a:effectLst/>
        </p:spPr>
        <p:txBody>
          <a:bodyPr>
            <a:spAutoFit/>
          </a:bodyPr>
          <a:lstStyle/>
          <a:p>
            <a:pPr marR="0" defTabSz="914400" eaLnBrk="1" hangingPunct="1">
              <a:buClrTx/>
              <a:buSzTx/>
              <a:buFontTx/>
              <a:defRPr/>
            </a:pPr>
            <a:r>
              <a:rPr kumimoji="1" lang="en-US" altLang="zh-CN" kern="1200" cap="none" spc="0" normalizeH="0" baseline="0" noProof="0">
                <a:latin typeface="Times New Roman" panose="02020603050405020304" pitchFamily="18" charset="0"/>
                <a:ea typeface="华文中宋" panose="02010600040101010101" pitchFamily="2" charset="-122"/>
                <a:cs typeface="Times New Roman" panose="02020603050405020304" pitchFamily="18" charset="0"/>
              </a:rPr>
              <a:t>② </a:t>
            </a:r>
            <a:r>
              <a:rPr kumimoji="1" lang="zh-CN" altLang="en-US" kern="1200" cap="none" spc="0" normalizeH="0" baseline="0" noProof="0">
                <a:latin typeface="Times New Roman" panose="02020603050405020304" pitchFamily="18" charset="0"/>
                <a:ea typeface="华文中宋" panose="02010600040101010101" pitchFamily="2" charset="-122"/>
                <a:cs typeface="Times New Roman" panose="02020603050405020304" pitchFamily="18" charset="0"/>
              </a:rPr>
              <a:t>有效值 </a:t>
            </a:r>
            <a:r>
              <a:rPr kumimoji="1" lang="en-US" altLang="zh-CN"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C</a:t>
            </a:r>
            <a:r>
              <a:rPr kumimoji="1" lang="en-US" altLang="zh-CN"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22279" name="Text Box 7"/>
          <p:cNvSpPr txBox="1">
            <a:spLocks noChangeArrowheads="1"/>
          </p:cNvSpPr>
          <p:nvPr/>
        </p:nvSpPr>
        <p:spPr bwMode="auto">
          <a:xfrm>
            <a:off x="5105400" y="5548313"/>
            <a:ext cx="3352800" cy="561975"/>
          </a:xfrm>
          <a:prstGeom prst="rect">
            <a:avLst/>
          </a:prstGeom>
          <a:noFill/>
          <a:ln w="9525">
            <a:noFill/>
            <a:miter lim="800000"/>
          </a:ln>
          <a:effectLst/>
        </p:spPr>
        <p:txBody>
          <a:bodyPr>
            <a:spAutoFit/>
          </a:bodyPr>
          <a:lstStyle/>
          <a:p>
            <a:pPr marR="0" defTabSz="914400" eaLnBrk="1" hangingPunct="1">
              <a:lnSpc>
                <a:spcPct val="110000"/>
              </a:lnSpc>
              <a:buClrTx/>
              <a:buSzTx/>
              <a:buFontTx/>
              <a:defRPr/>
            </a:pPr>
            <a:r>
              <a:rPr kumimoji="1" lang="en-US" altLang="zh-CN" kern="1200" cap="none" spc="0" normalizeH="0" baseline="0" noProof="0">
                <a:latin typeface="Times New Roman" panose="02020603050405020304" pitchFamily="18" charset="0"/>
                <a:ea typeface="华文中宋" panose="02010600040101010101" pitchFamily="2" charset="-122"/>
                <a:cs typeface="Times New Roman" panose="02020603050405020304" pitchFamily="18" charset="0"/>
              </a:rPr>
              <a:t>③</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电流超前电压</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90</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graphicFrame>
        <p:nvGraphicFramePr>
          <p:cNvPr id="822280" name="Object 8"/>
          <p:cNvGraphicFramePr>
            <a:graphicFrameLocks noChangeAspect="1"/>
          </p:cNvGraphicFramePr>
          <p:nvPr/>
        </p:nvGraphicFramePr>
        <p:xfrm>
          <a:off x="5349875" y="6015038"/>
          <a:ext cx="3043238" cy="617537"/>
        </p:xfrm>
        <a:graphic>
          <a:graphicData uri="http://schemas.openxmlformats.org/presentationml/2006/ole">
            <mc:AlternateContent xmlns:mc="http://schemas.openxmlformats.org/markup-compatibility/2006">
              <mc:Choice xmlns:v="urn:schemas-microsoft-com:vml" Requires="v">
                <p:oleObj spid="_x0000_s3248" name="" r:id="rId3" imgW="1384300" imgH="127000" progId="Equation.3">
                  <p:embed/>
                </p:oleObj>
              </mc:Choice>
              <mc:Fallback>
                <p:oleObj name="" r:id="rId3" imgW="1384300" imgH="127000" progId="Equation.3">
                  <p:embed/>
                  <p:pic>
                    <p:nvPicPr>
                      <p:cNvPr id="0" name="图片 3247"/>
                      <p:cNvPicPr/>
                      <p:nvPr/>
                    </p:nvPicPr>
                    <p:blipFill>
                      <a:blip r:embed="rId4">
                        <a:clrChange>
                          <a:clrFrom>
                            <a:srgbClr val="000000"/>
                          </a:clrFrom>
                          <a:clrTo>
                            <a:srgbClr val="000099"/>
                          </a:clrTo>
                        </a:clrChange>
                      </a:blip>
                      <a:stretch>
                        <a:fillRect/>
                      </a:stretch>
                    </p:blipFill>
                    <p:spPr>
                      <a:xfrm>
                        <a:off x="5349875" y="6015038"/>
                        <a:ext cx="3043238" cy="617537"/>
                      </a:xfrm>
                      <a:prstGeom prst="rect">
                        <a:avLst/>
                      </a:prstGeom>
                      <a:noFill/>
                      <a:ln w="38100">
                        <a:noFill/>
                        <a:miter/>
                      </a:ln>
                    </p:spPr>
                  </p:pic>
                </p:oleObj>
              </mc:Fallback>
            </mc:AlternateContent>
          </a:graphicData>
        </a:graphic>
      </p:graphicFrame>
      <p:sp>
        <p:nvSpPr>
          <p:cNvPr id="822281" name="Text Box 9"/>
          <p:cNvSpPr txBox="1"/>
          <p:nvPr/>
        </p:nvSpPr>
        <p:spPr>
          <a:xfrm>
            <a:off x="762000" y="2868613"/>
            <a:ext cx="541338"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则</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22282" name="Object 10">
            <a:hlinkClick r:id="" action="ppaction://ole?verb="/>
          </p:cNvPr>
          <p:cNvGraphicFramePr/>
          <p:nvPr/>
        </p:nvGraphicFramePr>
        <p:xfrm>
          <a:off x="1643063" y="3594100"/>
          <a:ext cx="3841750" cy="555625"/>
        </p:xfrm>
        <a:graphic>
          <a:graphicData uri="http://schemas.openxmlformats.org/presentationml/2006/ole">
            <mc:AlternateContent xmlns:mc="http://schemas.openxmlformats.org/markup-compatibility/2006">
              <mc:Choice xmlns:v="urn:schemas-microsoft-com:vml" Requires="v">
                <p:oleObj spid="_x0000_s3246" name="" r:id="rId5" imgW="1600200" imgH="241300" progId="Equation.3">
                  <p:embed/>
                </p:oleObj>
              </mc:Choice>
              <mc:Fallback>
                <p:oleObj name="" r:id="rId5" imgW="1600200" imgH="241300" progId="Equation.3">
                  <p:embed/>
                  <p:pic>
                    <p:nvPicPr>
                      <p:cNvPr id="0" name="图片 3245"/>
                      <p:cNvPicPr/>
                      <p:nvPr/>
                    </p:nvPicPr>
                    <p:blipFill>
                      <a:blip r:embed="rId6"/>
                      <a:stretch>
                        <a:fillRect/>
                      </a:stretch>
                    </p:blipFill>
                    <p:spPr>
                      <a:xfrm>
                        <a:off x="1643063" y="3594100"/>
                        <a:ext cx="3841750" cy="555625"/>
                      </a:xfrm>
                      <a:prstGeom prst="rect">
                        <a:avLst/>
                      </a:prstGeom>
                      <a:noFill/>
                      <a:ln w="38100">
                        <a:noFill/>
                        <a:miter/>
                      </a:ln>
                    </p:spPr>
                  </p:pic>
                </p:oleObj>
              </mc:Fallback>
            </mc:AlternateContent>
          </a:graphicData>
        </a:graphic>
      </p:graphicFrame>
      <p:graphicFrame>
        <p:nvGraphicFramePr>
          <p:cNvPr id="822283" name="Object 11">
            <a:hlinkClick r:id="" action="ppaction://ole?verb="/>
          </p:cNvPr>
          <p:cNvGraphicFramePr/>
          <p:nvPr/>
        </p:nvGraphicFramePr>
        <p:xfrm>
          <a:off x="1412875" y="2728913"/>
          <a:ext cx="4302125" cy="914400"/>
        </p:xfrm>
        <a:graphic>
          <a:graphicData uri="http://schemas.openxmlformats.org/presentationml/2006/ole">
            <mc:AlternateContent xmlns:mc="http://schemas.openxmlformats.org/markup-compatibility/2006">
              <mc:Choice xmlns:v="urn:schemas-microsoft-com:vml" Requires="v">
                <p:oleObj spid="_x0000_s3247" name="" r:id="rId7" imgW="1714500" imgH="393700" progId="Equation.3">
                  <p:embed/>
                </p:oleObj>
              </mc:Choice>
              <mc:Fallback>
                <p:oleObj name="" r:id="rId7" imgW="1714500" imgH="393700" progId="Equation.3">
                  <p:embed/>
                  <p:pic>
                    <p:nvPicPr>
                      <p:cNvPr id="0" name="图片 3246"/>
                      <p:cNvPicPr/>
                      <p:nvPr/>
                    </p:nvPicPr>
                    <p:blipFill>
                      <a:blip r:embed="rId8"/>
                      <a:stretch>
                        <a:fillRect/>
                      </a:stretch>
                    </p:blipFill>
                    <p:spPr>
                      <a:xfrm>
                        <a:off x="1412875" y="2728913"/>
                        <a:ext cx="4302125" cy="914400"/>
                      </a:xfrm>
                      <a:prstGeom prst="rect">
                        <a:avLst/>
                      </a:prstGeom>
                      <a:noFill/>
                      <a:ln w="38100">
                        <a:noFill/>
                        <a:miter/>
                      </a:ln>
                    </p:spPr>
                  </p:pic>
                </p:oleObj>
              </mc:Fallback>
            </mc:AlternateContent>
          </a:graphicData>
        </a:graphic>
      </p:graphicFrame>
      <p:grpSp>
        <p:nvGrpSpPr>
          <p:cNvPr id="2" name="Group 12"/>
          <p:cNvGrpSpPr/>
          <p:nvPr/>
        </p:nvGrpSpPr>
        <p:grpSpPr>
          <a:xfrm>
            <a:off x="6623050" y="1049338"/>
            <a:ext cx="1554163" cy="1622425"/>
            <a:chOff x="3698" y="344"/>
            <a:chExt cx="979" cy="1022"/>
          </a:xfrm>
        </p:grpSpPr>
        <p:grpSp>
          <p:nvGrpSpPr>
            <p:cNvPr id="54310" name="Group 13"/>
            <p:cNvGrpSpPr/>
            <p:nvPr/>
          </p:nvGrpSpPr>
          <p:grpSpPr>
            <a:xfrm>
              <a:off x="3873" y="639"/>
              <a:ext cx="597" cy="727"/>
              <a:chOff x="3963" y="521"/>
              <a:chExt cx="766" cy="823"/>
            </a:xfrm>
          </p:grpSpPr>
          <p:sp>
            <p:nvSpPr>
              <p:cNvPr id="54319" name="Line 14"/>
              <p:cNvSpPr/>
              <p:nvPr/>
            </p:nvSpPr>
            <p:spPr>
              <a:xfrm flipH="1">
                <a:off x="3963" y="533"/>
                <a:ext cx="651" cy="0"/>
              </a:xfrm>
              <a:prstGeom prst="line">
                <a:avLst/>
              </a:prstGeom>
              <a:ln w="38100" cap="flat" cmpd="sng">
                <a:solidFill>
                  <a:schemeClr val="tx1"/>
                </a:solidFill>
                <a:prstDash val="solid"/>
                <a:headEnd type="none" w="med" len="med"/>
                <a:tailEnd type="none" w="med" len="med"/>
              </a:ln>
            </p:spPr>
          </p:sp>
          <p:sp>
            <p:nvSpPr>
              <p:cNvPr id="54320" name="Line 15"/>
              <p:cNvSpPr/>
              <p:nvPr/>
            </p:nvSpPr>
            <p:spPr>
              <a:xfrm flipH="1">
                <a:off x="3963" y="1326"/>
                <a:ext cx="651" cy="0"/>
              </a:xfrm>
              <a:prstGeom prst="line">
                <a:avLst/>
              </a:prstGeom>
              <a:ln w="38100" cap="flat" cmpd="sng">
                <a:solidFill>
                  <a:schemeClr val="tx1"/>
                </a:solidFill>
                <a:prstDash val="solid"/>
                <a:headEnd type="none" w="med" len="med"/>
                <a:tailEnd type="none" w="med" len="med"/>
              </a:ln>
            </p:spPr>
          </p:sp>
          <p:grpSp>
            <p:nvGrpSpPr>
              <p:cNvPr id="54321" name="Group 16"/>
              <p:cNvGrpSpPr/>
              <p:nvPr/>
            </p:nvGrpSpPr>
            <p:grpSpPr>
              <a:xfrm>
                <a:off x="4500" y="521"/>
                <a:ext cx="229" cy="823"/>
                <a:chOff x="917" y="1197"/>
                <a:chExt cx="183" cy="467"/>
              </a:xfrm>
            </p:grpSpPr>
            <p:sp>
              <p:nvSpPr>
                <p:cNvPr id="54322" name="Line 17"/>
                <p:cNvSpPr/>
                <p:nvPr/>
              </p:nvSpPr>
              <p:spPr>
                <a:xfrm>
                  <a:off x="917" y="1454"/>
                  <a:ext cx="183" cy="0"/>
                </a:xfrm>
                <a:prstGeom prst="line">
                  <a:avLst/>
                </a:prstGeom>
                <a:ln w="38100" cap="flat" cmpd="sng">
                  <a:solidFill>
                    <a:schemeClr val="tx1"/>
                  </a:solidFill>
                  <a:prstDash val="solid"/>
                  <a:headEnd type="none" w="med" len="med"/>
                  <a:tailEnd type="none" w="med" len="med"/>
                </a:ln>
              </p:spPr>
            </p:sp>
            <p:sp>
              <p:nvSpPr>
                <p:cNvPr id="54323" name="Line 18"/>
                <p:cNvSpPr/>
                <p:nvPr/>
              </p:nvSpPr>
              <p:spPr>
                <a:xfrm flipV="1">
                  <a:off x="1008" y="1197"/>
                  <a:ext cx="0" cy="213"/>
                </a:xfrm>
                <a:prstGeom prst="line">
                  <a:avLst/>
                </a:prstGeom>
                <a:ln w="38100" cap="flat" cmpd="sng">
                  <a:solidFill>
                    <a:schemeClr val="tx1"/>
                  </a:solidFill>
                  <a:prstDash val="solid"/>
                  <a:headEnd type="none" w="med" len="med"/>
                  <a:tailEnd type="none" w="med" len="med"/>
                </a:ln>
              </p:spPr>
            </p:sp>
            <p:sp>
              <p:nvSpPr>
                <p:cNvPr id="54324" name="Line 19"/>
                <p:cNvSpPr/>
                <p:nvPr/>
              </p:nvSpPr>
              <p:spPr>
                <a:xfrm flipV="1">
                  <a:off x="1008" y="1451"/>
                  <a:ext cx="0" cy="213"/>
                </a:xfrm>
                <a:prstGeom prst="line">
                  <a:avLst/>
                </a:prstGeom>
                <a:ln w="38100" cap="flat" cmpd="sng">
                  <a:solidFill>
                    <a:schemeClr val="tx1"/>
                  </a:solidFill>
                  <a:prstDash val="solid"/>
                  <a:headEnd type="none" w="med" len="med"/>
                  <a:tailEnd type="none" w="med" len="med"/>
                </a:ln>
              </p:spPr>
            </p:sp>
            <p:sp>
              <p:nvSpPr>
                <p:cNvPr id="54325" name="Line 20"/>
                <p:cNvSpPr/>
                <p:nvPr/>
              </p:nvSpPr>
              <p:spPr>
                <a:xfrm>
                  <a:off x="917" y="1406"/>
                  <a:ext cx="183" cy="0"/>
                </a:xfrm>
                <a:prstGeom prst="line">
                  <a:avLst/>
                </a:prstGeom>
                <a:ln w="38100" cap="flat" cmpd="sng">
                  <a:solidFill>
                    <a:schemeClr val="tx1"/>
                  </a:solidFill>
                  <a:prstDash val="solid"/>
                  <a:headEnd type="none" w="med" len="med"/>
                  <a:tailEnd type="none" w="med" len="med"/>
                </a:ln>
              </p:spPr>
            </p:sp>
          </p:grpSp>
        </p:grpSp>
        <p:sp>
          <p:nvSpPr>
            <p:cNvPr id="54311" name="Line 21"/>
            <p:cNvSpPr/>
            <p:nvPr/>
          </p:nvSpPr>
          <p:spPr>
            <a:xfrm>
              <a:off x="3989" y="549"/>
              <a:ext cx="230" cy="0"/>
            </a:xfrm>
            <a:prstGeom prst="line">
              <a:avLst/>
            </a:prstGeom>
            <a:ln w="38100" cap="flat" cmpd="sng">
              <a:solidFill>
                <a:srgbClr val="FF0000"/>
              </a:solidFill>
              <a:prstDash val="solid"/>
              <a:headEnd type="none" w="med" len="med"/>
              <a:tailEnd type="triangle" w="med" len="med"/>
            </a:ln>
          </p:spPr>
        </p:sp>
        <p:sp>
          <p:nvSpPr>
            <p:cNvPr id="54312" name="Rectangle 22"/>
            <p:cNvSpPr/>
            <p:nvPr/>
          </p:nvSpPr>
          <p:spPr>
            <a:xfrm>
              <a:off x="3704" y="807"/>
              <a:ext cx="223"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4313" name="Rectangle 23"/>
            <p:cNvSpPr/>
            <p:nvPr/>
          </p:nvSpPr>
          <p:spPr>
            <a:xfrm>
              <a:off x="4223" y="344"/>
              <a:ext cx="174"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4314" name="Text Box 24"/>
            <p:cNvSpPr txBox="1"/>
            <p:nvPr/>
          </p:nvSpPr>
          <p:spPr>
            <a:xfrm>
              <a:off x="4431" y="870"/>
              <a:ext cx="246"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54315" name="Text Box 25"/>
            <p:cNvSpPr txBox="1"/>
            <p:nvPr/>
          </p:nvSpPr>
          <p:spPr>
            <a:xfrm>
              <a:off x="3698" y="598"/>
              <a:ext cx="253"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800" b="1" dirty="0">
                  <a:solidFill>
                    <a:srgbClr val="FF3300"/>
                  </a:solidFill>
                  <a:latin typeface="Times New Roman" panose="02020603050405020304" pitchFamily="18" charset="0"/>
                  <a:ea typeface="华文中宋" panose="02010600040101010101" pitchFamily="2" charset="-122"/>
                </a:rPr>
                <a:t>+</a:t>
              </a:r>
              <a:endParaRPr lang="en-US" altLang="zh-CN" sz="2800" b="1" dirty="0">
                <a:solidFill>
                  <a:srgbClr val="FF3300"/>
                </a:solidFill>
                <a:latin typeface="Times New Roman" panose="02020603050405020304" pitchFamily="18" charset="0"/>
                <a:ea typeface="华文中宋" panose="02010600040101010101" pitchFamily="2" charset="-122"/>
              </a:endParaRPr>
            </a:p>
          </p:txBody>
        </p:sp>
        <p:sp>
          <p:nvSpPr>
            <p:cNvPr id="54316" name="Text Box 26"/>
            <p:cNvSpPr txBox="1"/>
            <p:nvPr/>
          </p:nvSpPr>
          <p:spPr>
            <a:xfrm>
              <a:off x="3750" y="1030"/>
              <a:ext cx="21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3300"/>
                  </a:solidFill>
                  <a:latin typeface="Times New Roman" panose="02020603050405020304" pitchFamily="18" charset="0"/>
                  <a:ea typeface="华文中宋" panose="02010600040101010101" pitchFamily="2" charset="-122"/>
                </a:rPr>
                <a:t>_</a:t>
              </a:r>
              <a:endParaRPr lang="en-US" altLang="zh-CN" sz="2400" b="1" dirty="0">
                <a:solidFill>
                  <a:srgbClr val="FF3300"/>
                </a:solidFill>
                <a:latin typeface="Times New Roman" panose="02020603050405020304" pitchFamily="18" charset="0"/>
                <a:ea typeface="华文中宋" panose="02010600040101010101" pitchFamily="2" charset="-122"/>
              </a:endParaRPr>
            </a:p>
          </p:txBody>
        </p:sp>
        <p:sp>
          <p:nvSpPr>
            <p:cNvPr id="54317" name="Oval 27"/>
            <p:cNvSpPr/>
            <p:nvPr/>
          </p:nvSpPr>
          <p:spPr>
            <a:xfrm>
              <a:off x="3822" y="623"/>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4318" name="Oval 28"/>
            <p:cNvSpPr/>
            <p:nvPr/>
          </p:nvSpPr>
          <p:spPr>
            <a:xfrm>
              <a:off x="3824" y="1318"/>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22301" name="Text Box 29"/>
          <p:cNvSpPr txBox="1"/>
          <p:nvPr/>
        </p:nvSpPr>
        <p:spPr>
          <a:xfrm>
            <a:off x="762000" y="2271713"/>
            <a:ext cx="1220788" cy="519112"/>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若</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22302" name="Object 30">
            <a:hlinkClick r:id="" action="ppaction://ole?verb="/>
          </p:cNvPr>
          <p:cNvGraphicFramePr/>
          <p:nvPr/>
        </p:nvGraphicFramePr>
        <p:xfrm>
          <a:off x="1404938" y="2271713"/>
          <a:ext cx="2405062" cy="533400"/>
        </p:xfrm>
        <a:graphic>
          <a:graphicData uri="http://schemas.openxmlformats.org/presentationml/2006/ole">
            <mc:AlternateContent xmlns:mc="http://schemas.openxmlformats.org/markup-compatibility/2006">
              <mc:Choice xmlns:v="urn:schemas-microsoft-com:vml" Requires="v">
                <p:oleObj spid="_x0000_s3250" name="" r:id="rId9" imgW="1078865" imgH="241300" progId="Equation.3">
                  <p:embed/>
                </p:oleObj>
              </mc:Choice>
              <mc:Fallback>
                <p:oleObj name="" r:id="rId9" imgW="1078865" imgH="241300" progId="Equation.3">
                  <p:embed/>
                  <p:pic>
                    <p:nvPicPr>
                      <p:cNvPr id="0" name="图片 3249"/>
                      <p:cNvPicPr/>
                      <p:nvPr/>
                    </p:nvPicPr>
                    <p:blipFill>
                      <a:blip r:embed="rId10"/>
                      <a:stretch>
                        <a:fillRect/>
                      </a:stretch>
                    </p:blipFill>
                    <p:spPr>
                      <a:xfrm>
                        <a:off x="1404938" y="2271713"/>
                        <a:ext cx="2405062" cy="533400"/>
                      </a:xfrm>
                      <a:prstGeom prst="rect">
                        <a:avLst/>
                      </a:prstGeom>
                      <a:noFill/>
                      <a:ln w="38100">
                        <a:noFill/>
                        <a:miter/>
                      </a:ln>
                    </p:spPr>
                  </p:pic>
                </p:oleObj>
              </mc:Fallback>
            </mc:AlternateContent>
          </a:graphicData>
        </a:graphic>
      </p:graphicFrame>
      <p:grpSp>
        <p:nvGrpSpPr>
          <p:cNvPr id="5" name="Group 31"/>
          <p:cNvGrpSpPr/>
          <p:nvPr/>
        </p:nvGrpSpPr>
        <p:grpSpPr>
          <a:xfrm>
            <a:off x="609600" y="4249738"/>
            <a:ext cx="3925888" cy="2159000"/>
            <a:chOff x="407" y="2638"/>
            <a:chExt cx="2473" cy="1360"/>
          </a:xfrm>
        </p:grpSpPr>
        <p:sp>
          <p:nvSpPr>
            <p:cNvPr id="54290" name="Line 32"/>
            <p:cNvSpPr/>
            <p:nvPr/>
          </p:nvSpPr>
          <p:spPr>
            <a:xfrm flipH="1" flipV="1">
              <a:off x="2064" y="3024"/>
              <a:ext cx="219" cy="182"/>
            </a:xfrm>
            <a:prstGeom prst="line">
              <a:avLst/>
            </a:prstGeom>
            <a:ln w="38100" cap="flat" cmpd="sng">
              <a:solidFill>
                <a:srgbClr val="0000FF"/>
              </a:solidFill>
              <a:prstDash val="solid"/>
              <a:headEnd type="triangle" w="med" len="med"/>
              <a:tailEnd type="none" w="med" len="med"/>
            </a:ln>
          </p:spPr>
        </p:sp>
        <p:sp>
          <p:nvSpPr>
            <p:cNvPr id="54291" name="Rectangle 33"/>
            <p:cNvSpPr/>
            <p:nvPr/>
          </p:nvSpPr>
          <p:spPr>
            <a:xfrm>
              <a:off x="2017" y="2801"/>
              <a:ext cx="174"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FF"/>
                  </a:solidFill>
                  <a:latin typeface="Times New Roman" panose="02020603050405020304" pitchFamily="18" charset="0"/>
                  <a:ea typeface="华文中宋" panose="02010600040101010101" pitchFamily="2" charset="-122"/>
                </a:rPr>
                <a:t>i</a:t>
              </a:r>
              <a:endParaRPr lang="en-US" altLang="zh-CN" sz="2400" i="1" dirty="0">
                <a:solidFill>
                  <a:srgbClr val="0000FF"/>
                </a:solidFill>
                <a:latin typeface="Times New Roman" panose="02020603050405020304" pitchFamily="18" charset="0"/>
                <a:ea typeface="华文中宋" panose="02010600040101010101" pitchFamily="2" charset="-122"/>
              </a:endParaRPr>
            </a:p>
          </p:txBody>
        </p:sp>
        <p:sp>
          <p:nvSpPr>
            <p:cNvPr id="54292" name="Freeform 34"/>
            <p:cNvSpPr/>
            <p:nvPr/>
          </p:nvSpPr>
          <p:spPr>
            <a:xfrm>
              <a:off x="994" y="3046"/>
              <a:ext cx="692" cy="487"/>
            </a:xfrm>
            <a:custGeom>
              <a:avLst/>
              <a:gdLst>
                <a:gd name="txL" fmla="*/ 0 w 424"/>
                <a:gd name="txT" fmla="*/ 0 h 217"/>
                <a:gd name="txR" fmla="*/ 424 w 424"/>
                <a:gd name="txB" fmla="*/ 217 h 217"/>
              </a:gdLst>
              <a:ahLst/>
              <a:cxnLst>
                <a:cxn ang="0">
                  <a:pos x="0" y="450545525"/>
                </a:cxn>
                <a:cxn ang="0">
                  <a:pos x="236145" y="327152935"/>
                </a:cxn>
                <a:cxn ang="0">
                  <a:pos x="478582" y="221094499"/>
                </a:cxn>
                <a:cxn ang="0">
                  <a:pos x="725067" y="129173875"/>
                </a:cxn>
                <a:cxn ang="0">
                  <a:pos x="960751" y="52204549"/>
                </a:cxn>
                <a:cxn ang="0">
                  <a:pos x="1166453" y="14954495"/>
                </a:cxn>
                <a:cxn ang="0">
                  <a:pos x="1402673" y="0"/>
                </a:cxn>
                <a:cxn ang="0">
                  <a:pos x="1647983" y="14954495"/>
                </a:cxn>
                <a:cxn ang="0">
                  <a:pos x="1891515" y="52204549"/>
                </a:cxn>
                <a:cxn ang="0">
                  <a:pos x="2125485" y="129173875"/>
                </a:cxn>
                <a:cxn ang="0">
                  <a:pos x="2370041" y="221094499"/>
                </a:cxn>
                <a:cxn ang="0">
                  <a:pos x="2613447" y="333829366"/>
                </a:cxn>
                <a:cxn ang="0">
                  <a:pos x="2854227" y="450545525"/>
                </a:cxn>
              </a:cxnLst>
              <a:rect l="txL" t="txT" r="txR" b="txB"/>
              <a:pathLst>
                <a:path w="424" h="217">
                  <a:moveTo>
                    <a:pt x="0" y="216"/>
                  </a:moveTo>
                  <a:lnTo>
                    <a:pt x="35" y="157"/>
                  </a:lnTo>
                  <a:lnTo>
                    <a:pt x="71" y="106"/>
                  </a:lnTo>
                  <a:lnTo>
                    <a:pt x="107" y="62"/>
                  </a:lnTo>
                  <a:lnTo>
                    <a:pt x="142" y="25"/>
                  </a:lnTo>
                  <a:lnTo>
                    <a:pt x="173" y="7"/>
                  </a:lnTo>
                  <a:lnTo>
                    <a:pt x="208" y="0"/>
                  </a:lnTo>
                  <a:lnTo>
                    <a:pt x="244" y="7"/>
                  </a:lnTo>
                  <a:lnTo>
                    <a:pt x="280" y="25"/>
                  </a:lnTo>
                  <a:lnTo>
                    <a:pt x="315" y="62"/>
                  </a:lnTo>
                  <a:lnTo>
                    <a:pt x="351" y="106"/>
                  </a:lnTo>
                  <a:lnTo>
                    <a:pt x="387" y="160"/>
                  </a:lnTo>
                  <a:lnTo>
                    <a:pt x="423" y="216"/>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4293" name="Freeform 35"/>
            <p:cNvSpPr/>
            <p:nvPr/>
          </p:nvSpPr>
          <p:spPr>
            <a:xfrm>
              <a:off x="1688" y="3527"/>
              <a:ext cx="694" cy="471"/>
            </a:xfrm>
            <a:custGeom>
              <a:avLst/>
              <a:gdLst>
                <a:gd name="txL" fmla="*/ 0 w 425"/>
                <a:gd name="txT" fmla="*/ 0 h 217"/>
                <a:gd name="txR" fmla="*/ 425 w 425"/>
                <a:gd name="txB" fmla="*/ 217 h 217"/>
              </a:gdLst>
              <a:ahLst/>
              <a:cxnLst>
                <a:cxn ang="0">
                  <a:pos x="2887902" y="0"/>
                </a:cxn>
                <a:cxn ang="0">
                  <a:pos x="2645487" y="66278619"/>
                </a:cxn>
                <a:cxn ang="0">
                  <a:pos x="2398980" y="125888387"/>
                </a:cxn>
                <a:cxn ang="0">
                  <a:pos x="2155219" y="174961547"/>
                </a:cxn>
                <a:cxn ang="0">
                  <a:pos x="1916888" y="216889219"/>
                </a:cxn>
                <a:cxn ang="0">
                  <a:pos x="1703510" y="239037416"/>
                </a:cxn>
                <a:cxn ang="0">
                  <a:pos x="1456830" y="247071411"/>
                </a:cxn>
                <a:cxn ang="0">
                  <a:pos x="1219327" y="239037416"/>
                </a:cxn>
                <a:cxn ang="0">
                  <a:pos x="968992" y="216889219"/>
                </a:cxn>
                <a:cxn ang="0">
                  <a:pos x="731420" y="174961547"/>
                </a:cxn>
                <a:cxn ang="0">
                  <a:pos x="484260" y="125888387"/>
                </a:cxn>
                <a:cxn ang="0">
                  <a:pos x="237516" y="62579165"/>
                </a:cxn>
                <a:cxn ang="0">
                  <a:pos x="0" y="0"/>
                </a:cxn>
              </a:cxnLst>
              <a:rect l="txL" t="txT" r="txR" b="txB"/>
              <a:pathLst>
                <a:path w="425" h="217">
                  <a:moveTo>
                    <a:pt x="424" y="0"/>
                  </a:moveTo>
                  <a:lnTo>
                    <a:pt x="388" y="58"/>
                  </a:lnTo>
                  <a:lnTo>
                    <a:pt x="352" y="110"/>
                  </a:lnTo>
                  <a:lnTo>
                    <a:pt x="316" y="153"/>
                  </a:lnTo>
                  <a:lnTo>
                    <a:pt x="281" y="190"/>
                  </a:lnTo>
                  <a:lnTo>
                    <a:pt x="250" y="209"/>
                  </a:lnTo>
                  <a:lnTo>
                    <a:pt x="214" y="216"/>
                  </a:lnTo>
                  <a:lnTo>
                    <a:pt x="179" y="209"/>
                  </a:lnTo>
                  <a:lnTo>
                    <a:pt x="142" y="190"/>
                  </a:lnTo>
                  <a:lnTo>
                    <a:pt x="107" y="153"/>
                  </a:lnTo>
                  <a:lnTo>
                    <a:pt x="71" y="110"/>
                  </a:lnTo>
                  <a:lnTo>
                    <a:pt x="35" y="55"/>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4294" name="Freeform 36"/>
            <p:cNvSpPr/>
            <p:nvPr/>
          </p:nvSpPr>
          <p:spPr>
            <a:xfrm>
              <a:off x="1346" y="3527"/>
              <a:ext cx="668" cy="323"/>
            </a:xfrm>
            <a:custGeom>
              <a:avLst/>
              <a:gdLst>
                <a:gd name="txL" fmla="*/ 0 w 409"/>
                <a:gd name="txT" fmla="*/ 0 h 361"/>
                <a:gd name="txR" fmla="*/ 409 w 409"/>
                <a:gd name="txB" fmla="*/ 361 h 361"/>
              </a:gdLst>
              <a:ahLst/>
              <a:cxnLst>
                <a:cxn ang="0">
                  <a:pos x="2789305" y="0"/>
                </a:cxn>
                <a:cxn ang="0">
                  <a:pos x="2550651" y="13"/>
                </a:cxn>
                <a:cxn ang="0">
                  <a:pos x="2320251" y="25"/>
                </a:cxn>
                <a:cxn ang="0">
                  <a:pos x="2081710" y="35"/>
                </a:cxn>
                <a:cxn ang="0">
                  <a:pos x="1846148" y="42"/>
                </a:cxn>
                <a:cxn ang="0">
                  <a:pos x="1651165" y="46"/>
                </a:cxn>
                <a:cxn ang="0">
                  <a:pos x="1408025" y="49"/>
                </a:cxn>
                <a:cxn ang="0">
                  <a:pos x="1177351" y="46"/>
                </a:cxn>
                <a:cxn ang="0">
                  <a:pos x="939234" y="42"/>
                </a:cxn>
                <a:cxn ang="0">
                  <a:pos x="703628" y="35"/>
                </a:cxn>
                <a:cxn ang="0">
                  <a:pos x="464353" y="25"/>
                </a:cxn>
                <a:cxn ang="0">
                  <a:pos x="233372" y="12"/>
                </a:cxn>
                <a:cxn ang="0">
                  <a:pos x="0" y="0"/>
                </a:cxn>
              </a:cxnLst>
              <a:rect l="txL" t="txT" r="txR" b="txB"/>
              <a:pathLst>
                <a:path w="409" h="361">
                  <a:moveTo>
                    <a:pt x="408" y="0"/>
                  </a:moveTo>
                  <a:lnTo>
                    <a:pt x="373" y="97"/>
                  </a:lnTo>
                  <a:lnTo>
                    <a:pt x="339" y="183"/>
                  </a:lnTo>
                  <a:lnTo>
                    <a:pt x="304" y="255"/>
                  </a:lnTo>
                  <a:lnTo>
                    <a:pt x="270" y="316"/>
                  </a:lnTo>
                  <a:lnTo>
                    <a:pt x="241" y="347"/>
                  </a:lnTo>
                  <a:lnTo>
                    <a:pt x="206" y="360"/>
                  </a:lnTo>
                  <a:lnTo>
                    <a:pt x="172" y="347"/>
                  </a:lnTo>
                  <a:lnTo>
                    <a:pt x="137" y="316"/>
                  </a:lnTo>
                  <a:lnTo>
                    <a:pt x="103" y="255"/>
                  </a:lnTo>
                  <a:lnTo>
                    <a:pt x="68" y="183"/>
                  </a:lnTo>
                  <a:lnTo>
                    <a:pt x="34" y="91"/>
                  </a:lnTo>
                  <a:lnTo>
                    <a:pt x="0" y="0"/>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4295" name="Freeform 37"/>
            <p:cNvSpPr/>
            <p:nvPr/>
          </p:nvSpPr>
          <p:spPr>
            <a:xfrm>
              <a:off x="693" y="3216"/>
              <a:ext cx="665" cy="312"/>
            </a:xfrm>
            <a:custGeom>
              <a:avLst/>
              <a:gdLst>
                <a:gd name="txL" fmla="*/ 0 w 408"/>
                <a:gd name="txT" fmla="*/ 0 h 361"/>
                <a:gd name="txR" fmla="*/ 408 w 408"/>
                <a:gd name="txB" fmla="*/ 361 h 361"/>
              </a:gdLst>
              <a:ahLst/>
              <a:cxnLst>
                <a:cxn ang="0">
                  <a:pos x="0" y="26"/>
                </a:cxn>
                <a:cxn ang="0">
                  <a:pos x="223880" y="19"/>
                </a:cxn>
                <a:cxn ang="0">
                  <a:pos x="449268" y="12"/>
                </a:cxn>
                <a:cxn ang="0">
                  <a:pos x="680350" y="8"/>
                </a:cxn>
                <a:cxn ang="0">
                  <a:pos x="901184" y="3"/>
                </a:cxn>
                <a:cxn ang="0">
                  <a:pos x="1096637" y="3"/>
                </a:cxn>
                <a:cxn ang="0">
                  <a:pos x="1316843" y="0"/>
                </a:cxn>
                <a:cxn ang="0">
                  <a:pos x="1547957" y="3"/>
                </a:cxn>
                <a:cxn ang="0">
                  <a:pos x="1771687" y="3"/>
                </a:cxn>
                <a:cxn ang="0">
                  <a:pos x="1996630" y="8"/>
                </a:cxn>
                <a:cxn ang="0">
                  <a:pos x="2228285" y="12"/>
                </a:cxn>
                <a:cxn ang="0">
                  <a:pos x="2450351" y="19"/>
                </a:cxn>
                <a:cxn ang="0">
                  <a:pos x="2681855" y="26"/>
                </a:cxn>
              </a:cxnLst>
              <a:rect l="txL" t="txT" r="txR" b="txB"/>
              <a:pathLst>
                <a:path w="408" h="361">
                  <a:moveTo>
                    <a:pt x="0" y="360"/>
                  </a:moveTo>
                  <a:lnTo>
                    <a:pt x="34" y="262"/>
                  </a:lnTo>
                  <a:lnTo>
                    <a:pt x="68" y="176"/>
                  </a:lnTo>
                  <a:lnTo>
                    <a:pt x="103" y="104"/>
                  </a:lnTo>
                  <a:lnTo>
                    <a:pt x="137" y="42"/>
                  </a:lnTo>
                  <a:lnTo>
                    <a:pt x="166" y="11"/>
                  </a:lnTo>
                  <a:lnTo>
                    <a:pt x="200" y="0"/>
                  </a:lnTo>
                  <a:lnTo>
                    <a:pt x="235" y="11"/>
                  </a:lnTo>
                  <a:lnTo>
                    <a:pt x="269" y="42"/>
                  </a:lnTo>
                  <a:lnTo>
                    <a:pt x="303" y="104"/>
                  </a:lnTo>
                  <a:lnTo>
                    <a:pt x="338" y="176"/>
                  </a:lnTo>
                  <a:lnTo>
                    <a:pt x="372" y="267"/>
                  </a:lnTo>
                  <a:lnTo>
                    <a:pt x="407" y="360"/>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4296" name="Freeform 38"/>
            <p:cNvSpPr/>
            <p:nvPr/>
          </p:nvSpPr>
          <p:spPr>
            <a:xfrm>
              <a:off x="1999" y="3195"/>
              <a:ext cx="665" cy="344"/>
            </a:xfrm>
            <a:custGeom>
              <a:avLst/>
              <a:gdLst>
                <a:gd name="txL" fmla="*/ 0 w 408"/>
                <a:gd name="txT" fmla="*/ 0 h 361"/>
                <a:gd name="txR" fmla="*/ 408 w 408"/>
                <a:gd name="txB" fmla="*/ 361 h 361"/>
              </a:gdLst>
              <a:ahLst/>
              <a:cxnLst>
                <a:cxn ang="0">
                  <a:pos x="0" y="151"/>
                </a:cxn>
                <a:cxn ang="0">
                  <a:pos x="223880" y="110"/>
                </a:cxn>
                <a:cxn ang="0">
                  <a:pos x="449268" y="74"/>
                </a:cxn>
                <a:cxn ang="0">
                  <a:pos x="680350" y="45"/>
                </a:cxn>
                <a:cxn ang="0">
                  <a:pos x="901184" y="18"/>
                </a:cxn>
                <a:cxn ang="0">
                  <a:pos x="1096637" y="10"/>
                </a:cxn>
                <a:cxn ang="0">
                  <a:pos x="1316843" y="0"/>
                </a:cxn>
                <a:cxn ang="0">
                  <a:pos x="1547957" y="10"/>
                </a:cxn>
                <a:cxn ang="0">
                  <a:pos x="1771687" y="18"/>
                </a:cxn>
                <a:cxn ang="0">
                  <a:pos x="1996630" y="45"/>
                </a:cxn>
                <a:cxn ang="0">
                  <a:pos x="2228285" y="74"/>
                </a:cxn>
                <a:cxn ang="0">
                  <a:pos x="2450351" y="112"/>
                </a:cxn>
                <a:cxn ang="0">
                  <a:pos x="2681855" y="151"/>
                </a:cxn>
              </a:cxnLst>
              <a:rect l="txL" t="txT" r="txR" b="txB"/>
              <a:pathLst>
                <a:path w="408" h="361">
                  <a:moveTo>
                    <a:pt x="0" y="360"/>
                  </a:moveTo>
                  <a:lnTo>
                    <a:pt x="34" y="262"/>
                  </a:lnTo>
                  <a:lnTo>
                    <a:pt x="68" y="176"/>
                  </a:lnTo>
                  <a:lnTo>
                    <a:pt x="103" y="104"/>
                  </a:lnTo>
                  <a:lnTo>
                    <a:pt x="137" y="42"/>
                  </a:lnTo>
                  <a:lnTo>
                    <a:pt x="166" y="11"/>
                  </a:lnTo>
                  <a:lnTo>
                    <a:pt x="200" y="0"/>
                  </a:lnTo>
                  <a:lnTo>
                    <a:pt x="235" y="11"/>
                  </a:lnTo>
                  <a:lnTo>
                    <a:pt x="269" y="42"/>
                  </a:lnTo>
                  <a:lnTo>
                    <a:pt x="303" y="104"/>
                  </a:lnTo>
                  <a:lnTo>
                    <a:pt x="338" y="176"/>
                  </a:lnTo>
                  <a:lnTo>
                    <a:pt x="372" y="267"/>
                  </a:lnTo>
                  <a:lnTo>
                    <a:pt x="407" y="360"/>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graphicFrame>
          <p:nvGraphicFramePr>
            <p:cNvPr id="54297" name="Object 39"/>
            <p:cNvGraphicFramePr>
              <a:graphicFrameLocks noChangeAspect="1"/>
            </p:cNvGraphicFramePr>
            <p:nvPr/>
          </p:nvGraphicFramePr>
          <p:xfrm>
            <a:off x="2640" y="3504"/>
            <a:ext cx="240" cy="229"/>
          </p:xfrm>
          <a:graphic>
            <a:graphicData uri="http://schemas.openxmlformats.org/presentationml/2006/ole">
              <mc:AlternateContent xmlns:mc="http://schemas.openxmlformats.org/markup-compatibility/2006">
                <mc:Choice xmlns:v="urn:schemas-microsoft-com:vml" Requires="v">
                  <p:oleObj spid="_x0000_s3249" name="" r:id="rId11" imgW="203200" imgH="190500" progId="Equation.3">
                    <p:embed/>
                  </p:oleObj>
                </mc:Choice>
                <mc:Fallback>
                  <p:oleObj name="" r:id="rId11" imgW="203200" imgH="190500" progId="Equation.3">
                    <p:embed/>
                    <p:pic>
                      <p:nvPicPr>
                        <p:cNvPr id="0" name="图片 3248"/>
                        <p:cNvPicPr/>
                        <p:nvPr/>
                      </p:nvPicPr>
                      <p:blipFill>
                        <a:blip r:embed="rId12"/>
                        <a:stretch>
                          <a:fillRect/>
                        </a:stretch>
                      </p:blipFill>
                      <p:spPr>
                        <a:xfrm>
                          <a:off x="2640" y="3504"/>
                          <a:ext cx="240" cy="229"/>
                        </a:xfrm>
                        <a:prstGeom prst="rect">
                          <a:avLst/>
                        </a:prstGeom>
                        <a:noFill/>
                        <a:ln w="38100">
                          <a:noFill/>
                          <a:miter/>
                        </a:ln>
                      </p:spPr>
                    </p:pic>
                  </p:oleObj>
                </mc:Fallback>
              </mc:AlternateContent>
            </a:graphicData>
          </a:graphic>
        </p:graphicFrame>
        <p:sp>
          <p:nvSpPr>
            <p:cNvPr id="54298" name="Rectangle 40"/>
            <p:cNvSpPr/>
            <p:nvPr/>
          </p:nvSpPr>
          <p:spPr>
            <a:xfrm>
              <a:off x="767" y="2639"/>
              <a:ext cx="224" cy="291"/>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i="1" dirty="0">
                <a:latin typeface="Times New Roman" panose="02020603050405020304" pitchFamily="18" charset="0"/>
                <a:ea typeface="华文中宋" panose="02010600040101010101" pitchFamily="2" charset="-122"/>
              </a:endParaRPr>
            </a:p>
          </p:txBody>
        </p:sp>
        <p:sp>
          <p:nvSpPr>
            <p:cNvPr id="54299" name="Rectangle 41"/>
            <p:cNvSpPr/>
            <p:nvPr/>
          </p:nvSpPr>
          <p:spPr>
            <a:xfrm>
              <a:off x="1005" y="2638"/>
              <a:ext cx="174"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i</a:t>
              </a:r>
              <a:endParaRPr lang="en-US" altLang="zh-CN" sz="2400" i="1" dirty="0">
                <a:latin typeface="Times New Roman" panose="02020603050405020304" pitchFamily="18" charset="0"/>
                <a:ea typeface="华文中宋" panose="02010600040101010101" pitchFamily="2" charset="-122"/>
              </a:endParaRPr>
            </a:p>
          </p:txBody>
        </p:sp>
        <p:grpSp>
          <p:nvGrpSpPr>
            <p:cNvPr id="54300" name="Group 42"/>
            <p:cNvGrpSpPr/>
            <p:nvPr/>
          </p:nvGrpSpPr>
          <p:grpSpPr>
            <a:xfrm>
              <a:off x="407" y="3526"/>
              <a:ext cx="841" cy="406"/>
              <a:chOff x="407" y="3526"/>
              <a:chExt cx="841" cy="406"/>
            </a:xfrm>
          </p:grpSpPr>
          <p:sp>
            <p:nvSpPr>
              <p:cNvPr id="54306" name="Line 43"/>
              <p:cNvSpPr/>
              <p:nvPr/>
            </p:nvSpPr>
            <p:spPr>
              <a:xfrm>
                <a:off x="692" y="3526"/>
                <a:ext cx="0" cy="406"/>
              </a:xfrm>
              <a:prstGeom prst="line">
                <a:avLst/>
              </a:prstGeom>
              <a:ln w="38100" cap="flat" cmpd="sng">
                <a:solidFill>
                  <a:schemeClr val="tx1"/>
                </a:solidFill>
                <a:prstDash val="solid"/>
                <a:headEnd type="none" w="med" len="med"/>
                <a:tailEnd type="none" w="med" len="med"/>
              </a:ln>
            </p:spPr>
          </p:sp>
          <p:sp>
            <p:nvSpPr>
              <p:cNvPr id="54307" name="Line 44"/>
              <p:cNvSpPr/>
              <p:nvPr/>
            </p:nvSpPr>
            <p:spPr>
              <a:xfrm>
                <a:off x="981" y="3686"/>
                <a:ext cx="267" cy="0"/>
              </a:xfrm>
              <a:prstGeom prst="line">
                <a:avLst/>
              </a:prstGeom>
              <a:ln w="38100" cap="flat" cmpd="sng">
                <a:solidFill>
                  <a:schemeClr val="tx1"/>
                </a:solidFill>
                <a:prstDash val="solid"/>
                <a:headEnd type="triangle" w="med" len="med"/>
                <a:tailEnd type="none" w="med" len="med"/>
              </a:ln>
            </p:spPr>
          </p:sp>
          <p:graphicFrame>
            <p:nvGraphicFramePr>
              <p:cNvPr id="54308" name="Object 45"/>
              <p:cNvGraphicFramePr>
                <a:graphicFrameLocks noChangeAspect="1"/>
              </p:cNvGraphicFramePr>
              <p:nvPr/>
            </p:nvGraphicFramePr>
            <p:xfrm>
              <a:off x="720" y="3696"/>
              <a:ext cx="240" cy="207"/>
            </p:xfrm>
            <a:graphic>
              <a:graphicData uri="http://schemas.openxmlformats.org/presentationml/2006/ole">
                <mc:AlternateContent xmlns:mc="http://schemas.openxmlformats.org/markup-compatibility/2006">
                  <mc:Choice xmlns:v="urn:schemas-microsoft-com:vml" Requires="v">
                    <p:oleObj spid="_x0000_s3251" name="" r:id="rId13" imgW="165100" imgH="76200" progId="Equation.3">
                      <p:embed/>
                    </p:oleObj>
                  </mc:Choice>
                  <mc:Fallback>
                    <p:oleObj name="" r:id="rId13" imgW="165100" imgH="76200" progId="Equation.3">
                      <p:embed/>
                      <p:pic>
                        <p:nvPicPr>
                          <p:cNvPr id="0" name="图片 3250"/>
                          <p:cNvPicPr/>
                          <p:nvPr/>
                        </p:nvPicPr>
                        <p:blipFill>
                          <a:blip r:embed="rId14">
                            <a:clrChange>
                              <a:clrFrom>
                                <a:srgbClr val="000000"/>
                              </a:clrFrom>
                              <a:clrTo>
                                <a:srgbClr val="FF0000"/>
                              </a:clrTo>
                            </a:clrChange>
                          </a:blip>
                          <a:stretch>
                            <a:fillRect/>
                          </a:stretch>
                        </p:blipFill>
                        <p:spPr>
                          <a:xfrm>
                            <a:off x="720" y="3696"/>
                            <a:ext cx="240" cy="207"/>
                          </a:xfrm>
                          <a:prstGeom prst="rect">
                            <a:avLst/>
                          </a:prstGeom>
                          <a:noFill/>
                          <a:ln w="38100">
                            <a:noFill/>
                            <a:miter/>
                          </a:ln>
                        </p:spPr>
                      </p:pic>
                    </p:oleObj>
                  </mc:Fallback>
                </mc:AlternateContent>
              </a:graphicData>
            </a:graphic>
          </p:graphicFrame>
          <p:sp>
            <p:nvSpPr>
              <p:cNvPr id="54309" name="Line 46"/>
              <p:cNvSpPr/>
              <p:nvPr/>
            </p:nvSpPr>
            <p:spPr>
              <a:xfrm flipH="1" flipV="1">
                <a:off x="407" y="3685"/>
                <a:ext cx="267" cy="0"/>
              </a:xfrm>
              <a:prstGeom prst="line">
                <a:avLst/>
              </a:prstGeom>
              <a:ln w="38100" cap="flat" cmpd="sng">
                <a:solidFill>
                  <a:schemeClr val="tx1"/>
                </a:solidFill>
                <a:prstDash val="solid"/>
                <a:headEnd type="triangle" w="med" len="med"/>
                <a:tailEnd type="none" w="med" len="med"/>
              </a:ln>
            </p:spPr>
          </p:sp>
        </p:grpSp>
        <p:sp>
          <p:nvSpPr>
            <p:cNvPr id="54301" name="Line 47"/>
            <p:cNvSpPr/>
            <p:nvPr/>
          </p:nvSpPr>
          <p:spPr>
            <a:xfrm flipV="1">
              <a:off x="1440" y="2928"/>
              <a:ext cx="230" cy="182"/>
            </a:xfrm>
            <a:prstGeom prst="line">
              <a:avLst/>
            </a:prstGeom>
            <a:ln w="38100" cap="flat" cmpd="sng">
              <a:solidFill>
                <a:srgbClr val="FF0000"/>
              </a:solidFill>
              <a:prstDash val="solid"/>
              <a:headEnd type="triangle" w="med" len="med"/>
              <a:tailEnd type="none" w="med" len="med"/>
            </a:ln>
          </p:spPr>
        </p:sp>
        <p:sp>
          <p:nvSpPr>
            <p:cNvPr id="54302" name="Rectangle 48"/>
            <p:cNvSpPr/>
            <p:nvPr/>
          </p:nvSpPr>
          <p:spPr>
            <a:xfrm>
              <a:off x="1640" y="2753"/>
              <a:ext cx="223"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dirty="0">
                <a:solidFill>
                  <a:srgbClr val="FF0000"/>
                </a:solidFill>
                <a:latin typeface="Times New Roman" panose="02020603050405020304" pitchFamily="18" charset="0"/>
                <a:ea typeface="华文中宋" panose="02010600040101010101" pitchFamily="2" charset="-122"/>
              </a:endParaRPr>
            </a:p>
          </p:txBody>
        </p:sp>
        <p:graphicFrame>
          <p:nvGraphicFramePr>
            <p:cNvPr id="54303" name="Object 49"/>
            <p:cNvGraphicFramePr>
              <a:graphicFrameLocks noChangeAspect="1"/>
            </p:cNvGraphicFramePr>
            <p:nvPr/>
          </p:nvGraphicFramePr>
          <p:xfrm>
            <a:off x="2352" y="3120"/>
            <a:ext cx="396" cy="390"/>
          </p:xfrm>
          <a:graphic>
            <a:graphicData uri="http://schemas.openxmlformats.org/presentationml/2006/ole">
              <mc:AlternateContent xmlns:mc="http://schemas.openxmlformats.org/markup-compatibility/2006">
                <mc:Choice xmlns:v="urn:schemas-microsoft-com:vml" Requires="v">
                  <p:oleObj spid="_x0000_s3252" name="" r:id="rId15" imgW="552450" imgH="619125" progId="Paint.Picture">
                    <p:embed/>
                  </p:oleObj>
                </mc:Choice>
                <mc:Fallback>
                  <p:oleObj name="" r:id="rId15" imgW="552450" imgH="619125" progId="Paint.Picture">
                    <p:embed/>
                    <p:pic>
                      <p:nvPicPr>
                        <p:cNvPr id="0" name="图片 3251"/>
                        <p:cNvPicPr/>
                        <p:nvPr/>
                      </p:nvPicPr>
                      <p:blipFill>
                        <a:blip r:embed="rId16"/>
                        <a:stretch>
                          <a:fillRect/>
                        </a:stretch>
                      </p:blipFill>
                      <p:spPr>
                        <a:xfrm>
                          <a:off x="2352" y="3120"/>
                          <a:ext cx="396" cy="390"/>
                        </a:xfrm>
                        <a:prstGeom prst="rect">
                          <a:avLst/>
                        </a:prstGeom>
                        <a:noFill/>
                        <a:ln w="38100">
                          <a:noFill/>
                          <a:miter/>
                        </a:ln>
                      </p:spPr>
                    </p:pic>
                  </p:oleObj>
                </mc:Fallback>
              </mc:AlternateContent>
            </a:graphicData>
          </a:graphic>
        </p:graphicFrame>
        <p:sp>
          <p:nvSpPr>
            <p:cNvPr id="54304" name="Line 50"/>
            <p:cNvSpPr/>
            <p:nvPr/>
          </p:nvSpPr>
          <p:spPr>
            <a:xfrm>
              <a:off x="672" y="3529"/>
              <a:ext cx="2018" cy="0"/>
            </a:xfrm>
            <a:prstGeom prst="line">
              <a:avLst/>
            </a:prstGeom>
            <a:ln w="38100" cap="flat" cmpd="sng">
              <a:solidFill>
                <a:schemeClr val="tx1"/>
              </a:solidFill>
              <a:prstDash val="solid"/>
              <a:headEnd type="none" w="med" len="med"/>
              <a:tailEnd type="triangle" w="med" len="med"/>
            </a:ln>
          </p:spPr>
        </p:sp>
        <p:sp>
          <p:nvSpPr>
            <p:cNvPr id="54305" name="Line 51"/>
            <p:cNvSpPr/>
            <p:nvPr/>
          </p:nvSpPr>
          <p:spPr>
            <a:xfrm flipV="1">
              <a:off x="986" y="2784"/>
              <a:ext cx="0" cy="1056"/>
            </a:xfrm>
            <a:prstGeom prst="line">
              <a:avLst/>
            </a:prstGeom>
            <a:ln w="38100" cap="flat" cmpd="sng">
              <a:solidFill>
                <a:schemeClr val="tx1"/>
              </a:solidFill>
              <a:prstDash val="solid"/>
              <a:headEnd type="none" w="med" len="med"/>
              <a:tailEnd type="triangle" w="med" len="med"/>
            </a:ln>
          </p:spPr>
        </p:sp>
      </p:grpSp>
      <p:sp>
        <p:nvSpPr>
          <p:cNvPr id="822324" name="Rectangle 52"/>
          <p:cNvSpPr>
            <a:spLocks noChangeArrowheads="1"/>
          </p:cNvSpPr>
          <p:nvPr/>
        </p:nvSpPr>
        <p:spPr bwMode="auto">
          <a:xfrm>
            <a:off x="4419600" y="4100513"/>
            <a:ext cx="4191000" cy="4572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对照电流与电压的表达式   </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22325" name="Rectangle 53"/>
          <p:cNvSpPr>
            <a:spLocks noChangeArrowheads="1"/>
          </p:cNvSpPr>
          <p:nvPr/>
        </p:nvSpPr>
        <p:spPr bwMode="auto">
          <a:xfrm>
            <a:off x="539750" y="620713"/>
            <a:ext cx="2819400" cy="533400"/>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3.3.3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电容元件</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2325"/>
                                        </p:tgtEl>
                                        <p:attrNameLst>
                                          <p:attrName>style.visibility</p:attrName>
                                        </p:attrNameLst>
                                      </p:cBhvr>
                                      <p:to>
                                        <p:strVal val="visible"/>
                                      </p:to>
                                    </p:set>
                                    <p:animEffect transition="in" filter="wipe(left)">
                                      <p:cBhvr>
                                        <p:cTn id="7" dur="500"/>
                                        <p:tgtEl>
                                          <p:spTgt spid="822325"/>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22276"/>
                                        </p:tgtEl>
                                        <p:attrNameLst>
                                          <p:attrName>style.visibility</p:attrName>
                                        </p:attrNameLst>
                                      </p:cBhvr>
                                      <p:to>
                                        <p:strVal val="visible"/>
                                      </p:to>
                                    </p:set>
                                    <p:animEffect transition="in" filter="box(out)">
                                      <p:cBhvr>
                                        <p:cTn id="17" dur="500"/>
                                        <p:tgtEl>
                                          <p:spTgt spid="82227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822275"/>
                                        </p:tgtEl>
                                        <p:attrNameLst>
                                          <p:attrName>style.visibility</p:attrName>
                                        </p:attrNameLst>
                                      </p:cBhvr>
                                      <p:to>
                                        <p:strVal val="visible"/>
                                      </p:to>
                                    </p:set>
                                    <p:animEffect transition="in" filter="wipe(left)">
                                      <p:cBhvr>
                                        <p:cTn id="21" dur="500"/>
                                        <p:tgtEl>
                                          <p:spTgt spid="8222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22301"/>
                                        </p:tgtEl>
                                        <p:attrNameLst>
                                          <p:attrName>style.visibility</p:attrName>
                                        </p:attrNameLst>
                                      </p:cBhvr>
                                      <p:to>
                                        <p:strVal val="visible"/>
                                      </p:to>
                                    </p:set>
                                    <p:animEffect transition="in" filter="wipe(left)">
                                      <p:cBhvr>
                                        <p:cTn id="26" dur="500"/>
                                        <p:tgtEl>
                                          <p:spTgt spid="822301"/>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822302"/>
                                        </p:tgtEl>
                                        <p:attrNameLst>
                                          <p:attrName>style.visibility</p:attrName>
                                        </p:attrNameLst>
                                      </p:cBhvr>
                                      <p:to>
                                        <p:strVal val="visible"/>
                                      </p:to>
                                    </p:set>
                                    <p:animEffect transition="in" filter="wipe(left)">
                                      <p:cBhvr>
                                        <p:cTn id="30" dur="500"/>
                                        <p:tgtEl>
                                          <p:spTgt spid="82230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22281"/>
                                        </p:tgtEl>
                                        <p:attrNameLst>
                                          <p:attrName>style.visibility</p:attrName>
                                        </p:attrNameLst>
                                      </p:cBhvr>
                                      <p:to>
                                        <p:strVal val="visible"/>
                                      </p:to>
                                    </p:set>
                                    <p:animEffect transition="in" filter="wipe(left)">
                                      <p:cBhvr>
                                        <p:cTn id="35" dur="500"/>
                                        <p:tgtEl>
                                          <p:spTgt spid="822281"/>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822283"/>
                                        </p:tgtEl>
                                        <p:attrNameLst>
                                          <p:attrName>style.visibility</p:attrName>
                                        </p:attrNameLst>
                                      </p:cBhvr>
                                      <p:to>
                                        <p:strVal val="visible"/>
                                      </p:to>
                                    </p:set>
                                    <p:animEffect transition="in" filter="wipe(left)">
                                      <p:cBhvr>
                                        <p:cTn id="39" dur="500"/>
                                        <p:tgtEl>
                                          <p:spTgt spid="822283"/>
                                        </p:tgtEl>
                                      </p:cBhvr>
                                    </p:animEffec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822282"/>
                                        </p:tgtEl>
                                        <p:attrNameLst>
                                          <p:attrName>style.visibility</p:attrName>
                                        </p:attrNameLst>
                                      </p:cBhvr>
                                      <p:to>
                                        <p:strVal val="visible"/>
                                      </p:to>
                                    </p:set>
                                    <p:animEffect transition="in" filter="wipe(left)">
                                      <p:cBhvr>
                                        <p:cTn id="43" dur="500"/>
                                        <p:tgtEl>
                                          <p:spTgt spid="822282"/>
                                        </p:tgtEl>
                                      </p:cBhvr>
                                    </p:animEffect>
                                  </p:childTnLst>
                                </p:cTn>
                              </p:par>
                            </p:childTnLst>
                          </p:cTn>
                        </p:par>
                        <p:par>
                          <p:cTn id="44" fill="hold">
                            <p:stCondLst>
                              <p:cond delay="1500"/>
                            </p:stCondLst>
                            <p:childTnLst>
                              <p:par>
                                <p:cTn id="45" presetID="23" presetClass="entr" presetSubtype="272"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strVal val="2/3*#ppt_w"/>
                                          </p:val>
                                        </p:tav>
                                        <p:tav tm="100000">
                                          <p:val>
                                            <p:strVal val="#ppt_w"/>
                                          </p:val>
                                        </p:tav>
                                      </p:tavLst>
                                    </p:anim>
                                    <p:anim calcmode="lin" valueType="num">
                                      <p:cBhvr>
                                        <p:cTn id="48" dur="500" fill="hold"/>
                                        <p:tgtEl>
                                          <p:spTgt spid="5"/>
                                        </p:tgtEl>
                                        <p:attrNameLst>
                                          <p:attrName>ppt_h</p:attrName>
                                        </p:attrNameLst>
                                      </p:cBhvr>
                                      <p:tavLst>
                                        <p:tav tm="0">
                                          <p:val>
                                            <p:strVal val="2/3*#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822324"/>
                                        </p:tgtEl>
                                        <p:attrNameLst>
                                          <p:attrName>style.visibility</p:attrName>
                                        </p:attrNameLst>
                                      </p:cBhvr>
                                      <p:to>
                                        <p:strVal val="visible"/>
                                      </p:to>
                                    </p:set>
                                    <p:animEffect transition="in" filter="box(out)">
                                      <p:cBhvr>
                                        <p:cTn id="53" dur="500"/>
                                        <p:tgtEl>
                                          <p:spTgt spid="82232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5" fill="hold" grpId="0" nodeType="clickEffect">
                                  <p:stCondLst>
                                    <p:cond delay="0"/>
                                  </p:stCondLst>
                                  <p:childTnLst>
                                    <p:set>
                                      <p:cBhvr>
                                        <p:cTn id="57" dur="1" fill="hold">
                                          <p:stCondLst>
                                            <p:cond delay="0"/>
                                          </p:stCondLst>
                                        </p:cTn>
                                        <p:tgtEl>
                                          <p:spTgt spid="822277"/>
                                        </p:tgtEl>
                                        <p:attrNameLst>
                                          <p:attrName>style.visibility</p:attrName>
                                        </p:attrNameLst>
                                      </p:cBhvr>
                                      <p:to>
                                        <p:strVal val="visible"/>
                                      </p:to>
                                    </p:set>
                                    <p:animEffect transition="in" filter="blinds(vertical)">
                                      <p:cBhvr>
                                        <p:cTn id="58" dur="500"/>
                                        <p:tgtEl>
                                          <p:spTgt spid="822277"/>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822278"/>
                                        </p:tgtEl>
                                        <p:attrNameLst>
                                          <p:attrName>style.visibility</p:attrName>
                                        </p:attrNameLst>
                                      </p:cBhvr>
                                      <p:to>
                                        <p:strVal val="visible"/>
                                      </p:to>
                                    </p:set>
                                    <p:animEffect transition="in" filter="randombar(horizontal)">
                                      <p:cBhvr>
                                        <p:cTn id="63" dur="500"/>
                                        <p:tgtEl>
                                          <p:spTgt spid="822278"/>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822279"/>
                                        </p:tgtEl>
                                        <p:attrNameLst>
                                          <p:attrName>style.visibility</p:attrName>
                                        </p:attrNameLst>
                                      </p:cBhvr>
                                      <p:to>
                                        <p:strVal val="visible"/>
                                      </p:to>
                                    </p:set>
                                    <p:animEffect transition="in" filter="randombar(horizontal)">
                                      <p:cBhvr>
                                        <p:cTn id="68" dur="500"/>
                                        <p:tgtEl>
                                          <p:spTgt spid="822279"/>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822280"/>
                                        </p:tgtEl>
                                        <p:attrNameLst>
                                          <p:attrName>style.visibility</p:attrName>
                                        </p:attrNameLst>
                                      </p:cBhvr>
                                      <p:to>
                                        <p:strVal val="visible"/>
                                      </p:to>
                                    </p:set>
                                    <p:animEffect transition="in" filter="wipe(left)">
                                      <p:cBhvr>
                                        <p:cTn id="72" dur="500"/>
                                        <p:tgtEl>
                                          <p:spTgt spid="822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6" grpId="0"/>
      <p:bldP spid="822277" grpId="0"/>
      <p:bldP spid="822278" grpId="0"/>
      <p:bldP spid="822279" grpId="0"/>
      <p:bldP spid="822281" grpId="0"/>
      <p:bldP spid="822301" grpId="0"/>
      <p:bldP spid="822324" grpId="0"/>
      <p:bldP spid="82232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23299" name="Object 3">
            <a:hlinkClick r:id="" action="ppaction://ole?verb="/>
          </p:cNvPr>
          <p:cNvGraphicFramePr/>
          <p:nvPr/>
        </p:nvGraphicFramePr>
        <p:xfrm>
          <a:off x="1203325" y="1274763"/>
          <a:ext cx="5113338" cy="609600"/>
        </p:xfrm>
        <a:graphic>
          <a:graphicData uri="http://schemas.openxmlformats.org/presentationml/2006/ole">
            <mc:AlternateContent xmlns:mc="http://schemas.openxmlformats.org/markup-compatibility/2006">
              <mc:Choice xmlns:v="urn:schemas-microsoft-com:vml" Requires="v">
                <p:oleObj spid="_x0000_s3253" name="" r:id="rId1" imgW="1651000" imgH="241300" progId="Equation.3">
                  <p:embed/>
                </p:oleObj>
              </mc:Choice>
              <mc:Fallback>
                <p:oleObj name="" r:id="rId1" imgW="1651000" imgH="241300" progId="Equation.3">
                  <p:embed/>
                  <p:pic>
                    <p:nvPicPr>
                      <p:cNvPr id="0" name="图片 3252"/>
                      <p:cNvPicPr/>
                      <p:nvPr/>
                    </p:nvPicPr>
                    <p:blipFill>
                      <a:blip r:embed="rId2"/>
                      <a:stretch>
                        <a:fillRect/>
                      </a:stretch>
                    </p:blipFill>
                    <p:spPr>
                      <a:xfrm>
                        <a:off x="1203325" y="1274763"/>
                        <a:ext cx="5113338" cy="609600"/>
                      </a:xfrm>
                      <a:prstGeom prst="rect">
                        <a:avLst/>
                      </a:prstGeom>
                      <a:noFill/>
                      <a:ln w="38100">
                        <a:noFill/>
                        <a:miter/>
                      </a:ln>
                    </p:spPr>
                  </p:pic>
                </p:oleObj>
              </mc:Fallback>
            </mc:AlternateContent>
          </a:graphicData>
        </a:graphic>
      </p:graphicFrame>
      <p:graphicFrame>
        <p:nvGraphicFramePr>
          <p:cNvPr id="823300" name="Object 4">
            <a:hlinkClick r:id="" action="ppaction://ole?verb="/>
          </p:cNvPr>
          <p:cNvGraphicFramePr/>
          <p:nvPr/>
        </p:nvGraphicFramePr>
        <p:xfrm>
          <a:off x="1143000" y="741363"/>
          <a:ext cx="2968625" cy="609600"/>
        </p:xfrm>
        <a:graphic>
          <a:graphicData uri="http://schemas.openxmlformats.org/presentationml/2006/ole">
            <mc:AlternateContent xmlns:mc="http://schemas.openxmlformats.org/markup-compatibility/2006">
              <mc:Choice xmlns:v="urn:schemas-microsoft-com:vml" Requires="v">
                <p:oleObj spid="_x0000_s3254" name="" r:id="rId3" imgW="965200" imgH="241300" progId="Equation.3">
                  <p:embed/>
                </p:oleObj>
              </mc:Choice>
              <mc:Fallback>
                <p:oleObj name="" r:id="rId3" imgW="965200" imgH="241300" progId="Equation.3">
                  <p:embed/>
                  <p:pic>
                    <p:nvPicPr>
                      <p:cNvPr id="0" name="图片 3253"/>
                      <p:cNvPicPr/>
                      <p:nvPr/>
                    </p:nvPicPr>
                    <p:blipFill>
                      <a:blip r:embed="rId4"/>
                      <a:stretch>
                        <a:fillRect/>
                      </a:stretch>
                    </p:blipFill>
                    <p:spPr>
                      <a:xfrm>
                        <a:off x="1143000" y="741363"/>
                        <a:ext cx="2968625" cy="609600"/>
                      </a:xfrm>
                      <a:prstGeom prst="rect">
                        <a:avLst/>
                      </a:prstGeom>
                      <a:noFill/>
                      <a:ln w="38100">
                        <a:noFill/>
                        <a:miter/>
                      </a:ln>
                    </p:spPr>
                  </p:pic>
                </p:oleObj>
              </mc:Fallback>
            </mc:AlternateContent>
          </a:graphicData>
        </a:graphic>
      </p:graphicFrame>
      <p:sp>
        <p:nvSpPr>
          <p:cNvPr id="823301" name="AutoShape 5"/>
          <p:cNvSpPr/>
          <p:nvPr/>
        </p:nvSpPr>
        <p:spPr>
          <a:xfrm>
            <a:off x="990600" y="887413"/>
            <a:ext cx="150813" cy="768350"/>
          </a:xfrm>
          <a:prstGeom prst="leftBrace">
            <a:avLst>
              <a:gd name="adj1" fmla="val 42455"/>
              <a:gd name="adj2" fmla="val 50000"/>
            </a:avLst>
          </a:prstGeom>
          <a:noFill/>
          <a:ln w="381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2" name="Group 7"/>
          <p:cNvGrpSpPr/>
          <p:nvPr/>
        </p:nvGrpSpPr>
        <p:grpSpPr>
          <a:xfrm>
            <a:off x="2514600" y="1960563"/>
            <a:ext cx="4648200" cy="1066800"/>
            <a:chOff x="1536" y="1248"/>
            <a:chExt cx="2928" cy="672"/>
          </a:xfrm>
        </p:grpSpPr>
        <p:graphicFrame>
          <p:nvGraphicFramePr>
            <p:cNvPr id="55314" name="Object 8">
              <a:hlinkClick r:id="" action="ppaction://ole?verb="/>
            </p:cNvPr>
            <p:cNvGraphicFramePr/>
            <p:nvPr/>
          </p:nvGraphicFramePr>
          <p:xfrm>
            <a:off x="1536" y="1392"/>
            <a:ext cx="1008" cy="336"/>
          </p:xfrm>
          <a:graphic>
            <a:graphicData uri="http://schemas.openxmlformats.org/presentationml/2006/ole">
              <mc:AlternateContent xmlns:mc="http://schemas.openxmlformats.org/markup-compatibility/2006">
                <mc:Choice xmlns:v="urn:schemas-microsoft-com:vml" Requires="v">
                  <p:oleObj spid="_x0000_s3256" name="" r:id="rId5" imgW="762000" imgH="76200" progId="Equation.3">
                    <p:embed/>
                  </p:oleObj>
                </mc:Choice>
                <mc:Fallback>
                  <p:oleObj name="" r:id="rId5" imgW="762000" imgH="76200" progId="Equation.3">
                    <p:embed/>
                    <p:pic>
                      <p:nvPicPr>
                        <p:cNvPr id="0" name="图片 3255"/>
                        <p:cNvPicPr/>
                        <p:nvPr/>
                      </p:nvPicPr>
                      <p:blipFill>
                        <a:blip r:embed="rId6">
                          <a:clrChange>
                            <a:clrFrom>
                              <a:srgbClr val="000000"/>
                            </a:clrFrom>
                            <a:clrTo>
                              <a:srgbClr val="0033CC"/>
                            </a:clrTo>
                          </a:clrChange>
                        </a:blip>
                        <a:stretch>
                          <a:fillRect/>
                        </a:stretch>
                      </p:blipFill>
                      <p:spPr>
                        <a:xfrm>
                          <a:off x="1536" y="1392"/>
                          <a:ext cx="1008" cy="336"/>
                        </a:xfrm>
                        <a:prstGeom prst="rect">
                          <a:avLst/>
                        </a:prstGeom>
                        <a:noFill/>
                        <a:ln w="38100">
                          <a:noFill/>
                          <a:miter/>
                        </a:ln>
                      </p:spPr>
                    </p:pic>
                  </p:oleObj>
                </mc:Fallback>
              </mc:AlternateContent>
            </a:graphicData>
          </a:graphic>
        </p:graphicFrame>
        <p:sp>
          <p:nvSpPr>
            <p:cNvPr id="55315" name="Rectangle 9"/>
            <p:cNvSpPr/>
            <p:nvPr/>
          </p:nvSpPr>
          <p:spPr>
            <a:xfrm>
              <a:off x="2784" y="1344"/>
              <a:ext cx="342" cy="325"/>
            </a:xfrm>
            <a:prstGeom prst="rect">
              <a:avLst/>
            </a:prstGeom>
            <a:noFill/>
            <a:ln w="12700">
              <a:noFill/>
            </a:ln>
          </p:spPr>
          <p:txBody>
            <a:bodyPr lIns="90488" tIns="44450" rIns="90488" bIns="4445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defTabSz="762000">
                <a:spcBef>
                  <a:spcPct val="50000"/>
                </a:spcBef>
                <a:buClrTx/>
                <a:buSzTx/>
                <a:buFontTx/>
                <a:buNone/>
              </a:pPr>
              <a:r>
                <a:rPr lang="zh-CN" altLang="en-US" sz="2800" b="1" dirty="0">
                  <a:solidFill>
                    <a:srgbClr val="000099"/>
                  </a:solidFill>
                  <a:latin typeface="Times New Roman" panose="02020603050405020304" pitchFamily="18" charset="0"/>
                  <a:ea typeface="华文中宋" panose="02010600040101010101" pitchFamily="2" charset="-122"/>
                </a:rPr>
                <a:t>或</a:t>
              </a:r>
              <a:endParaRPr lang="zh-CN" altLang="en-US" sz="2800" b="1" dirty="0">
                <a:solidFill>
                  <a:srgbClr val="000099"/>
                </a:solidFill>
                <a:latin typeface="Times New Roman" panose="02020603050405020304" pitchFamily="18" charset="0"/>
                <a:ea typeface="华文中宋" panose="02010600040101010101" pitchFamily="2" charset="-122"/>
              </a:endParaRPr>
            </a:p>
          </p:txBody>
        </p:sp>
        <p:graphicFrame>
          <p:nvGraphicFramePr>
            <p:cNvPr id="55316" name="Object 10">
              <a:hlinkClick r:id="" action="ppaction://ole?verb="/>
            </p:cNvPr>
            <p:cNvGraphicFramePr/>
            <p:nvPr/>
          </p:nvGraphicFramePr>
          <p:xfrm>
            <a:off x="3320" y="1248"/>
            <a:ext cx="1144" cy="672"/>
          </p:xfrm>
          <a:graphic>
            <a:graphicData uri="http://schemas.openxmlformats.org/presentationml/2006/ole">
              <mc:AlternateContent xmlns:mc="http://schemas.openxmlformats.org/markup-compatibility/2006">
                <mc:Choice xmlns:v="urn:schemas-microsoft-com:vml" Requires="v">
                  <p:oleObj spid="_x0000_s3257" name="" r:id="rId7" imgW="723900" imgH="381000" progId="Equation.3">
                    <p:embed/>
                  </p:oleObj>
                </mc:Choice>
                <mc:Fallback>
                  <p:oleObj name="" r:id="rId7" imgW="723900" imgH="381000" progId="Equation.3">
                    <p:embed/>
                    <p:pic>
                      <p:nvPicPr>
                        <p:cNvPr id="0" name="图片 3256"/>
                        <p:cNvPicPr/>
                        <p:nvPr/>
                      </p:nvPicPr>
                      <p:blipFill>
                        <a:blip r:embed="rId8">
                          <a:clrChange>
                            <a:clrFrom>
                              <a:srgbClr val="000000"/>
                            </a:clrFrom>
                            <a:clrTo>
                              <a:srgbClr val="0033CC"/>
                            </a:clrTo>
                          </a:clrChange>
                        </a:blip>
                        <a:stretch>
                          <a:fillRect/>
                        </a:stretch>
                      </p:blipFill>
                      <p:spPr>
                        <a:xfrm>
                          <a:off x="3320" y="1248"/>
                          <a:ext cx="1144" cy="672"/>
                        </a:xfrm>
                        <a:prstGeom prst="rect">
                          <a:avLst/>
                        </a:prstGeom>
                        <a:noFill/>
                        <a:ln w="38100">
                          <a:noFill/>
                          <a:miter/>
                        </a:ln>
                      </p:spPr>
                    </p:pic>
                  </p:oleObj>
                </mc:Fallback>
              </mc:AlternateContent>
            </a:graphicData>
          </a:graphic>
        </p:graphicFrame>
      </p:grpSp>
      <p:graphicFrame>
        <p:nvGraphicFramePr>
          <p:cNvPr id="823307" name="Object 11" descr="40%">
            <a:hlinkClick r:id="" action="ppaction://ole?verb="/>
          </p:cNvPr>
          <p:cNvGraphicFramePr/>
          <p:nvPr/>
        </p:nvGraphicFramePr>
        <p:xfrm>
          <a:off x="2089150" y="3789363"/>
          <a:ext cx="1552575" cy="533400"/>
        </p:xfrm>
        <a:graphic>
          <a:graphicData uri="http://schemas.openxmlformats.org/presentationml/2006/ole">
            <mc:AlternateContent xmlns:mc="http://schemas.openxmlformats.org/markup-compatibility/2006">
              <mc:Choice xmlns:v="urn:schemas-microsoft-com:vml" Requires="v">
                <p:oleObj spid="_x0000_s3258" name="" r:id="rId9" imgW="609600" imgH="114300" progId="Equation.3">
                  <p:embed/>
                </p:oleObj>
              </mc:Choice>
              <mc:Fallback>
                <p:oleObj name="" r:id="rId9" imgW="609600" imgH="114300" progId="Equation.3">
                  <p:embed/>
                  <p:pic>
                    <p:nvPicPr>
                      <p:cNvPr id="0" name="图片 3257"/>
                      <p:cNvPicPr/>
                      <p:nvPr/>
                    </p:nvPicPr>
                    <p:blipFill>
                      <a:blip r:embed="rId10">
                        <a:clrChange>
                          <a:clrFrom>
                            <a:srgbClr val="000000"/>
                          </a:clrFrom>
                          <a:clrTo>
                            <a:srgbClr val="0033CC"/>
                          </a:clrTo>
                        </a:clrChange>
                      </a:blip>
                      <a:stretch>
                        <a:fillRect/>
                      </a:stretch>
                    </p:blipFill>
                    <p:spPr>
                      <a:xfrm>
                        <a:off x="2089150" y="3789363"/>
                        <a:ext cx="1552575" cy="533400"/>
                      </a:xfrm>
                      <a:prstGeom prst="rect">
                        <a:avLst/>
                      </a:prstGeom>
                      <a:noFill/>
                      <a:ln w="38100">
                        <a:noFill/>
                        <a:miter/>
                      </a:ln>
                    </p:spPr>
                  </p:pic>
                </p:oleObj>
              </mc:Fallback>
            </mc:AlternateContent>
          </a:graphicData>
        </a:graphic>
      </p:graphicFrame>
      <p:sp>
        <p:nvSpPr>
          <p:cNvPr id="823308" name="Text Box 12"/>
          <p:cNvSpPr txBox="1"/>
          <p:nvPr/>
        </p:nvSpPr>
        <p:spPr>
          <a:xfrm>
            <a:off x="906463" y="3649663"/>
            <a:ext cx="541337" cy="519112"/>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则</a:t>
            </a:r>
            <a:endParaRPr lang="zh-CN" altLang="en-US" sz="2800" b="1" dirty="0">
              <a:latin typeface="Times New Roman" panose="02020603050405020304" pitchFamily="18" charset="0"/>
              <a:ea typeface="华文中宋" panose="02010600040101010101" pitchFamily="2" charset="-122"/>
            </a:endParaRPr>
          </a:p>
        </p:txBody>
      </p:sp>
      <p:sp>
        <p:nvSpPr>
          <p:cNvPr id="823309" name="Text Box 13"/>
          <p:cNvSpPr txBox="1"/>
          <p:nvPr/>
        </p:nvSpPr>
        <p:spPr>
          <a:xfrm>
            <a:off x="6548438" y="5784850"/>
            <a:ext cx="1560512"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3-19</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23310" name="Object 14" descr="40%">
            <a:hlinkClick r:id="" action="ppaction://ole?verb="/>
          </p:cNvPr>
          <p:cNvGraphicFramePr/>
          <p:nvPr/>
        </p:nvGraphicFramePr>
        <p:xfrm>
          <a:off x="2122488" y="2681288"/>
          <a:ext cx="3276600" cy="1143000"/>
        </p:xfrm>
        <a:graphic>
          <a:graphicData uri="http://schemas.openxmlformats.org/presentationml/2006/ole">
            <mc:AlternateContent xmlns:mc="http://schemas.openxmlformats.org/markup-compatibility/2006">
              <mc:Choice xmlns:v="urn:schemas-microsoft-com:vml" Requires="v">
                <p:oleObj spid="_x0000_s3255" name="" r:id="rId11" imgW="1549400" imgH="381000" progId="Equation.3">
                  <p:embed/>
                </p:oleObj>
              </mc:Choice>
              <mc:Fallback>
                <p:oleObj name="" r:id="rId11" imgW="1549400" imgH="381000" progId="Equation.3">
                  <p:embed/>
                  <p:pic>
                    <p:nvPicPr>
                      <p:cNvPr id="0" name="图片 3254"/>
                      <p:cNvPicPr/>
                      <p:nvPr/>
                    </p:nvPicPr>
                    <p:blipFill>
                      <a:blip r:embed="rId12">
                        <a:clrChange>
                          <a:clrFrom>
                            <a:srgbClr val="000000"/>
                          </a:clrFrom>
                          <a:clrTo>
                            <a:srgbClr val="0033CC"/>
                          </a:clrTo>
                        </a:clrChange>
                      </a:blip>
                      <a:stretch>
                        <a:fillRect/>
                      </a:stretch>
                    </p:blipFill>
                    <p:spPr>
                      <a:xfrm>
                        <a:off x="2122488" y="2681288"/>
                        <a:ext cx="3276600" cy="1143000"/>
                      </a:xfrm>
                      <a:prstGeom prst="rect">
                        <a:avLst/>
                      </a:prstGeom>
                      <a:noFill/>
                      <a:ln w="38100">
                        <a:noFill/>
                        <a:miter/>
                      </a:ln>
                    </p:spPr>
                  </p:pic>
                </p:oleObj>
              </mc:Fallback>
            </mc:AlternateContent>
          </a:graphicData>
        </a:graphic>
      </p:graphicFrame>
      <p:sp>
        <p:nvSpPr>
          <p:cNvPr id="823311" name="Rectangle 15"/>
          <p:cNvSpPr/>
          <p:nvPr/>
        </p:nvSpPr>
        <p:spPr>
          <a:xfrm flipH="1">
            <a:off x="762000" y="2036763"/>
            <a:ext cx="1371600" cy="6858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buNone/>
            </a:pPr>
            <a:r>
              <a:rPr lang="zh-CN" altLang="en-US" sz="2800" b="1" dirty="0">
                <a:solidFill>
                  <a:srgbClr val="000099"/>
                </a:solidFill>
                <a:latin typeface="Times New Roman" panose="02020603050405020304" pitchFamily="18" charset="0"/>
                <a:ea typeface="华文中宋" panose="02010600040101010101" pitchFamily="2" charset="-122"/>
              </a:rPr>
              <a:t>有效值</a:t>
            </a:r>
            <a:endParaRPr lang="zh-CN" altLang="en-US" sz="2800" b="1" dirty="0">
              <a:solidFill>
                <a:srgbClr val="000099"/>
              </a:solidFill>
              <a:latin typeface="Times New Roman" panose="02020603050405020304" pitchFamily="18" charset="0"/>
              <a:ea typeface="华文中宋" panose="02010600040101010101" pitchFamily="2" charset="-122"/>
            </a:endParaRPr>
          </a:p>
        </p:txBody>
      </p:sp>
      <p:sp>
        <p:nvSpPr>
          <p:cNvPr id="55308" name="Line 17"/>
          <p:cNvSpPr/>
          <p:nvPr/>
        </p:nvSpPr>
        <p:spPr>
          <a:xfrm>
            <a:off x="4267200" y="1884363"/>
            <a:ext cx="1676400" cy="0"/>
          </a:xfrm>
          <a:prstGeom prst="line">
            <a:avLst/>
          </a:prstGeom>
          <a:ln w="38100" cap="flat" cmpd="sng">
            <a:solidFill>
              <a:schemeClr val="accent1"/>
            </a:solidFill>
            <a:prstDash val="solid"/>
            <a:headEnd type="none" w="med" len="med"/>
            <a:tailEnd type="none" w="med" len="med"/>
          </a:ln>
        </p:spPr>
      </p:sp>
      <p:sp>
        <p:nvSpPr>
          <p:cNvPr id="55309" name="Line 18"/>
          <p:cNvSpPr/>
          <p:nvPr/>
        </p:nvSpPr>
        <p:spPr>
          <a:xfrm>
            <a:off x="3429000" y="1274763"/>
            <a:ext cx="609600" cy="0"/>
          </a:xfrm>
          <a:prstGeom prst="line">
            <a:avLst/>
          </a:prstGeom>
          <a:ln w="38100" cap="flat" cmpd="sng">
            <a:solidFill>
              <a:schemeClr val="accent1"/>
            </a:solidFill>
            <a:prstDash val="solid"/>
            <a:headEnd type="none" w="med" len="med"/>
            <a:tailEnd type="none" w="med" len="med"/>
          </a:ln>
        </p:spPr>
      </p:sp>
      <p:sp>
        <p:nvSpPr>
          <p:cNvPr id="823315" name="Text Box 19"/>
          <p:cNvSpPr txBox="1"/>
          <p:nvPr/>
        </p:nvSpPr>
        <p:spPr>
          <a:xfrm>
            <a:off x="990600" y="4322763"/>
            <a:ext cx="7391400" cy="45720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 </a:t>
            </a:r>
            <a:r>
              <a:rPr lang="zh-CN" altLang="en-US" sz="2400" b="1" dirty="0">
                <a:latin typeface="Times New Roman" panose="02020603050405020304" pitchFamily="18" charset="0"/>
                <a:ea typeface="华文中宋" panose="02010600040101010101" pitchFamily="2" charset="-122"/>
              </a:rPr>
              <a:t>称为电容电抗，简称为容抗，单位为欧姆（</a:t>
            </a:r>
            <a:r>
              <a:rPr lang="en-US" altLang="zh-CN" sz="2400" b="1" dirty="0">
                <a:latin typeface="Times New Roman" panose="02020603050405020304" pitchFamily="18" charset="0"/>
                <a:ea typeface="华文中宋" panose="02010600040101010101" pitchFamily="2" charset="-122"/>
              </a:rPr>
              <a:t>Ω</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sp>
        <p:nvSpPr>
          <p:cNvPr id="823316" name="Rectangle 20"/>
          <p:cNvSpPr>
            <a:spLocks noChangeArrowheads="1"/>
          </p:cNvSpPr>
          <p:nvPr/>
        </p:nvSpPr>
        <p:spPr bwMode="auto">
          <a:xfrm>
            <a:off x="838200" y="4779963"/>
            <a:ext cx="6934200" cy="515938"/>
          </a:xfrm>
          <a:prstGeom prst="rect">
            <a:avLst/>
          </a:prstGeom>
          <a:noFill/>
          <a:ln w="12700">
            <a:noFill/>
            <a:miter lim="800000"/>
          </a:ln>
          <a:effectLst/>
        </p:spPr>
        <p:txBody>
          <a:bodyPr lIns="90488" tIns="44450" rIns="90488" bIns="44450">
            <a:spAutoFit/>
          </a:bodyPr>
          <a:lstStyle/>
          <a:p>
            <a:pPr marL="0" marR="0" lvl="0" indent="0" algn="l" defTabSz="7620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a:ln>
                  <a:noFill/>
                </a:ln>
                <a:solidFill>
                  <a:srgbClr val="000099"/>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用相量形式写出电容电压与电流之间的关系</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23317" name="Object 21">
            <a:hlinkClick r:id="" action="ppaction://ole?verb="/>
          </p:cNvPr>
          <p:cNvGraphicFramePr/>
          <p:nvPr/>
        </p:nvGraphicFramePr>
        <p:xfrm>
          <a:off x="1219200" y="5465763"/>
          <a:ext cx="4970463" cy="1058862"/>
        </p:xfrm>
        <a:graphic>
          <a:graphicData uri="http://schemas.openxmlformats.org/presentationml/2006/ole">
            <mc:AlternateContent xmlns:mc="http://schemas.openxmlformats.org/markup-compatibility/2006">
              <mc:Choice xmlns:v="urn:schemas-microsoft-com:vml" Requires="v">
                <p:oleObj spid="_x0000_s3259" name="" r:id="rId13" imgW="1968500" imgH="419100" progId="Equation.3">
                  <p:embed/>
                </p:oleObj>
              </mc:Choice>
              <mc:Fallback>
                <p:oleObj name="" r:id="rId13" imgW="1968500" imgH="419100" progId="Equation.3">
                  <p:embed/>
                  <p:pic>
                    <p:nvPicPr>
                      <p:cNvPr id="0" name="图片 3258"/>
                      <p:cNvPicPr/>
                      <p:nvPr/>
                    </p:nvPicPr>
                    <p:blipFill>
                      <a:blip r:embed="rId14"/>
                      <a:stretch>
                        <a:fillRect/>
                      </a:stretch>
                    </p:blipFill>
                    <p:spPr>
                      <a:xfrm>
                        <a:off x="1219200" y="5465763"/>
                        <a:ext cx="4970463" cy="1058862"/>
                      </a:xfrm>
                      <a:prstGeom prst="rect">
                        <a:avLst/>
                      </a:prstGeom>
                      <a:solidFill>
                        <a:srgbClr val="A9ECF5"/>
                      </a:solidFill>
                      <a:ln w="38100">
                        <a:noFill/>
                        <a:miter/>
                      </a:ln>
                    </p:spPr>
                  </p:pic>
                </p:oleObj>
              </mc:Fallback>
            </mc:AlternateContent>
          </a:graphicData>
        </a:graphic>
      </p:graphicFrame>
      <p:sp>
        <p:nvSpPr>
          <p:cNvPr id="823318" name="Text Box 22"/>
          <p:cNvSpPr txBox="1"/>
          <p:nvPr/>
        </p:nvSpPr>
        <p:spPr>
          <a:xfrm>
            <a:off x="900113" y="2921000"/>
            <a:ext cx="8985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定义</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23300"/>
                                        </p:tgtEl>
                                        <p:attrNameLst>
                                          <p:attrName>style.visibility</p:attrName>
                                        </p:attrNameLst>
                                      </p:cBhvr>
                                      <p:to>
                                        <p:strVal val="visible"/>
                                      </p:to>
                                    </p:set>
                                    <p:animEffect transition="in" filter="wipe(left)">
                                      <p:cBhvr>
                                        <p:cTn id="7" dur="500"/>
                                        <p:tgtEl>
                                          <p:spTgt spid="82330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3299"/>
                                        </p:tgtEl>
                                        <p:attrNameLst>
                                          <p:attrName>style.visibility</p:attrName>
                                        </p:attrNameLst>
                                      </p:cBhvr>
                                      <p:to>
                                        <p:strVal val="visible"/>
                                      </p:to>
                                    </p:set>
                                    <p:animEffect transition="in" filter="wipe(left)">
                                      <p:cBhvr>
                                        <p:cTn id="11" dur="500"/>
                                        <p:tgtEl>
                                          <p:spTgt spid="82329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23301"/>
                                        </p:tgtEl>
                                        <p:attrNameLst>
                                          <p:attrName>style.visibility</p:attrName>
                                        </p:attrNameLst>
                                      </p:cBhvr>
                                      <p:to>
                                        <p:strVal val="visible"/>
                                      </p:to>
                                    </p:set>
                                    <p:animEffect transition="in" filter="wipe(left)">
                                      <p:cBhvr>
                                        <p:cTn id="15" dur="500"/>
                                        <p:tgtEl>
                                          <p:spTgt spid="82330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23311">
                                            <p:txEl>
                                              <p:charRg st="0" end="4"/>
                                            </p:txEl>
                                          </p:spTgt>
                                        </p:tgtEl>
                                        <p:attrNameLst>
                                          <p:attrName>style.visibility</p:attrName>
                                        </p:attrNameLst>
                                      </p:cBhvr>
                                      <p:to>
                                        <p:strVal val="visible"/>
                                      </p:to>
                                    </p:set>
                                    <p:animEffect transition="in" filter="wipe(left)">
                                      <p:cBhvr>
                                        <p:cTn id="20" dur="500"/>
                                        <p:tgtEl>
                                          <p:spTgt spid="823311">
                                            <p:txEl>
                                              <p:charRg st="0"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3318">
                                            <p:txEl>
                                              <p:charRg st="0" end="3"/>
                                            </p:txEl>
                                          </p:spTgt>
                                        </p:tgtEl>
                                        <p:attrNameLst>
                                          <p:attrName>style.visibility</p:attrName>
                                        </p:attrNameLst>
                                      </p:cBhvr>
                                      <p:to>
                                        <p:strVal val="visible"/>
                                      </p:to>
                                    </p:set>
                                    <p:animEffect transition="in" filter="wipe(left)">
                                      <p:cBhvr>
                                        <p:cTn id="30" dur="500"/>
                                        <p:tgtEl>
                                          <p:spTgt spid="823318">
                                            <p:txEl>
                                              <p:charRg st="0" end="3"/>
                                            </p:txEl>
                                          </p:spTgt>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823310"/>
                                        </p:tgtEl>
                                        <p:attrNameLst>
                                          <p:attrName>style.visibility</p:attrName>
                                        </p:attrNameLst>
                                      </p:cBhvr>
                                      <p:to>
                                        <p:strVal val="visible"/>
                                      </p:to>
                                    </p:set>
                                    <p:animEffect transition="in" filter="blinds(horizontal)">
                                      <p:cBhvr>
                                        <p:cTn id="34" dur="500"/>
                                        <p:tgtEl>
                                          <p:spTgt spid="8233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23308"/>
                                        </p:tgtEl>
                                        <p:attrNameLst>
                                          <p:attrName>style.visibility</p:attrName>
                                        </p:attrNameLst>
                                      </p:cBhvr>
                                      <p:to>
                                        <p:strVal val="visible"/>
                                      </p:to>
                                    </p:set>
                                    <p:animEffect transition="in" filter="wipe(left)">
                                      <p:cBhvr>
                                        <p:cTn id="39" dur="500"/>
                                        <p:tgtEl>
                                          <p:spTgt spid="823308"/>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823307"/>
                                        </p:tgtEl>
                                        <p:attrNameLst>
                                          <p:attrName>style.visibility</p:attrName>
                                        </p:attrNameLst>
                                      </p:cBhvr>
                                      <p:to>
                                        <p:strVal val="visible"/>
                                      </p:to>
                                    </p:set>
                                    <p:animEffect transition="in" filter="wipe(left)">
                                      <p:cBhvr>
                                        <p:cTn id="43" dur="500"/>
                                        <p:tgtEl>
                                          <p:spTgt spid="823307"/>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823315"/>
                                        </p:tgtEl>
                                        <p:attrNameLst>
                                          <p:attrName>style.visibility</p:attrName>
                                        </p:attrNameLst>
                                      </p:cBhvr>
                                      <p:to>
                                        <p:strVal val="visible"/>
                                      </p:to>
                                    </p:set>
                                    <p:animEffect transition="in" filter="wipe(left)">
                                      <p:cBhvr>
                                        <p:cTn id="47" dur="500"/>
                                        <p:tgtEl>
                                          <p:spTgt spid="8233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23316">
                                            <p:txEl>
                                              <p:charRg st="0" end="21"/>
                                            </p:txEl>
                                          </p:spTgt>
                                        </p:tgtEl>
                                        <p:attrNameLst>
                                          <p:attrName>style.visibility</p:attrName>
                                        </p:attrNameLst>
                                      </p:cBhvr>
                                      <p:to>
                                        <p:strVal val="visible"/>
                                      </p:to>
                                    </p:set>
                                    <p:animEffect transition="in" filter="wipe(left)">
                                      <p:cBhvr>
                                        <p:cTn id="52" dur="500"/>
                                        <p:tgtEl>
                                          <p:spTgt spid="823316">
                                            <p:txEl>
                                              <p:charRg st="0" end="21"/>
                                            </p:txEl>
                                          </p:spTgt>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823317"/>
                                        </p:tgtEl>
                                        <p:attrNameLst>
                                          <p:attrName>style.visibility</p:attrName>
                                        </p:attrNameLst>
                                      </p:cBhvr>
                                      <p:to>
                                        <p:strVal val="visible"/>
                                      </p:to>
                                    </p:set>
                                    <p:animEffect transition="in" filter="wipe(left)">
                                      <p:cBhvr>
                                        <p:cTn id="56" dur="500"/>
                                        <p:tgtEl>
                                          <p:spTgt spid="823317"/>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823309">
                                            <p:txEl>
                                              <p:charRg st="0" end="7"/>
                                            </p:txEl>
                                          </p:spTgt>
                                        </p:tgtEl>
                                        <p:attrNameLst>
                                          <p:attrName>style.visibility</p:attrName>
                                        </p:attrNameLst>
                                      </p:cBhvr>
                                      <p:to>
                                        <p:strVal val="visible"/>
                                      </p:to>
                                    </p:set>
                                    <p:animEffect transition="in" filter="wipe(left)">
                                      <p:cBhvr>
                                        <p:cTn id="60" dur="500"/>
                                        <p:tgtEl>
                                          <p:spTgt spid="823309">
                                            <p:txEl>
                                              <p:charRg st="0"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01" grpId="0" animBg="1"/>
      <p:bldP spid="823308" grpId="0"/>
      <p:bldP spid="823309" grpId="0" build="p"/>
      <p:bldP spid="823311" grpId="0" build="p"/>
      <p:bldP spid="823315" grpId="0"/>
      <p:bldP spid="823316" grpId="0" advAuto="1000" build="p"/>
      <p:bldP spid="823318"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24325" name="Rectangle 5"/>
          <p:cNvSpPr>
            <a:spLocks noChangeArrowheads="1"/>
          </p:cNvSpPr>
          <p:nvPr/>
        </p:nvSpPr>
        <p:spPr bwMode="auto">
          <a:xfrm>
            <a:off x="487363" y="752475"/>
            <a:ext cx="5411788" cy="519113"/>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zh-CN" altLang="en-US" sz="2800" b="1" i="0" u="none" strike="noStrike" kern="1200" cap="none" spc="0" normalizeH="0" baseline="0" noProof="0">
                <a:ln>
                  <a:noFill/>
                </a:ln>
                <a:solidFill>
                  <a:srgbClr val="0052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电容电路中相量形式的欧姆定律</a:t>
            </a:r>
            <a:endParaRPr kumimoji="1" lang="zh-CN" altLang="en-US" sz="2800" b="1" i="0" u="none" strike="noStrike" kern="1200" cap="none" spc="0" normalizeH="0" baseline="0" noProof="0">
              <a:ln>
                <a:noFill/>
              </a:ln>
              <a:solidFill>
                <a:srgbClr val="0052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6"/>
          <p:cNvGrpSpPr/>
          <p:nvPr/>
        </p:nvGrpSpPr>
        <p:grpSpPr>
          <a:xfrm>
            <a:off x="6227763" y="1125538"/>
            <a:ext cx="2141537" cy="2324100"/>
            <a:chOff x="3792" y="2544"/>
            <a:chExt cx="1349" cy="1464"/>
          </a:xfrm>
        </p:grpSpPr>
        <p:sp>
          <p:nvSpPr>
            <p:cNvPr id="56362" name="Line 7"/>
            <p:cNvSpPr/>
            <p:nvPr/>
          </p:nvSpPr>
          <p:spPr>
            <a:xfrm>
              <a:off x="3989" y="3648"/>
              <a:ext cx="840" cy="0"/>
            </a:xfrm>
            <a:prstGeom prst="line">
              <a:avLst/>
            </a:prstGeom>
            <a:ln w="38100" cap="flat" cmpd="sng">
              <a:solidFill>
                <a:srgbClr val="0000FF"/>
              </a:solidFill>
              <a:prstDash val="solid"/>
              <a:headEnd type="none" w="med" len="med"/>
              <a:tailEnd type="triangle" w="sm" len="lg"/>
            </a:ln>
          </p:spPr>
        </p:sp>
        <p:sp>
          <p:nvSpPr>
            <p:cNvPr id="56363" name="Line 8"/>
            <p:cNvSpPr/>
            <p:nvPr/>
          </p:nvSpPr>
          <p:spPr>
            <a:xfrm flipV="1">
              <a:off x="3984" y="2640"/>
              <a:ext cx="0" cy="1005"/>
            </a:xfrm>
            <a:prstGeom prst="line">
              <a:avLst/>
            </a:prstGeom>
            <a:ln w="38100" cap="flat" cmpd="sng">
              <a:solidFill>
                <a:srgbClr val="FF3300"/>
              </a:solidFill>
              <a:prstDash val="solid"/>
              <a:headEnd type="none" w="med" len="med"/>
              <a:tailEnd type="triangle" w="sm" len="lg"/>
            </a:ln>
          </p:spPr>
        </p:sp>
        <p:sp>
          <p:nvSpPr>
            <p:cNvPr id="56364" name="Line 9"/>
            <p:cNvSpPr/>
            <p:nvPr/>
          </p:nvSpPr>
          <p:spPr>
            <a:xfrm>
              <a:off x="3989" y="3530"/>
              <a:ext cx="103" cy="0"/>
            </a:xfrm>
            <a:prstGeom prst="line">
              <a:avLst/>
            </a:prstGeom>
            <a:ln w="38100" cap="flat" cmpd="sng">
              <a:solidFill>
                <a:schemeClr val="tx1"/>
              </a:solidFill>
              <a:prstDash val="solid"/>
              <a:headEnd type="none" w="med" len="med"/>
              <a:tailEnd type="none" w="med" len="med"/>
            </a:ln>
          </p:spPr>
        </p:sp>
        <p:sp>
          <p:nvSpPr>
            <p:cNvPr id="56365" name="Line 10"/>
            <p:cNvSpPr/>
            <p:nvPr/>
          </p:nvSpPr>
          <p:spPr>
            <a:xfrm>
              <a:off x="4110" y="3537"/>
              <a:ext cx="0" cy="107"/>
            </a:xfrm>
            <a:prstGeom prst="line">
              <a:avLst/>
            </a:prstGeom>
            <a:ln w="38100" cap="flat" cmpd="sng">
              <a:solidFill>
                <a:schemeClr val="tx1"/>
              </a:solidFill>
              <a:prstDash val="solid"/>
              <a:headEnd type="none" w="med" len="med"/>
              <a:tailEnd type="none" w="med" len="med"/>
            </a:ln>
          </p:spPr>
        </p:sp>
        <p:graphicFrame>
          <p:nvGraphicFramePr>
            <p:cNvPr id="56366" name="Object 11">
              <a:hlinkClick r:id="" action="ppaction://ole?verb="/>
            </p:cNvPr>
            <p:cNvGraphicFramePr/>
            <p:nvPr/>
          </p:nvGraphicFramePr>
          <p:xfrm>
            <a:off x="4848" y="3504"/>
            <a:ext cx="293" cy="283"/>
          </p:xfrm>
          <a:graphic>
            <a:graphicData uri="http://schemas.openxmlformats.org/presentationml/2006/ole">
              <mc:AlternateContent xmlns:mc="http://schemas.openxmlformats.org/markup-compatibility/2006">
                <mc:Choice xmlns:v="urn:schemas-microsoft-com:vml" Requires="v">
                  <p:oleObj spid="_x0000_s3260" name="" r:id="rId1" imgW="25400" imgH="76200" progId="Equation.3">
                    <p:embed/>
                  </p:oleObj>
                </mc:Choice>
                <mc:Fallback>
                  <p:oleObj name="" r:id="rId1" imgW="25400" imgH="76200" progId="Equation.3">
                    <p:embed/>
                    <p:pic>
                      <p:nvPicPr>
                        <p:cNvPr id="0" name="图片 3259"/>
                        <p:cNvPicPr/>
                        <p:nvPr/>
                      </p:nvPicPr>
                      <p:blipFill>
                        <a:blip r:embed="rId2">
                          <a:clrChange>
                            <a:clrFrom>
                              <a:srgbClr val="000000"/>
                            </a:clrFrom>
                            <a:clrTo>
                              <a:srgbClr val="FF0000"/>
                            </a:clrTo>
                          </a:clrChange>
                        </a:blip>
                        <a:stretch>
                          <a:fillRect/>
                        </a:stretch>
                      </p:blipFill>
                      <p:spPr>
                        <a:xfrm>
                          <a:off x="4848" y="3504"/>
                          <a:ext cx="293" cy="283"/>
                        </a:xfrm>
                        <a:prstGeom prst="rect">
                          <a:avLst/>
                        </a:prstGeom>
                        <a:noFill/>
                        <a:ln w="38100">
                          <a:noFill/>
                          <a:miter/>
                        </a:ln>
                      </p:spPr>
                    </p:pic>
                  </p:oleObj>
                </mc:Fallback>
              </mc:AlternateContent>
            </a:graphicData>
          </a:graphic>
        </p:graphicFrame>
        <p:graphicFrame>
          <p:nvGraphicFramePr>
            <p:cNvPr id="56367" name="Object 12">
              <a:hlinkClick r:id="" action="ppaction://ole?verb="/>
            </p:cNvPr>
            <p:cNvGraphicFramePr/>
            <p:nvPr/>
          </p:nvGraphicFramePr>
          <p:xfrm>
            <a:off x="3792" y="2544"/>
            <a:ext cx="155" cy="213"/>
          </p:xfrm>
          <a:graphic>
            <a:graphicData uri="http://schemas.openxmlformats.org/presentationml/2006/ole">
              <mc:AlternateContent xmlns:mc="http://schemas.openxmlformats.org/markup-compatibility/2006">
                <mc:Choice xmlns:v="urn:schemas-microsoft-com:vml" Requires="v">
                  <p:oleObj spid="_x0000_s3261" name="" r:id="rId3" imgW="12700" imgH="12700" progId="Equation.3">
                    <p:embed/>
                  </p:oleObj>
                </mc:Choice>
                <mc:Fallback>
                  <p:oleObj name="" r:id="rId3" imgW="12700" imgH="12700" progId="Equation.3">
                    <p:embed/>
                    <p:pic>
                      <p:nvPicPr>
                        <p:cNvPr id="0" name="图片 3260"/>
                        <p:cNvPicPr/>
                        <p:nvPr/>
                      </p:nvPicPr>
                      <p:blipFill>
                        <a:blip r:embed="rId4">
                          <a:clrChange>
                            <a:clrFrom>
                              <a:srgbClr val="000000"/>
                            </a:clrFrom>
                            <a:clrTo>
                              <a:srgbClr val="FF0000"/>
                            </a:clrTo>
                          </a:clrChange>
                        </a:blip>
                        <a:stretch>
                          <a:fillRect/>
                        </a:stretch>
                      </p:blipFill>
                      <p:spPr>
                        <a:xfrm>
                          <a:off x="3792" y="2544"/>
                          <a:ext cx="155" cy="213"/>
                        </a:xfrm>
                        <a:prstGeom prst="rect">
                          <a:avLst/>
                        </a:prstGeom>
                        <a:noFill/>
                        <a:ln w="38100">
                          <a:noFill/>
                          <a:miter/>
                        </a:ln>
                      </p:spPr>
                    </p:pic>
                  </p:oleObj>
                </mc:Fallback>
              </mc:AlternateContent>
            </a:graphicData>
          </a:graphic>
        </p:graphicFrame>
        <p:sp>
          <p:nvSpPr>
            <p:cNvPr id="56368" name="Rectangle 13"/>
            <p:cNvSpPr/>
            <p:nvPr/>
          </p:nvSpPr>
          <p:spPr>
            <a:xfrm>
              <a:off x="4032" y="3681"/>
              <a:ext cx="78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相量图</a:t>
              </a:r>
              <a:endParaRPr lang="zh-CN" altLang="en-US" sz="2800" b="1" dirty="0">
                <a:latin typeface="Times New Roman" panose="02020603050405020304" pitchFamily="18" charset="0"/>
                <a:ea typeface="华文中宋" panose="02010600040101010101" pitchFamily="2" charset="-122"/>
              </a:endParaRPr>
            </a:p>
          </p:txBody>
        </p:sp>
      </p:grpSp>
      <p:graphicFrame>
        <p:nvGraphicFramePr>
          <p:cNvPr id="824344" name="Object 24">
            <a:hlinkClick r:id="" action="ppaction://ole?verb="/>
          </p:cNvPr>
          <p:cNvGraphicFramePr/>
          <p:nvPr/>
        </p:nvGraphicFramePr>
        <p:xfrm>
          <a:off x="565150" y="1362075"/>
          <a:ext cx="4970463" cy="1058863"/>
        </p:xfrm>
        <a:graphic>
          <a:graphicData uri="http://schemas.openxmlformats.org/presentationml/2006/ole">
            <mc:AlternateContent xmlns:mc="http://schemas.openxmlformats.org/markup-compatibility/2006">
              <mc:Choice xmlns:v="urn:schemas-microsoft-com:vml" Requires="v">
                <p:oleObj spid="_x0000_s3262" name="" r:id="rId5" imgW="1968500" imgH="419100" progId="Equation.3">
                  <p:embed/>
                </p:oleObj>
              </mc:Choice>
              <mc:Fallback>
                <p:oleObj name="" r:id="rId5" imgW="1968500" imgH="419100" progId="Equation.3">
                  <p:embed/>
                  <p:pic>
                    <p:nvPicPr>
                      <p:cNvPr id="0" name="图片 3261"/>
                      <p:cNvPicPr/>
                      <p:nvPr/>
                    </p:nvPicPr>
                    <p:blipFill>
                      <a:blip r:embed="rId6"/>
                      <a:stretch>
                        <a:fillRect/>
                      </a:stretch>
                    </p:blipFill>
                    <p:spPr>
                      <a:xfrm>
                        <a:off x="565150" y="1362075"/>
                        <a:ext cx="4970463" cy="1058863"/>
                      </a:xfrm>
                      <a:prstGeom prst="rect">
                        <a:avLst/>
                      </a:prstGeom>
                      <a:solidFill>
                        <a:srgbClr val="A9ECF5"/>
                      </a:solidFill>
                      <a:ln w="38100">
                        <a:noFill/>
                        <a:miter/>
                      </a:ln>
                    </p:spPr>
                  </p:pic>
                </p:oleObj>
              </mc:Fallback>
            </mc:AlternateContent>
          </a:graphicData>
        </a:graphic>
      </p:graphicFrame>
      <p:grpSp>
        <p:nvGrpSpPr>
          <p:cNvPr id="3" name="Group 25"/>
          <p:cNvGrpSpPr/>
          <p:nvPr/>
        </p:nvGrpSpPr>
        <p:grpSpPr>
          <a:xfrm>
            <a:off x="709613" y="2849563"/>
            <a:ext cx="1744662" cy="1846262"/>
            <a:chOff x="3715" y="365"/>
            <a:chExt cx="944" cy="1001"/>
          </a:xfrm>
        </p:grpSpPr>
        <p:grpSp>
          <p:nvGrpSpPr>
            <p:cNvPr id="56346" name="Group 26"/>
            <p:cNvGrpSpPr/>
            <p:nvPr/>
          </p:nvGrpSpPr>
          <p:grpSpPr>
            <a:xfrm>
              <a:off x="3873" y="639"/>
              <a:ext cx="597" cy="727"/>
              <a:chOff x="3963" y="521"/>
              <a:chExt cx="766" cy="823"/>
            </a:xfrm>
          </p:grpSpPr>
          <p:sp>
            <p:nvSpPr>
              <p:cNvPr id="56355" name="Line 27"/>
              <p:cNvSpPr/>
              <p:nvPr/>
            </p:nvSpPr>
            <p:spPr>
              <a:xfrm flipH="1">
                <a:off x="3963" y="533"/>
                <a:ext cx="651" cy="0"/>
              </a:xfrm>
              <a:prstGeom prst="line">
                <a:avLst/>
              </a:prstGeom>
              <a:ln w="38100" cap="flat" cmpd="sng">
                <a:solidFill>
                  <a:schemeClr val="tx1"/>
                </a:solidFill>
                <a:prstDash val="solid"/>
                <a:headEnd type="none" w="med" len="med"/>
                <a:tailEnd type="none" w="med" len="med"/>
              </a:ln>
            </p:spPr>
          </p:sp>
          <p:sp>
            <p:nvSpPr>
              <p:cNvPr id="56356" name="Line 28"/>
              <p:cNvSpPr/>
              <p:nvPr/>
            </p:nvSpPr>
            <p:spPr>
              <a:xfrm flipH="1">
                <a:off x="3963" y="1326"/>
                <a:ext cx="651" cy="0"/>
              </a:xfrm>
              <a:prstGeom prst="line">
                <a:avLst/>
              </a:prstGeom>
              <a:ln w="38100" cap="flat" cmpd="sng">
                <a:solidFill>
                  <a:schemeClr val="tx1"/>
                </a:solidFill>
                <a:prstDash val="solid"/>
                <a:headEnd type="none" w="med" len="med"/>
                <a:tailEnd type="none" w="med" len="med"/>
              </a:ln>
            </p:spPr>
          </p:sp>
          <p:grpSp>
            <p:nvGrpSpPr>
              <p:cNvPr id="56357" name="Group 29"/>
              <p:cNvGrpSpPr/>
              <p:nvPr/>
            </p:nvGrpSpPr>
            <p:grpSpPr>
              <a:xfrm>
                <a:off x="4500" y="521"/>
                <a:ext cx="229" cy="823"/>
                <a:chOff x="917" y="1197"/>
                <a:chExt cx="183" cy="467"/>
              </a:xfrm>
            </p:grpSpPr>
            <p:sp>
              <p:nvSpPr>
                <p:cNvPr id="56358" name="Line 30"/>
                <p:cNvSpPr/>
                <p:nvPr/>
              </p:nvSpPr>
              <p:spPr>
                <a:xfrm>
                  <a:off x="917" y="1454"/>
                  <a:ext cx="183" cy="0"/>
                </a:xfrm>
                <a:prstGeom prst="line">
                  <a:avLst/>
                </a:prstGeom>
                <a:ln w="38100" cap="flat" cmpd="sng">
                  <a:solidFill>
                    <a:schemeClr val="tx1"/>
                  </a:solidFill>
                  <a:prstDash val="solid"/>
                  <a:headEnd type="none" w="med" len="med"/>
                  <a:tailEnd type="none" w="med" len="med"/>
                </a:ln>
              </p:spPr>
            </p:sp>
            <p:sp>
              <p:nvSpPr>
                <p:cNvPr id="56359" name="Line 31"/>
                <p:cNvSpPr/>
                <p:nvPr/>
              </p:nvSpPr>
              <p:spPr>
                <a:xfrm flipV="1">
                  <a:off x="1008" y="1197"/>
                  <a:ext cx="0" cy="213"/>
                </a:xfrm>
                <a:prstGeom prst="line">
                  <a:avLst/>
                </a:prstGeom>
                <a:ln w="38100" cap="flat" cmpd="sng">
                  <a:solidFill>
                    <a:schemeClr val="tx1"/>
                  </a:solidFill>
                  <a:prstDash val="solid"/>
                  <a:headEnd type="none" w="med" len="med"/>
                  <a:tailEnd type="none" w="med" len="med"/>
                </a:ln>
              </p:spPr>
            </p:sp>
            <p:sp>
              <p:nvSpPr>
                <p:cNvPr id="56360" name="Line 32"/>
                <p:cNvSpPr/>
                <p:nvPr/>
              </p:nvSpPr>
              <p:spPr>
                <a:xfrm flipV="1">
                  <a:off x="1008" y="1451"/>
                  <a:ext cx="0" cy="213"/>
                </a:xfrm>
                <a:prstGeom prst="line">
                  <a:avLst/>
                </a:prstGeom>
                <a:ln w="38100" cap="flat" cmpd="sng">
                  <a:solidFill>
                    <a:schemeClr val="tx1"/>
                  </a:solidFill>
                  <a:prstDash val="solid"/>
                  <a:headEnd type="none" w="med" len="med"/>
                  <a:tailEnd type="none" w="med" len="med"/>
                </a:ln>
              </p:spPr>
            </p:sp>
            <p:sp>
              <p:nvSpPr>
                <p:cNvPr id="56361" name="Line 33"/>
                <p:cNvSpPr/>
                <p:nvPr/>
              </p:nvSpPr>
              <p:spPr>
                <a:xfrm>
                  <a:off x="917" y="1406"/>
                  <a:ext cx="183" cy="0"/>
                </a:xfrm>
                <a:prstGeom prst="line">
                  <a:avLst/>
                </a:prstGeom>
                <a:ln w="38100" cap="flat" cmpd="sng">
                  <a:solidFill>
                    <a:schemeClr val="tx1"/>
                  </a:solidFill>
                  <a:prstDash val="solid"/>
                  <a:headEnd type="none" w="med" len="med"/>
                  <a:tailEnd type="none" w="med" len="med"/>
                </a:ln>
              </p:spPr>
            </p:sp>
          </p:grpSp>
        </p:grpSp>
        <p:sp>
          <p:nvSpPr>
            <p:cNvPr id="56347" name="Line 34"/>
            <p:cNvSpPr/>
            <p:nvPr/>
          </p:nvSpPr>
          <p:spPr>
            <a:xfrm>
              <a:off x="3989" y="549"/>
              <a:ext cx="230" cy="0"/>
            </a:xfrm>
            <a:prstGeom prst="line">
              <a:avLst/>
            </a:prstGeom>
            <a:ln w="38100" cap="flat" cmpd="sng">
              <a:solidFill>
                <a:srgbClr val="FF0000"/>
              </a:solidFill>
              <a:prstDash val="solid"/>
              <a:headEnd type="none" w="med" len="med"/>
              <a:tailEnd type="triangle" w="med" len="med"/>
            </a:ln>
          </p:spPr>
        </p:sp>
        <p:sp>
          <p:nvSpPr>
            <p:cNvPr id="56348" name="Rectangle 35"/>
            <p:cNvSpPr/>
            <p:nvPr/>
          </p:nvSpPr>
          <p:spPr>
            <a:xfrm>
              <a:off x="3720" y="828"/>
              <a:ext cx="192" cy="24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6349" name="Rectangle 36"/>
            <p:cNvSpPr/>
            <p:nvPr/>
          </p:nvSpPr>
          <p:spPr>
            <a:xfrm>
              <a:off x="4235" y="365"/>
              <a:ext cx="149" cy="24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6350" name="Text Box 37"/>
            <p:cNvSpPr txBox="1"/>
            <p:nvPr/>
          </p:nvSpPr>
          <p:spPr>
            <a:xfrm>
              <a:off x="4448" y="870"/>
              <a:ext cx="21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56351" name="Text Box 38"/>
            <p:cNvSpPr txBox="1"/>
            <p:nvPr/>
          </p:nvSpPr>
          <p:spPr>
            <a:xfrm>
              <a:off x="3715" y="598"/>
              <a:ext cx="217" cy="2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800" b="1" dirty="0">
                  <a:solidFill>
                    <a:srgbClr val="FF3300"/>
                  </a:solidFill>
                  <a:latin typeface="Times New Roman" panose="02020603050405020304" pitchFamily="18" charset="0"/>
                  <a:ea typeface="华文中宋" panose="02010600040101010101" pitchFamily="2" charset="-122"/>
                </a:rPr>
                <a:t>+</a:t>
              </a:r>
              <a:endParaRPr lang="en-US" altLang="zh-CN" sz="2800" b="1" dirty="0">
                <a:solidFill>
                  <a:srgbClr val="FF3300"/>
                </a:solidFill>
                <a:latin typeface="Times New Roman" panose="02020603050405020304" pitchFamily="18" charset="0"/>
                <a:ea typeface="华文中宋" panose="02010600040101010101" pitchFamily="2" charset="-122"/>
              </a:endParaRPr>
            </a:p>
          </p:txBody>
        </p:sp>
        <p:sp>
          <p:nvSpPr>
            <p:cNvPr id="56352" name="Text Box 39"/>
            <p:cNvSpPr txBox="1"/>
            <p:nvPr/>
          </p:nvSpPr>
          <p:spPr>
            <a:xfrm>
              <a:off x="3765" y="1030"/>
              <a:ext cx="182" cy="2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3300"/>
                  </a:solidFill>
                  <a:latin typeface="Times New Roman" panose="02020603050405020304" pitchFamily="18" charset="0"/>
                  <a:ea typeface="华文中宋" panose="02010600040101010101" pitchFamily="2" charset="-122"/>
                </a:rPr>
                <a:t>_</a:t>
              </a:r>
              <a:endParaRPr lang="en-US" altLang="zh-CN" sz="2400" b="1" dirty="0">
                <a:solidFill>
                  <a:srgbClr val="FF3300"/>
                </a:solidFill>
                <a:latin typeface="Times New Roman" panose="02020603050405020304" pitchFamily="18" charset="0"/>
                <a:ea typeface="华文中宋" panose="02010600040101010101" pitchFamily="2" charset="-122"/>
              </a:endParaRPr>
            </a:p>
          </p:txBody>
        </p:sp>
        <p:sp>
          <p:nvSpPr>
            <p:cNvPr id="56353" name="Oval 40"/>
            <p:cNvSpPr/>
            <p:nvPr/>
          </p:nvSpPr>
          <p:spPr>
            <a:xfrm>
              <a:off x="3822" y="623"/>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6354" name="Oval 41"/>
            <p:cNvSpPr/>
            <p:nvPr/>
          </p:nvSpPr>
          <p:spPr>
            <a:xfrm>
              <a:off x="3824" y="1318"/>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 name="Group 42"/>
          <p:cNvGrpSpPr/>
          <p:nvPr/>
        </p:nvGrpSpPr>
        <p:grpSpPr>
          <a:xfrm>
            <a:off x="3605213" y="2847975"/>
            <a:ext cx="1746250" cy="1847850"/>
            <a:chOff x="2155" y="2398"/>
            <a:chExt cx="1100" cy="1164"/>
          </a:xfrm>
        </p:grpSpPr>
        <p:grpSp>
          <p:nvGrpSpPr>
            <p:cNvPr id="56330" name="Group 43"/>
            <p:cNvGrpSpPr/>
            <p:nvPr/>
          </p:nvGrpSpPr>
          <p:grpSpPr>
            <a:xfrm>
              <a:off x="2339" y="2717"/>
              <a:ext cx="695" cy="845"/>
              <a:chOff x="3963" y="521"/>
              <a:chExt cx="766" cy="823"/>
            </a:xfrm>
          </p:grpSpPr>
          <p:sp>
            <p:nvSpPr>
              <p:cNvPr id="56339" name="Line 44"/>
              <p:cNvSpPr/>
              <p:nvPr/>
            </p:nvSpPr>
            <p:spPr>
              <a:xfrm flipH="1">
                <a:off x="3963" y="533"/>
                <a:ext cx="651" cy="0"/>
              </a:xfrm>
              <a:prstGeom prst="line">
                <a:avLst/>
              </a:prstGeom>
              <a:ln w="38100" cap="flat" cmpd="sng">
                <a:solidFill>
                  <a:schemeClr val="tx1"/>
                </a:solidFill>
                <a:prstDash val="solid"/>
                <a:headEnd type="none" w="med" len="med"/>
                <a:tailEnd type="none" w="med" len="med"/>
              </a:ln>
            </p:spPr>
          </p:sp>
          <p:sp>
            <p:nvSpPr>
              <p:cNvPr id="56340" name="Line 45"/>
              <p:cNvSpPr/>
              <p:nvPr/>
            </p:nvSpPr>
            <p:spPr>
              <a:xfrm flipH="1">
                <a:off x="3963" y="1326"/>
                <a:ext cx="651" cy="0"/>
              </a:xfrm>
              <a:prstGeom prst="line">
                <a:avLst/>
              </a:prstGeom>
              <a:ln w="38100" cap="flat" cmpd="sng">
                <a:solidFill>
                  <a:schemeClr val="tx1"/>
                </a:solidFill>
                <a:prstDash val="solid"/>
                <a:headEnd type="none" w="med" len="med"/>
                <a:tailEnd type="none" w="med" len="med"/>
              </a:ln>
            </p:spPr>
          </p:sp>
          <p:grpSp>
            <p:nvGrpSpPr>
              <p:cNvPr id="56341" name="Group 46"/>
              <p:cNvGrpSpPr/>
              <p:nvPr/>
            </p:nvGrpSpPr>
            <p:grpSpPr>
              <a:xfrm>
                <a:off x="4500" y="521"/>
                <a:ext cx="229" cy="823"/>
                <a:chOff x="917" y="1197"/>
                <a:chExt cx="183" cy="467"/>
              </a:xfrm>
            </p:grpSpPr>
            <p:sp>
              <p:nvSpPr>
                <p:cNvPr id="56342" name="Line 47"/>
                <p:cNvSpPr/>
                <p:nvPr/>
              </p:nvSpPr>
              <p:spPr>
                <a:xfrm>
                  <a:off x="917" y="1454"/>
                  <a:ext cx="183" cy="0"/>
                </a:xfrm>
                <a:prstGeom prst="line">
                  <a:avLst/>
                </a:prstGeom>
                <a:ln w="38100" cap="flat" cmpd="sng">
                  <a:solidFill>
                    <a:schemeClr val="tx1"/>
                  </a:solidFill>
                  <a:prstDash val="solid"/>
                  <a:headEnd type="none" w="med" len="med"/>
                  <a:tailEnd type="none" w="med" len="med"/>
                </a:ln>
              </p:spPr>
            </p:sp>
            <p:sp>
              <p:nvSpPr>
                <p:cNvPr id="56343" name="Line 48"/>
                <p:cNvSpPr/>
                <p:nvPr/>
              </p:nvSpPr>
              <p:spPr>
                <a:xfrm flipV="1">
                  <a:off x="1008" y="1197"/>
                  <a:ext cx="0" cy="213"/>
                </a:xfrm>
                <a:prstGeom prst="line">
                  <a:avLst/>
                </a:prstGeom>
                <a:ln w="38100" cap="flat" cmpd="sng">
                  <a:solidFill>
                    <a:schemeClr val="tx1"/>
                  </a:solidFill>
                  <a:prstDash val="solid"/>
                  <a:headEnd type="none" w="med" len="med"/>
                  <a:tailEnd type="none" w="med" len="med"/>
                </a:ln>
              </p:spPr>
            </p:sp>
            <p:sp>
              <p:nvSpPr>
                <p:cNvPr id="56344" name="Line 49"/>
                <p:cNvSpPr/>
                <p:nvPr/>
              </p:nvSpPr>
              <p:spPr>
                <a:xfrm flipV="1">
                  <a:off x="1008" y="1451"/>
                  <a:ext cx="0" cy="213"/>
                </a:xfrm>
                <a:prstGeom prst="line">
                  <a:avLst/>
                </a:prstGeom>
                <a:ln w="38100" cap="flat" cmpd="sng">
                  <a:solidFill>
                    <a:schemeClr val="tx1"/>
                  </a:solidFill>
                  <a:prstDash val="solid"/>
                  <a:headEnd type="none" w="med" len="med"/>
                  <a:tailEnd type="none" w="med" len="med"/>
                </a:ln>
              </p:spPr>
            </p:sp>
            <p:sp>
              <p:nvSpPr>
                <p:cNvPr id="56345" name="Line 50"/>
                <p:cNvSpPr/>
                <p:nvPr/>
              </p:nvSpPr>
              <p:spPr>
                <a:xfrm>
                  <a:off x="917" y="1406"/>
                  <a:ext cx="183" cy="0"/>
                </a:xfrm>
                <a:prstGeom prst="line">
                  <a:avLst/>
                </a:prstGeom>
                <a:ln w="38100" cap="flat" cmpd="sng">
                  <a:solidFill>
                    <a:schemeClr val="tx1"/>
                  </a:solidFill>
                  <a:prstDash val="solid"/>
                  <a:headEnd type="none" w="med" len="med"/>
                  <a:tailEnd type="none" w="med" len="med"/>
                </a:ln>
              </p:spPr>
            </p:sp>
          </p:grpSp>
        </p:grpSp>
        <p:sp>
          <p:nvSpPr>
            <p:cNvPr id="56331" name="Line 51"/>
            <p:cNvSpPr/>
            <p:nvPr/>
          </p:nvSpPr>
          <p:spPr>
            <a:xfrm>
              <a:off x="2474" y="2613"/>
              <a:ext cx="268" cy="0"/>
            </a:xfrm>
            <a:prstGeom prst="line">
              <a:avLst/>
            </a:prstGeom>
            <a:ln w="38100" cap="flat" cmpd="sng">
              <a:solidFill>
                <a:srgbClr val="FF0000"/>
              </a:solidFill>
              <a:prstDash val="solid"/>
              <a:headEnd type="none" w="med" len="med"/>
              <a:tailEnd type="triangle" w="med" len="med"/>
            </a:ln>
          </p:spPr>
        </p:sp>
        <p:sp>
          <p:nvSpPr>
            <p:cNvPr id="56332" name="Rectangle 52"/>
            <p:cNvSpPr/>
            <p:nvPr/>
          </p:nvSpPr>
          <p:spPr>
            <a:xfrm>
              <a:off x="2752" y="2398"/>
              <a:ext cx="191"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Ì</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6333" name="Text Box 53"/>
            <p:cNvSpPr txBox="1"/>
            <p:nvPr/>
          </p:nvSpPr>
          <p:spPr>
            <a:xfrm>
              <a:off x="3009" y="2986"/>
              <a:ext cx="246"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56334" name="Text Box 54"/>
            <p:cNvSpPr txBox="1"/>
            <p:nvPr/>
          </p:nvSpPr>
          <p:spPr>
            <a:xfrm>
              <a:off x="2155" y="2670"/>
              <a:ext cx="253"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800" b="1" dirty="0">
                  <a:solidFill>
                    <a:srgbClr val="FF3300"/>
                  </a:solidFill>
                  <a:latin typeface="Times New Roman" panose="02020603050405020304" pitchFamily="18" charset="0"/>
                  <a:ea typeface="华文中宋" panose="02010600040101010101" pitchFamily="2" charset="-122"/>
                </a:rPr>
                <a:t>+</a:t>
              </a:r>
              <a:endParaRPr lang="en-US" altLang="zh-CN" sz="2800" b="1" dirty="0">
                <a:solidFill>
                  <a:srgbClr val="FF3300"/>
                </a:solidFill>
                <a:latin typeface="Times New Roman" panose="02020603050405020304" pitchFamily="18" charset="0"/>
                <a:ea typeface="华文中宋" panose="02010600040101010101" pitchFamily="2" charset="-122"/>
              </a:endParaRPr>
            </a:p>
          </p:txBody>
        </p:sp>
        <p:sp>
          <p:nvSpPr>
            <p:cNvPr id="56335" name="Text Box 55"/>
            <p:cNvSpPr txBox="1"/>
            <p:nvPr/>
          </p:nvSpPr>
          <p:spPr>
            <a:xfrm>
              <a:off x="2213" y="3172"/>
              <a:ext cx="213"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3300"/>
                  </a:solidFill>
                  <a:latin typeface="Times New Roman" panose="02020603050405020304" pitchFamily="18" charset="0"/>
                  <a:ea typeface="华文中宋" panose="02010600040101010101" pitchFamily="2" charset="-122"/>
                </a:rPr>
                <a:t>_</a:t>
              </a:r>
              <a:endParaRPr lang="en-US" altLang="zh-CN" sz="2400" b="1" dirty="0">
                <a:solidFill>
                  <a:srgbClr val="FF3300"/>
                </a:solidFill>
                <a:latin typeface="Times New Roman" panose="02020603050405020304" pitchFamily="18" charset="0"/>
                <a:ea typeface="华文中宋" panose="02010600040101010101" pitchFamily="2" charset="-122"/>
              </a:endParaRPr>
            </a:p>
          </p:txBody>
        </p:sp>
        <p:sp>
          <p:nvSpPr>
            <p:cNvPr id="56336" name="Oval 56"/>
            <p:cNvSpPr/>
            <p:nvPr/>
          </p:nvSpPr>
          <p:spPr>
            <a:xfrm>
              <a:off x="2280" y="2699"/>
              <a:ext cx="52" cy="52"/>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6337" name="Oval 57"/>
            <p:cNvSpPr/>
            <p:nvPr/>
          </p:nvSpPr>
          <p:spPr>
            <a:xfrm>
              <a:off x="2282" y="3506"/>
              <a:ext cx="53" cy="53"/>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6338" name="Rectangle 58"/>
            <p:cNvSpPr/>
            <p:nvPr/>
          </p:nvSpPr>
          <p:spPr>
            <a:xfrm>
              <a:off x="2159" y="2976"/>
              <a:ext cx="255"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Ù</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grpSp>
      <p:sp>
        <p:nvSpPr>
          <p:cNvPr id="824379" name="AutoShape 59"/>
          <p:cNvSpPr/>
          <p:nvPr/>
        </p:nvSpPr>
        <p:spPr>
          <a:xfrm>
            <a:off x="2622550" y="3689350"/>
            <a:ext cx="685800" cy="533400"/>
          </a:xfrm>
          <a:prstGeom prst="rightArrow">
            <a:avLst>
              <a:gd name="adj1" fmla="val 50000"/>
              <a:gd name="adj2" fmla="val 32142"/>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aphicFrame>
        <p:nvGraphicFramePr>
          <p:cNvPr id="56329" name="Object 12">
            <a:hlinkClick r:id="" action="ppaction://ole?verb="/>
          </p:cNvPr>
          <p:cNvGraphicFramePr/>
          <p:nvPr/>
        </p:nvGraphicFramePr>
        <p:xfrm>
          <a:off x="6604000" y="1660525"/>
          <a:ext cx="454025" cy="461963"/>
        </p:xfrm>
        <a:graphic>
          <a:graphicData uri="http://schemas.openxmlformats.org/presentationml/2006/ole">
            <mc:AlternateContent xmlns:mc="http://schemas.openxmlformats.org/markup-compatibility/2006">
              <mc:Choice xmlns:v="urn:schemas-microsoft-com:vml" Requires="v">
                <p:oleObj spid="_x0000_s3223" name="" r:id="rId7" imgW="165100" imgH="254000" progId="Equation.3">
                  <p:embed/>
                </p:oleObj>
              </mc:Choice>
              <mc:Fallback>
                <p:oleObj name="" r:id="rId7" imgW="165100" imgH="254000" progId="Equation.3">
                  <p:embed/>
                  <p:pic>
                    <p:nvPicPr>
                      <p:cNvPr id="0" name="图片 3222"/>
                      <p:cNvPicPr/>
                      <p:nvPr/>
                    </p:nvPicPr>
                    <p:blipFill>
                      <a:blip r:embed="rId8">
                        <a:clrChange>
                          <a:clrFrom>
                            <a:srgbClr val="000000"/>
                          </a:clrFrom>
                          <a:clrTo>
                            <a:srgbClr val="FF0000"/>
                          </a:clrTo>
                        </a:clrChange>
                      </a:blip>
                      <a:stretch>
                        <a:fillRect/>
                      </a:stretch>
                    </p:blipFill>
                    <p:spPr>
                      <a:xfrm>
                        <a:off x="6604000" y="1660525"/>
                        <a:ext cx="454025" cy="4619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4325"/>
                                        </p:tgtEl>
                                        <p:attrNameLst>
                                          <p:attrName>style.visibility</p:attrName>
                                        </p:attrNameLst>
                                      </p:cBhvr>
                                      <p:to>
                                        <p:strVal val="visible"/>
                                      </p:to>
                                    </p:set>
                                    <p:animEffect transition="in" filter="wipe(left)">
                                      <p:cBhvr>
                                        <p:cTn id="7" dur="500"/>
                                        <p:tgtEl>
                                          <p:spTgt spid="8243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4344"/>
                                        </p:tgtEl>
                                        <p:attrNameLst>
                                          <p:attrName>style.visibility</p:attrName>
                                        </p:attrNameLst>
                                      </p:cBhvr>
                                      <p:to>
                                        <p:strVal val="visible"/>
                                      </p:to>
                                    </p:set>
                                    <p:animEffect transition="in" filter="wipe(left)">
                                      <p:cBhvr>
                                        <p:cTn id="11" dur="500"/>
                                        <p:tgtEl>
                                          <p:spTgt spid="824344"/>
                                        </p:tgtEl>
                                      </p:cBhvr>
                                    </p:animEffect>
                                  </p:childTnLst>
                                </p:cTn>
                              </p:par>
                            </p:childTnLst>
                          </p:cTn>
                        </p:par>
                        <p:par>
                          <p:cTn id="12" fill="hold">
                            <p:stCondLst>
                              <p:cond delay="1000"/>
                            </p:stCondLst>
                            <p:childTnLst>
                              <p:par>
                                <p:cTn id="13" presetID="17" presetClass="entr" presetSubtype="1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000000"/>
                                          </p:val>
                                        </p:tav>
                                        <p:tav tm="100000">
                                          <p:val>
                                            <p:strVal val="#ppt_w"/>
                                          </p:val>
                                        </p:tav>
                                      </p:tavLst>
                                    </p:anim>
                                    <p:anim calcmode="lin" valueType="num">
                                      <p:cBhvr>
                                        <p:cTn id="1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824379"/>
                                        </p:tgtEl>
                                        <p:attrNameLst>
                                          <p:attrName>style.visibility</p:attrName>
                                        </p:attrNameLst>
                                      </p:cBhvr>
                                      <p:to>
                                        <p:strVal val="visible"/>
                                      </p:to>
                                    </p:set>
                                    <p:animEffect transition="in" filter="wipe(left)">
                                      <p:cBhvr>
                                        <p:cTn id="25" dur="500"/>
                                        <p:tgtEl>
                                          <p:spTgt spid="824379"/>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5" grpId="0"/>
      <p:bldP spid="82437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27395" name="Rectangle 3"/>
          <p:cNvSpPr>
            <a:spLocks noChangeArrowheads="1"/>
          </p:cNvSpPr>
          <p:nvPr/>
        </p:nvSpPr>
        <p:spPr bwMode="auto">
          <a:xfrm>
            <a:off x="533400" y="1673225"/>
            <a:ext cx="2819400" cy="515938"/>
          </a:xfrm>
          <a:prstGeom prst="rect">
            <a:avLst/>
          </a:prstGeom>
          <a:noFill/>
          <a:ln w="12700">
            <a:noFill/>
            <a:miter lim="800000"/>
          </a:ln>
          <a:effectLst/>
        </p:spPr>
        <p:txBody>
          <a:bodyPr lIns="90488" tIns="44450" rIns="90488" bIns="44450">
            <a:spAutoFit/>
          </a:bodyPr>
          <a:lstStyle/>
          <a:p>
            <a:pPr marL="0" marR="0" lvl="0" indent="0" algn="l" defTabSz="762000" rtl="0" eaLnBrk="0" fontAlgn="base" latinLnBrk="0" hangingPunct="0">
              <a:lnSpc>
                <a:spcPct val="100000"/>
              </a:lnSpc>
              <a:spcBef>
                <a:spcPct val="50000"/>
              </a:spcBef>
              <a:spcAft>
                <a:spcPct val="0"/>
              </a:spcAft>
              <a:buClrTx/>
              <a:buSzTx/>
              <a:buFontTx/>
              <a:buNone/>
              <a:defRPr/>
            </a:pPr>
            <a:r>
              <a:rPr kumimoji="1" lang="en-US" altLang="zh-CN" sz="28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8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瞬时功率</a:t>
            </a:r>
            <a:endParaRPr kumimoji="1" lang="zh-CN" altLang="zh-CN" sz="2800" b="1" i="0" u="none" strike="noStrike" kern="120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7348" name="Group 4"/>
          <p:cNvGrpSpPr/>
          <p:nvPr/>
        </p:nvGrpSpPr>
        <p:grpSpPr>
          <a:xfrm>
            <a:off x="6867525" y="455613"/>
            <a:ext cx="1744663" cy="1846262"/>
            <a:chOff x="3715" y="365"/>
            <a:chExt cx="944" cy="1001"/>
          </a:xfrm>
        </p:grpSpPr>
        <p:grpSp>
          <p:nvGrpSpPr>
            <p:cNvPr id="57360" name="Group 5"/>
            <p:cNvGrpSpPr/>
            <p:nvPr/>
          </p:nvGrpSpPr>
          <p:grpSpPr>
            <a:xfrm>
              <a:off x="3873" y="639"/>
              <a:ext cx="597" cy="727"/>
              <a:chOff x="3963" y="521"/>
              <a:chExt cx="766" cy="823"/>
            </a:xfrm>
          </p:grpSpPr>
          <p:sp>
            <p:nvSpPr>
              <p:cNvPr id="57369" name="Line 6"/>
              <p:cNvSpPr/>
              <p:nvPr/>
            </p:nvSpPr>
            <p:spPr>
              <a:xfrm flipH="1">
                <a:off x="3963" y="533"/>
                <a:ext cx="651" cy="0"/>
              </a:xfrm>
              <a:prstGeom prst="line">
                <a:avLst/>
              </a:prstGeom>
              <a:ln w="38100" cap="flat" cmpd="sng">
                <a:solidFill>
                  <a:schemeClr val="tx1"/>
                </a:solidFill>
                <a:prstDash val="solid"/>
                <a:headEnd type="none" w="med" len="med"/>
                <a:tailEnd type="none" w="med" len="med"/>
              </a:ln>
            </p:spPr>
          </p:sp>
          <p:sp>
            <p:nvSpPr>
              <p:cNvPr id="57370" name="Line 7"/>
              <p:cNvSpPr/>
              <p:nvPr/>
            </p:nvSpPr>
            <p:spPr>
              <a:xfrm flipH="1">
                <a:off x="3963" y="1326"/>
                <a:ext cx="651" cy="0"/>
              </a:xfrm>
              <a:prstGeom prst="line">
                <a:avLst/>
              </a:prstGeom>
              <a:ln w="38100" cap="flat" cmpd="sng">
                <a:solidFill>
                  <a:schemeClr val="tx1"/>
                </a:solidFill>
                <a:prstDash val="solid"/>
                <a:headEnd type="none" w="med" len="med"/>
                <a:tailEnd type="none" w="med" len="med"/>
              </a:ln>
            </p:spPr>
          </p:sp>
          <p:grpSp>
            <p:nvGrpSpPr>
              <p:cNvPr id="57371" name="Group 8"/>
              <p:cNvGrpSpPr/>
              <p:nvPr/>
            </p:nvGrpSpPr>
            <p:grpSpPr>
              <a:xfrm>
                <a:off x="4500" y="521"/>
                <a:ext cx="229" cy="823"/>
                <a:chOff x="917" y="1197"/>
                <a:chExt cx="183" cy="467"/>
              </a:xfrm>
            </p:grpSpPr>
            <p:sp>
              <p:nvSpPr>
                <p:cNvPr id="57372" name="Line 9"/>
                <p:cNvSpPr/>
                <p:nvPr/>
              </p:nvSpPr>
              <p:spPr>
                <a:xfrm>
                  <a:off x="917" y="1454"/>
                  <a:ext cx="183" cy="0"/>
                </a:xfrm>
                <a:prstGeom prst="line">
                  <a:avLst/>
                </a:prstGeom>
                <a:ln w="38100" cap="flat" cmpd="sng">
                  <a:solidFill>
                    <a:schemeClr val="tx1"/>
                  </a:solidFill>
                  <a:prstDash val="solid"/>
                  <a:headEnd type="none" w="med" len="med"/>
                  <a:tailEnd type="none" w="med" len="med"/>
                </a:ln>
              </p:spPr>
            </p:sp>
            <p:sp>
              <p:nvSpPr>
                <p:cNvPr id="57373" name="Line 10"/>
                <p:cNvSpPr/>
                <p:nvPr/>
              </p:nvSpPr>
              <p:spPr>
                <a:xfrm flipV="1">
                  <a:off x="1008" y="1197"/>
                  <a:ext cx="0" cy="213"/>
                </a:xfrm>
                <a:prstGeom prst="line">
                  <a:avLst/>
                </a:prstGeom>
                <a:ln w="38100" cap="flat" cmpd="sng">
                  <a:solidFill>
                    <a:schemeClr val="tx1"/>
                  </a:solidFill>
                  <a:prstDash val="solid"/>
                  <a:headEnd type="none" w="med" len="med"/>
                  <a:tailEnd type="none" w="med" len="med"/>
                </a:ln>
              </p:spPr>
            </p:sp>
            <p:sp>
              <p:nvSpPr>
                <p:cNvPr id="57374" name="Line 11"/>
                <p:cNvSpPr/>
                <p:nvPr/>
              </p:nvSpPr>
              <p:spPr>
                <a:xfrm flipV="1">
                  <a:off x="1008" y="1451"/>
                  <a:ext cx="0" cy="213"/>
                </a:xfrm>
                <a:prstGeom prst="line">
                  <a:avLst/>
                </a:prstGeom>
                <a:ln w="38100" cap="flat" cmpd="sng">
                  <a:solidFill>
                    <a:schemeClr val="tx1"/>
                  </a:solidFill>
                  <a:prstDash val="solid"/>
                  <a:headEnd type="none" w="med" len="med"/>
                  <a:tailEnd type="none" w="med" len="med"/>
                </a:ln>
              </p:spPr>
            </p:sp>
            <p:sp>
              <p:nvSpPr>
                <p:cNvPr id="57375" name="Line 12"/>
                <p:cNvSpPr/>
                <p:nvPr/>
              </p:nvSpPr>
              <p:spPr>
                <a:xfrm>
                  <a:off x="917" y="1406"/>
                  <a:ext cx="183" cy="0"/>
                </a:xfrm>
                <a:prstGeom prst="line">
                  <a:avLst/>
                </a:prstGeom>
                <a:ln w="38100" cap="flat" cmpd="sng">
                  <a:solidFill>
                    <a:schemeClr val="tx1"/>
                  </a:solidFill>
                  <a:prstDash val="solid"/>
                  <a:headEnd type="none" w="med" len="med"/>
                  <a:tailEnd type="none" w="med" len="med"/>
                </a:ln>
              </p:spPr>
            </p:sp>
          </p:grpSp>
        </p:grpSp>
        <p:sp>
          <p:nvSpPr>
            <p:cNvPr id="57361" name="Line 13"/>
            <p:cNvSpPr/>
            <p:nvPr/>
          </p:nvSpPr>
          <p:spPr>
            <a:xfrm>
              <a:off x="3989" y="549"/>
              <a:ext cx="230" cy="0"/>
            </a:xfrm>
            <a:prstGeom prst="line">
              <a:avLst/>
            </a:prstGeom>
            <a:ln w="38100" cap="flat" cmpd="sng">
              <a:solidFill>
                <a:srgbClr val="FF0000"/>
              </a:solidFill>
              <a:prstDash val="solid"/>
              <a:headEnd type="none" w="med" len="med"/>
              <a:tailEnd type="triangle" w="med" len="med"/>
            </a:ln>
          </p:spPr>
        </p:sp>
        <p:sp>
          <p:nvSpPr>
            <p:cNvPr id="57362" name="Rectangle 14"/>
            <p:cNvSpPr/>
            <p:nvPr/>
          </p:nvSpPr>
          <p:spPr>
            <a:xfrm>
              <a:off x="3720" y="828"/>
              <a:ext cx="192" cy="24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u</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7363" name="Rectangle 15"/>
            <p:cNvSpPr/>
            <p:nvPr/>
          </p:nvSpPr>
          <p:spPr>
            <a:xfrm>
              <a:off x="4235" y="365"/>
              <a:ext cx="149" cy="24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dirty="0">
                <a:solidFill>
                  <a:srgbClr val="0000FF"/>
                </a:solidFill>
                <a:latin typeface="Times New Roman" panose="02020603050405020304" pitchFamily="18" charset="0"/>
                <a:ea typeface="华文中宋" panose="02010600040101010101" pitchFamily="2" charset="-122"/>
              </a:endParaRPr>
            </a:p>
          </p:txBody>
        </p:sp>
        <p:sp>
          <p:nvSpPr>
            <p:cNvPr id="57364" name="Text Box 16"/>
            <p:cNvSpPr txBox="1"/>
            <p:nvPr/>
          </p:nvSpPr>
          <p:spPr>
            <a:xfrm>
              <a:off x="4448" y="870"/>
              <a:ext cx="211" cy="2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57365" name="Text Box 17"/>
            <p:cNvSpPr txBox="1"/>
            <p:nvPr/>
          </p:nvSpPr>
          <p:spPr>
            <a:xfrm>
              <a:off x="3715" y="598"/>
              <a:ext cx="217" cy="2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800" b="1" dirty="0">
                  <a:solidFill>
                    <a:srgbClr val="FF3300"/>
                  </a:solidFill>
                  <a:latin typeface="Times New Roman" panose="02020603050405020304" pitchFamily="18" charset="0"/>
                  <a:ea typeface="华文中宋" panose="02010600040101010101" pitchFamily="2" charset="-122"/>
                </a:rPr>
                <a:t>+</a:t>
              </a:r>
              <a:endParaRPr lang="en-US" altLang="zh-CN" sz="2800" b="1" dirty="0">
                <a:solidFill>
                  <a:srgbClr val="FF3300"/>
                </a:solidFill>
                <a:latin typeface="Times New Roman" panose="02020603050405020304" pitchFamily="18" charset="0"/>
                <a:ea typeface="华文中宋" panose="02010600040101010101" pitchFamily="2" charset="-122"/>
              </a:endParaRPr>
            </a:p>
          </p:txBody>
        </p:sp>
        <p:sp>
          <p:nvSpPr>
            <p:cNvPr id="57366" name="Text Box 18"/>
            <p:cNvSpPr txBox="1"/>
            <p:nvPr/>
          </p:nvSpPr>
          <p:spPr>
            <a:xfrm>
              <a:off x="3765" y="1030"/>
              <a:ext cx="182" cy="24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3300"/>
                  </a:solidFill>
                  <a:latin typeface="Times New Roman" panose="02020603050405020304" pitchFamily="18" charset="0"/>
                  <a:ea typeface="华文中宋" panose="02010600040101010101" pitchFamily="2" charset="-122"/>
                </a:rPr>
                <a:t>_</a:t>
              </a:r>
              <a:endParaRPr lang="en-US" altLang="zh-CN" sz="2400" b="1" dirty="0">
                <a:solidFill>
                  <a:srgbClr val="FF3300"/>
                </a:solidFill>
                <a:latin typeface="Times New Roman" panose="02020603050405020304" pitchFamily="18" charset="0"/>
                <a:ea typeface="华文中宋" panose="02010600040101010101" pitchFamily="2" charset="-122"/>
              </a:endParaRPr>
            </a:p>
          </p:txBody>
        </p:sp>
        <p:sp>
          <p:nvSpPr>
            <p:cNvPr id="57367" name="Oval 19"/>
            <p:cNvSpPr/>
            <p:nvPr/>
          </p:nvSpPr>
          <p:spPr>
            <a:xfrm>
              <a:off x="3822" y="623"/>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7368" name="Oval 20"/>
            <p:cNvSpPr/>
            <p:nvPr/>
          </p:nvSpPr>
          <p:spPr>
            <a:xfrm>
              <a:off x="3824" y="1318"/>
              <a:ext cx="45" cy="45"/>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27413" name="Text Box 21"/>
          <p:cNvSpPr txBox="1">
            <a:spLocks noChangeArrowheads="1"/>
          </p:cNvSpPr>
          <p:nvPr/>
        </p:nvSpPr>
        <p:spPr bwMode="auto">
          <a:xfrm>
            <a:off x="609600" y="3578225"/>
            <a:ext cx="2173288" cy="523875"/>
          </a:xfrm>
          <a:prstGeom prst="rect">
            <a:avLst/>
          </a:prstGeom>
          <a:noFill/>
          <a:ln w="9525">
            <a:noFill/>
            <a:miter lim="800000"/>
          </a:ln>
          <a:effectLst/>
        </p:spPr>
        <p:txBody>
          <a:bodyPr wrap="none">
            <a:spAutoFit/>
          </a:bodyPr>
          <a:lstStyle/>
          <a:p>
            <a:pPr marR="0" defTabSz="914400">
              <a:spcBef>
                <a:spcPct val="50000"/>
              </a:spcBef>
              <a:buClrTx/>
              <a:buSzTx/>
              <a:buFontTx/>
              <a:defRPr/>
            </a:pPr>
            <a:r>
              <a:rPr kumimoji="1" lang="en-US" altLang="zh-CN"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平均功率</a:t>
            </a:r>
            <a:endParaRPr kumimoji="1" lang="zh-CN" altLang="en-US" i="1" kern="1200" cap="none" spc="0" normalizeH="0" baseline="0" noProof="0">
              <a:solidFill>
                <a:srgbClr val="0066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 name="Group 22"/>
          <p:cNvGrpSpPr/>
          <p:nvPr/>
        </p:nvGrpSpPr>
        <p:grpSpPr>
          <a:xfrm>
            <a:off x="1104900" y="682625"/>
            <a:ext cx="4533900" cy="914400"/>
            <a:chOff x="624" y="288"/>
            <a:chExt cx="3417" cy="672"/>
          </a:xfrm>
        </p:grpSpPr>
        <p:graphicFrame>
          <p:nvGraphicFramePr>
            <p:cNvPr id="57357" name="Object 23">
              <a:hlinkClick r:id="" action="ppaction://ole?verb="/>
            </p:cNvPr>
            <p:cNvGraphicFramePr/>
            <p:nvPr/>
          </p:nvGraphicFramePr>
          <p:xfrm>
            <a:off x="696" y="576"/>
            <a:ext cx="3345" cy="384"/>
          </p:xfrm>
          <a:graphic>
            <a:graphicData uri="http://schemas.openxmlformats.org/presentationml/2006/ole">
              <mc:AlternateContent xmlns:mc="http://schemas.openxmlformats.org/markup-compatibility/2006">
                <mc:Choice xmlns:v="urn:schemas-microsoft-com:vml" Requires="v">
                  <p:oleObj spid="_x0000_s3277" name="" r:id="rId1" imgW="1714500" imgH="241300" progId="Equation.3">
                    <p:embed/>
                  </p:oleObj>
                </mc:Choice>
                <mc:Fallback>
                  <p:oleObj name="" r:id="rId1" imgW="1714500" imgH="241300" progId="Equation.3">
                    <p:embed/>
                    <p:pic>
                      <p:nvPicPr>
                        <p:cNvPr id="0" name="图片 3276"/>
                        <p:cNvPicPr/>
                        <p:nvPr/>
                      </p:nvPicPr>
                      <p:blipFill>
                        <a:blip r:embed="rId2"/>
                        <a:stretch>
                          <a:fillRect/>
                        </a:stretch>
                      </p:blipFill>
                      <p:spPr>
                        <a:xfrm>
                          <a:off x="696" y="576"/>
                          <a:ext cx="3345" cy="384"/>
                        </a:xfrm>
                        <a:prstGeom prst="rect">
                          <a:avLst/>
                        </a:prstGeom>
                        <a:noFill/>
                        <a:ln w="38100">
                          <a:noFill/>
                          <a:miter/>
                        </a:ln>
                      </p:spPr>
                    </p:pic>
                  </p:oleObj>
                </mc:Fallback>
              </mc:AlternateContent>
            </a:graphicData>
          </a:graphic>
        </p:graphicFrame>
        <p:graphicFrame>
          <p:nvGraphicFramePr>
            <p:cNvPr id="57358" name="Object 24">
              <a:hlinkClick r:id="" action="ppaction://ole?verb="/>
            </p:cNvPr>
            <p:cNvGraphicFramePr/>
            <p:nvPr/>
          </p:nvGraphicFramePr>
          <p:xfrm>
            <a:off x="720" y="288"/>
            <a:ext cx="1870" cy="384"/>
          </p:xfrm>
          <a:graphic>
            <a:graphicData uri="http://schemas.openxmlformats.org/presentationml/2006/ole">
              <mc:AlternateContent xmlns:mc="http://schemas.openxmlformats.org/markup-compatibility/2006">
                <mc:Choice xmlns:v="urn:schemas-microsoft-com:vml" Requires="v">
                  <p:oleObj spid="_x0000_s3273" name="" r:id="rId3" imgW="965200" imgH="241300" progId="Equation.3">
                    <p:embed/>
                  </p:oleObj>
                </mc:Choice>
                <mc:Fallback>
                  <p:oleObj name="" r:id="rId3" imgW="965200" imgH="241300" progId="Equation.3">
                    <p:embed/>
                    <p:pic>
                      <p:nvPicPr>
                        <p:cNvPr id="0" name="图片 3272"/>
                        <p:cNvPicPr/>
                        <p:nvPr/>
                      </p:nvPicPr>
                      <p:blipFill>
                        <a:blip r:embed="rId4"/>
                        <a:stretch>
                          <a:fillRect/>
                        </a:stretch>
                      </p:blipFill>
                      <p:spPr>
                        <a:xfrm>
                          <a:off x="720" y="288"/>
                          <a:ext cx="1870" cy="384"/>
                        </a:xfrm>
                        <a:prstGeom prst="rect">
                          <a:avLst/>
                        </a:prstGeom>
                        <a:noFill/>
                        <a:ln w="38100">
                          <a:noFill/>
                          <a:miter/>
                        </a:ln>
                      </p:spPr>
                    </p:pic>
                  </p:oleObj>
                </mc:Fallback>
              </mc:AlternateContent>
            </a:graphicData>
          </a:graphic>
        </p:graphicFrame>
        <p:sp>
          <p:nvSpPr>
            <p:cNvPr id="57359" name="AutoShape 25"/>
            <p:cNvSpPr/>
            <p:nvPr/>
          </p:nvSpPr>
          <p:spPr>
            <a:xfrm>
              <a:off x="624" y="380"/>
              <a:ext cx="95" cy="484"/>
            </a:xfrm>
            <a:prstGeom prst="leftBrace">
              <a:avLst>
                <a:gd name="adj1" fmla="val 42456"/>
                <a:gd name="adj2" fmla="val 50000"/>
              </a:avLst>
            </a:prstGeom>
            <a:noFill/>
            <a:ln w="38100" cap="flat" cmpd="sng">
              <a:solidFill>
                <a:srgbClr val="00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aphicFrame>
        <p:nvGraphicFramePr>
          <p:cNvPr id="827418" name="Object 26" descr="20%">
            <a:hlinkClick r:id="" action="ppaction://ole?verb="/>
          </p:cNvPr>
          <p:cNvGraphicFramePr/>
          <p:nvPr/>
        </p:nvGraphicFramePr>
        <p:xfrm>
          <a:off x="1143000" y="4035425"/>
          <a:ext cx="5715000" cy="838200"/>
        </p:xfrm>
        <a:graphic>
          <a:graphicData uri="http://schemas.openxmlformats.org/presentationml/2006/ole">
            <mc:AlternateContent xmlns:mc="http://schemas.openxmlformats.org/markup-compatibility/2006">
              <mc:Choice xmlns:v="urn:schemas-microsoft-com:vml" Requires="v">
                <p:oleObj spid="_x0000_s3275" name="" r:id="rId5" imgW="2628900" imgH="393700" progId="Equation.3">
                  <p:embed/>
                </p:oleObj>
              </mc:Choice>
              <mc:Fallback>
                <p:oleObj name="" r:id="rId5" imgW="2628900" imgH="393700" progId="Equation.3">
                  <p:embed/>
                  <p:pic>
                    <p:nvPicPr>
                      <p:cNvPr id="0" name="图片 3274"/>
                      <p:cNvPicPr/>
                      <p:nvPr/>
                    </p:nvPicPr>
                    <p:blipFill>
                      <a:blip r:embed="rId6"/>
                      <a:stretch>
                        <a:fillRect/>
                      </a:stretch>
                    </p:blipFill>
                    <p:spPr>
                      <a:xfrm>
                        <a:off x="1143000" y="4035425"/>
                        <a:ext cx="5715000" cy="838200"/>
                      </a:xfrm>
                      <a:prstGeom prst="rect">
                        <a:avLst/>
                      </a:prstGeom>
                      <a:noFill/>
                      <a:ln w="38100">
                        <a:noFill/>
                        <a:miter/>
                      </a:ln>
                    </p:spPr>
                  </p:pic>
                </p:oleObj>
              </mc:Fallback>
            </mc:AlternateContent>
          </a:graphicData>
        </a:graphic>
      </p:graphicFrame>
      <p:grpSp>
        <p:nvGrpSpPr>
          <p:cNvPr id="6" name="Group 27"/>
          <p:cNvGrpSpPr/>
          <p:nvPr/>
        </p:nvGrpSpPr>
        <p:grpSpPr>
          <a:xfrm>
            <a:off x="838200" y="2359025"/>
            <a:ext cx="5410200" cy="1219200"/>
            <a:chOff x="240" y="1584"/>
            <a:chExt cx="4277" cy="912"/>
          </a:xfrm>
        </p:grpSpPr>
        <p:graphicFrame>
          <p:nvGraphicFramePr>
            <p:cNvPr id="57354" name="Object 28" descr="40%">
              <a:hlinkClick r:id="" action="ppaction://ole?verb="/>
            </p:cNvPr>
            <p:cNvGraphicFramePr/>
            <p:nvPr/>
          </p:nvGraphicFramePr>
          <p:xfrm>
            <a:off x="240" y="1584"/>
            <a:ext cx="4277" cy="343"/>
          </p:xfrm>
          <a:graphic>
            <a:graphicData uri="http://schemas.openxmlformats.org/presentationml/2006/ole">
              <mc:AlternateContent xmlns:mc="http://schemas.openxmlformats.org/markup-compatibility/2006">
                <mc:Choice xmlns:v="urn:schemas-microsoft-com:vml" Requires="v">
                  <p:oleObj spid="_x0000_s3274" name="" r:id="rId7" imgW="2298700" imgH="215900" progId="Equation.3">
                    <p:embed/>
                  </p:oleObj>
                </mc:Choice>
                <mc:Fallback>
                  <p:oleObj name="" r:id="rId7" imgW="2298700" imgH="215900" progId="Equation.3">
                    <p:embed/>
                    <p:pic>
                      <p:nvPicPr>
                        <p:cNvPr id="0" name="图片 3273"/>
                        <p:cNvPicPr/>
                        <p:nvPr/>
                      </p:nvPicPr>
                      <p:blipFill>
                        <a:blip r:embed="rId8"/>
                        <a:stretch>
                          <a:fillRect/>
                        </a:stretch>
                      </p:blipFill>
                      <p:spPr>
                        <a:xfrm>
                          <a:off x="240" y="1584"/>
                          <a:ext cx="4277" cy="343"/>
                        </a:xfrm>
                        <a:prstGeom prst="rect">
                          <a:avLst/>
                        </a:prstGeom>
                        <a:noFill/>
                        <a:ln w="38100">
                          <a:noFill/>
                          <a:miter/>
                        </a:ln>
                      </p:spPr>
                    </p:pic>
                  </p:oleObj>
                </mc:Fallback>
              </mc:AlternateContent>
            </a:graphicData>
          </a:graphic>
        </p:graphicFrame>
        <p:graphicFrame>
          <p:nvGraphicFramePr>
            <p:cNvPr id="57355" name="Object 29" descr="40%">
              <a:hlinkClick r:id="" action="ppaction://ole?verb="/>
            </p:cNvPr>
            <p:cNvGraphicFramePr/>
            <p:nvPr/>
          </p:nvGraphicFramePr>
          <p:xfrm>
            <a:off x="2352" y="2064"/>
            <a:ext cx="1560" cy="336"/>
          </p:xfrm>
          <a:graphic>
            <a:graphicData uri="http://schemas.openxmlformats.org/presentationml/2006/ole">
              <mc:AlternateContent xmlns:mc="http://schemas.openxmlformats.org/markup-compatibility/2006">
                <mc:Choice xmlns:v="urn:schemas-microsoft-com:vml" Requires="v">
                  <p:oleObj spid="_x0000_s3278" name="" r:id="rId9" imgW="837565" imgH="203200" progId="Equation.3">
                    <p:embed/>
                  </p:oleObj>
                </mc:Choice>
                <mc:Fallback>
                  <p:oleObj name="" r:id="rId9" imgW="837565" imgH="203200" progId="Equation.3">
                    <p:embed/>
                    <p:pic>
                      <p:nvPicPr>
                        <p:cNvPr id="0" name="图片 3277"/>
                        <p:cNvPicPr/>
                        <p:nvPr/>
                      </p:nvPicPr>
                      <p:blipFill>
                        <a:blip r:embed="rId10"/>
                        <a:stretch>
                          <a:fillRect/>
                        </a:stretch>
                      </p:blipFill>
                      <p:spPr>
                        <a:xfrm>
                          <a:off x="2352" y="2064"/>
                          <a:ext cx="1560" cy="336"/>
                        </a:xfrm>
                        <a:prstGeom prst="rect">
                          <a:avLst/>
                        </a:prstGeom>
                        <a:noFill/>
                        <a:ln w="38100">
                          <a:noFill/>
                          <a:miter/>
                        </a:ln>
                      </p:spPr>
                    </p:pic>
                  </p:oleObj>
                </mc:Fallback>
              </mc:AlternateContent>
            </a:graphicData>
          </a:graphic>
        </p:graphicFrame>
        <p:graphicFrame>
          <p:nvGraphicFramePr>
            <p:cNvPr id="57356" name="Object 30" descr="40%">
              <a:hlinkClick r:id="" action="ppaction://ole?verb="/>
            </p:cNvPr>
            <p:cNvGraphicFramePr/>
            <p:nvPr/>
          </p:nvGraphicFramePr>
          <p:xfrm>
            <a:off x="432" y="1872"/>
            <a:ext cx="1938" cy="624"/>
          </p:xfrm>
          <a:graphic>
            <a:graphicData uri="http://schemas.openxmlformats.org/presentationml/2006/ole">
              <mc:AlternateContent xmlns:mc="http://schemas.openxmlformats.org/markup-compatibility/2006">
                <mc:Choice xmlns:v="urn:schemas-microsoft-com:vml" Requires="v">
                  <p:oleObj spid="_x0000_s3276" name="" r:id="rId11" imgW="1040765" imgH="393700" progId="Equation.3">
                    <p:embed/>
                  </p:oleObj>
                </mc:Choice>
                <mc:Fallback>
                  <p:oleObj name="" r:id="rId11" imgW="1040765" imgH="393700" progId="Equation.3">
                    <p:embed/>
                    <p:pic>
                      <p:nvPicPr>
                        <p:cNvPr id="0" name="图片 3275"/>
                        <p:cNvPicPr/>
                        <p:nvPr/>
                      </p:nvPicPr>
                      <p:blipFill>
                        <a:blip r:embed="rId12"/>
                        <a:stretch>
                          <a:fillRect/>
                        </a:stretch>
                      </p:blipFill>
                      <p:spPr>
                        <a:xfrm>
                          <a:off x="432" y="1872"/>
                          <a:ext cx="1938" cy="624"/>
                        </a:xfrm>
                        <a:prstGeom prst="rect">
                          <a:avLst/>
                        </a:prstGeom>
                        <a:noFill/>
                        <a:ln w="38100">
                          <a:noFill/>
                          <a:miter/>
                        </a:ln>
                      </p:spPr>
                    </p:pic>
                  </p:oleObj>
                </mc:Fallback>
              </mc:AlternateContent>
            </a:graphicData>
          </a:graphic>
        </p:graphicFrame>
      </p:grpSp>
      <p:sp>
        <p:nvSpPr>
          <p:cNvPr id="827423" name="Rectangle 31"/>
          <p:cNvSpPr>
            <a:spLocks noChangeArrowheads="1"/>
          </p:cNvSpPr>
          <p:nvPr/>
        </p:nvSpPr>
        <p:spPr bwMode="auto">
          <a:xfrm>
            <a:off x="609600" y="5178425"/>
            <a:ext cx="8001000" cy="914400"/>
          </a:xfrm>
          <a:prstGeom prst="rect">
            <a:avLst/>
          </a:prstGeom>
          <a:noFill/>
          <a:ln w="9525">
            <a:noFill/>
            <a:miter lim="800000"/>
          </a:ln>
          <a:effectLst/>
        </p:spPr>
        <p:txBody>
          <a:bodyPr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sym typeface="Wingdings 2" panose="05020102010507070707" pitchFamily="18" charset="2"/>
              </a:rPr>
              <a:t>       </a:t>
            </a: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sym typeface="Wingdings 2" panose="05020102010507070707" pitchFamily="18" charset="2"/>
              </a:rPr>
              <a:t>与电感元件相似，电容元件有的时刻是吸收电功率，有的时刻发出电功率。平均功率为零。</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7395">
                                            <p:txEl>
                                              <p:charRg st="0" end="9"/>
                                            </p:txEl>
                                          </p:spTgt>
                                        </p:tgtEl>
                                        <p:attrNameLst>
                                          <p:attrName>style.visibility</p:attrName>
                                        </p:attrNameLst>
                                      </p:cBhvr>
                                      <p:to>
                                        <p:strVal val="visible"/>
                                      </p:to>
                                    </p:set>
                                    <p:animEffect transition="in" filter="wipe(left)">
                                      <p:cBhvr>
                                        <p:cTn id="12" dur="500"/>
                                        <p:tgtEl>
                                          <p:spTgt spid="827395">
                                            <p:txEl>
                                              <p:charRg st="0" end="9"/>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27413"/>
                                        </p:tgtEl>
                                        <p:attrNameLst>
                                          <p:attrName>style.visibility</p:attrName>
                                        </p:attrNameLst>
                                      </p:cBhvr>
                                      <p:to>
                                        <p:strVal val="visible"/>
                                      </p:to>
                                    </p:set>
                                    <p:animEffect transition="in" filter="wipe(left)">
                                      <p:cBhvr>
                                        <p:cTn id="21" dur="500"/>
                                        <p:tgtEl>
                                          <p:spTgt spid="827413"/>
                                        </p:tgtEl>
                                      </p:cBhvr>
                                    </p:animEffect>
                                  </p:childTnLst>
                                </p:cTn>
                              </p:par>
                            </p:childTnLst>
                          </p:cTn>
                        </p:par>
                        <p:par>
                          <p:cTn id="22" fill="hold">
                            <p:stCondLst>
                              <p:cond delay="500"/>
                            </p:stCondLst>
                            <p:childTnLst>
                              <p:par>
                                <p:cTn id="23" presetID="5" presetClass="entr" presetSubtype="10" fill="hold" nodeType="afterEffect">
                                  <p:stCondLst>
                                    <p:cond delay="0"/>
                                  </p:stCondLst>
                                  <p:childTnLst>
                                    <p:set>
                                      <p:cBhvr>
                                        <p:cTn id="24" dur="1" fill="hold">
                                          <p:stCondLst>
                                            <p:cond delay="0"/>
                                          </p:stCondLst>
                                        </p:cTn>
                                        <p:tgtEl>
                                          <p:spTgt spid="827418"/>
                                        </p:tgtEl>
                                        <p:attrNameLst>
                                          <p:attrName>style.visibility</p:attrName>
                                        </p:attrNameLst>
                                      </p:cBhvr>
                                      <p:to>
                                        <p:strVal val="visible"/>
                                      </p:to>
                                    </p:set>
                                    <p:animEffect transition="in" filter="checkerboard(across)">
                                      <p:cBhvr>
                                        <p:cTn id="25" dur="500"/>
                                        <p:tgtEl>
                                          <p:spTgt spid="8274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27423"/>
                                        </p:tgtEl>
                                        <p:attrNameLst>
                                          <p:attrName>style.visibility</p:attrName>
                                        </p:attrNameLst>
                                      </p:cBhvr>
                                      <p:to>
                                        <p:strVal val="visible"/>
                                      </p:to>
                                    </p:set>
                                    <p:animEffect transition="in" filter="wipe(left)">
                                      <p:cBhvr>
                                        <p:cTn id="30" dur="500"/>
                                        <p:tgtEl>
                                          <p:spTgt spid="827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5" grpId="0" build="p"/>
      <p:bldP spid="827413" grpId="0"/>
      <p:bldP spid="82742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58371" name="Rectangle 3"/>
          <p:cNvSpPr/>
          <p:nvPr/>
        </p:nvSpPr>
        <p:spPr>
          <a:xfrm>
            <a:off x="685800" y="898525"/>
            <a:ext cx="2743200" cy="3810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50000"/>
              </a:spcBef>
              <a:buClrTx/>
              <a:buSzTx/>
              <a:buFontTx/>
              <a:buNone/>
            </a:pPr>
            <a:r>
              <a:rPr lang="zh-CN" altLang="en-US" sz="2800" b="1" dirty="0">
                <a:solidFill>
                  <a:srgbClr val="000099"/>
                </a:solidFill>
                <a:latin typeface="Times New Roman" panose="02020603050405020304" pitchFamily="18" charset="0"/>
                <a:ea typeface="华文中宋" panose="02010600040101010101" pitchFamily="2" charset="-122"/>
              </a:rPr>
              <a:t>瞬时功率 </a:t>
            </a:r>
            <a:r>
              <a:rPr lang="zh-CN" altLang="zh-CN" sz="2800" b="1" dirty="0">
                <a:solidFill>
                  <a:srgbClr val="000099"/>
                </a:solidFill>
                <a:latin typeface="Times New Roman" panose="02020603050405020304" pitchFamily="18" charset="0"/>
                <a:ea typeface="华文中宋" panose="02010600040101010101" pitchFamily="2" charset="-122"/>
              </a:rPr>
              <a:t> ：</a:t>
            </a:r>
            <a:endParaRPr lang="zh-CN" altLang="en-US" sz="2800" b="1" dirty="0">
              <a:solidFill>
                <a:srgbClr val="000099"/>
              </a:solidFill>
              <a:latin typeface="Times New Roman" panose="02020603050405020304" pitchFamily="18" charset="0"/>
              <a:ea typeface="华文中宋" panose="02010600040101010101" pitchFamily="2" charset="-122"/>
            </a:endParaRPr>
          </a:p>
        </p:txBody>
      </p:sp>
      <p:grpSp>
        <p:nvGrpSpPr>
          <p:cNvPr id="58372" name="Group 4"/>
          <p:cNvGrpSpPr/>
          <p:nvPr/>
        </p:nvGrpSpPr>
        <p:grpSpPr>
          <a:xfrm>
            <a:off x="2819400" y="822325"/>
            <a:ext cx="3733800" cy="519113"/>
            <a:chOff x="2064" y="192"/>
            <a:chExt cx="2485" cy="345"/>
          </a:xfrm>
        </p:grpSpPr>
        <p:graphicFrame>
          <p:nvGraphicFramePr>
            <p:cNvPr id="58426" name="Object 5" descr="40%">
              <a:hlinkClick r:id="" action="ppaction://ole?verb="/>
            </p:cNvPr>
            <p:cNvGraphicFramePr/>
            <p:nvPr/>
          </p:nvGraphicFramePr>
          <p:xfrm>
            <a:off x="2064" y="192"/>
            <a:ext cx="961" cy="345"/>
          </p:xfrm>
          <a:graphic>
            <a:graphicData uri="http://schemas.openxmlformats.org/presentationml/2006/ole">
              <mc:AlternateContent xmlns:mc="http://schemas.openxmlformats.org/markup-compatibility/2006">
                <mc:Choice xmlns:v="urn:schemas-microsoft-com:vml" Requires="v">
                  <p:oleObj spid="_x0000_s3271" name="" r:id="rId1" imgW="508000" imgH="203200" progId="Equation.3">
                    <p:embed/>
                  </p:oleObj>
                </mc:Choice>
                <mc:Fallback>
                  <p:oleObj name="" r:id="rId1" imgW="508000" imgH="203200" progId="Equation.3">
                    <p:embed/>
                    <p:pic>
                      <p:nvPicPr>
                        <p:cNvPr id="0" name="图片 3270"/>
                        <p:cNvPicPr/>
                        <p:nvPr/>
                      </p:nvPicPr>
                      <p:blipFill>
                        <a:blip r:embed="rId2"/>
                        <a:stretch>
                          <a:fillRect/>
                        </a:stretch>
                      </p:blipFill>
                      <p:spPr>
                        <a:xfrm>
                          <a:off x="2064" y="192"/>
                          <a:ext cx="961" cy="345"/>
                        </a:xfrm>
                        <a:prstGeom prst="rect">
                          <a:avLst/>
                        </a:prstGeom>
                        <a:noFill/>
                        <a:ln w="38100">
                          <a:noFill/>
                          <a:miter/>
                        </a:ln>
                      </p:spPr>
                    </p:pic>
                  </p:oleObj>
                </mc:Fallback>
              </mc:AlternateContent>
            </a:graphicData>
          </a:graphic>
        </p:graphicFrame>
        <p:graphicFrame>
          <p:nvGraphicFramePr>
            <p:cNvPr id="58427" name="Object 6" descr="40%">
              <a:hlinkClick r:id="" action="ppaction://ole?verb="/>
            </p:cNvPr>
            <p:cNvGraphicFramePr/>
            <p:nvPr/>
          </p:nvGraphicFramePr>
          <p:xfrm>
            <a:off x="2964" y="192"/>
            <a:ext cx="1585" cy="344"/>
          </p:xfrm>
          <a:graphic>
            <a:graphicData uri="http://schemas.openxmlformats.org/presentationml/2006/ole">
              <mc:AlternateContent xmlns:mc="http://schemas.openxmlformats.org/markup-compatibility/2006">
                <mc:Choice xmlns:v="urn:schemas-microsoft-com:vml" Requires="v">
                  <p:oleObj spid="_x0000_s3272" name="" r:id="rId3" imgW="837565" imgH="203200" progId="Equation.3">
                    <p:embed/>
                  </p:oleObj>
                </mc:Choice>
                <mc:Fallback>
                  <p:oleObj name="" r:id="rId3" imgW="837565" imgH="203200" progId="Equation.3">
                    <p:embed/>
                    <p:pic>
                      <p:nvPicPr>
                        <p:cNvPr id="0" name="图片 3271"/>
                        <p:cNvPicPr/>
                        <p:nvPr/>
                      </p:nvPicPr>
                      <p:blipFill>
                        <a:blip r:embed="rId4"/>
                        <a:stretch>
                          <a:fillRect/>
                        </a:stretch>
                      </p:blipFill>
                      <p:spPr>
                        <a:xfrm>
                          <a:off x="2964" y="192"/>
                          <a:ext cx="1585" cy="344"/>
                        </a:xfrm>
                        <a:prstGeom prst="rect">
                          <a:avLst/>
                        </a:prstGeom>
                        <a:noFill/>
                        <a:ln w="38100">
                          <a:noFill/>
                          <a:miter/>
                        </a:ln>
                      </p:spPr>
                    </p:pic>
                  </p:oleObj>
                </mc:Fallback>
              </mc:AlternateContent>
            </a:graphicData>
          </a:graphic>
        </p:graphicFrame>
      </p:grpSp>
      <p:sp>
        <p:nvSpPr>
          <p:cNvPr id="58373" name="Rectangle 7"/>
          <p:cNvSpPr/>
          <p:nvPr/>
        </p:nvSpPr>
        <p:spPr>
          <a:xfrm>
            <a:off x="908050" y="5032375"/>
            <a:ext cx="2598738" cy="457200"/>
          </a:xfrm>
          <a:prstGeom prst="rect">
            <a:avLst/>
          </a:prstGeom>
          <a:noFill/>
          <a:ln w="12700">
            <a:noFill/>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58374" name="Rectangle 8"/>
          <p:cNvSpPr/>
          <p:nvPr/>
        </p:nvSpPr>
        <p:spPr>
          <a:xfrm>
            <a:off x="2667000" y="5102225"/>
            <a:ext cx="182563" cy="460375"/>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endParaRPr lang="zh-CN" altLang="zh-CN" sz="2400" b="1" dirty="0">
              <a:latin typeface="Times New Roman" panose="02020603050405020304" pitchFamily="18" charset="0"/>
              <a:ea typeface="华文中宋" panose="02010600040101010101" pitchFamily="2" charset="-122"/>
            </a:endParaRPr>
          </a:p>
        </p:txBody>
      </p:sp>
      <p:grpSp>
        <p:nvGrpSpPr>
          <p:cNvPr id="3" name="Group 9"/>
          <p:cNvGrpSpPr/>
          <p:nvPr/>
        </p:nvGrpSpPr>
        <p:grpSpPr>
          <a:xfrm>
            <a:off x="2162175" y="4213225"/>
            <a:ext cx="1016000" cy="1508125"/>
            <a:chOff x="1488" y="2545"/>
            <a:chExt cx="469" cy="950"/>
          </a:xfrm>
        </p:grpSpPr>
        <p:sp>
          <p:nvSpPr>
            <p:cNvPr id="58423" name="Rectangle 10"/>
            <p:cNvSpPr/>
            <p:nvPr/>
          </p:nvSpPr>
          <p:spPr>
            <a:xfrm>
              <a:off x="1621" y="2706"/>
              <a:ext cx="18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58424" name="Freeform 11"/>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8425" name="Rectangle 12"/>
            <p:cNvSpPr/>
            <p:nvPr/>
          </p:nvSpPr>
          <p:spPr>
            <a:xfrm>
              <a:off x="1562" y="316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sp>
        <p:nvSpPr>
          <p:cNvPr id="826381" name="Rectangle 13"/>
          <p:cNvSpPr>
            <a:spLocks noChangeArrowheads="1"/>
          </p:cNvSpPr>
          <p:nvPr/>
        </p:nvSpPr>
        <p:spPr bwMode="auto">
          <a:xfrm>
            <a:off x="2208213" y="5851525"/>
            <a:ext cx="796925" cy="457200"/>
          </a:xfrm>
          <a:prstGeom prst="rect">
            <a:avLst/>
          </a:prstGeom>
          <a:noFill/>
          <a:ln w="9525">
            <a:no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充电</a:t>
            </a:r>
            <a:endPar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 name="Group 14"/>
          <p:cNvGrpSpPr/>
          <p:nvPr/>
        </p:nvGrpSpPr>
        <p:grpSpPr>
          <a:xfrm>
            <a:off x="3201988" y="4402138"/>
            <a:ext cx="992187" cy="1577975"/>
            <a:chOff x="1968" y="2687"/>
            <a:chExt cx="458" cy="994"/>
          </a:xfrm>
        </p:grpSpPr>
        <p:sp>
          <p:nvSpPr>
            <p:cNvPr id="58420" name="Freeform 15"/>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8421" name="Line 16"/>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58422" name="Rectangle 17"/>
            <p:cNvSpPr/>
            <p:nvPr/>
          </p:nvSpPr>
          <p:spPr>
            <a:xfrm>
              <a:off x="1994" y="268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sp>
        <p:nvSpPr>
          <p:cNvPr id="826386" name="Rectangle 18"/>
          <p:cNvSpPr>
            <a:spLocks noChangeArrowheads="1"/>
          </p:cNvSpPr>
          <p:nvPr/>
        </p:nvSpPr>
        <p:spPr bwMode="auto">
          <a:xfrm>
            <a:off x="3248025" y="5851525"/>
            <a:ext cx="793750" cy="457200"/>
          </a:xfrm>
          <a:prstGeom prst="rect">
            <a:avLst/>
          </a:prstGeom>
          <a:noFill/>
          <a:ln w="9525">
            <a:no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放电</a:t>
            </a:r>
            <a:endPar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 name="Group 19"/>
          <p:cNvGrpSpPr/>
          <p:nvPr/>
        </p:nvGrpSpPr>
        <p:grpSpPr>
          <a:xfrm>
            <a:off x="4191000" y="4213225"/>
            <a:ext cx="1016000" cy="1508125"/>
            <a:chOff x="1488" y="2545"/>
            <a:chExt cx="469" cy="950"/>
          </a:xfrm>
        </p:grpSpPr>
        <p:sp>
          <p:nvSpPr>
            <p:cNvPr id="58417" name="Rectangle 20"/>
            <p:cNvSpPr/>
            <p:nvPr/>
          </p:nvSpPr>
          <p:spPr>
            <a:xfrm>
              <a:off x="1621" y="2706"/>
              <a:ext cx="18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58418" name="Freeform 21"/>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8419" name="Rectangle 22"/>
            <p:cNvSpPr/>
            <p:nvPr/>
          </p:nvSpPr>
          <p:spPr>
            <a:xfrm>
              <a:off x="1561" y="316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sp>
        <p:nvSpPr>
          <p:cNvPr id="826391" name="Rectangle 23"/>
          <p:cNvSpPr>
            <a:spLocks noChangeArrowheads="1"/>
          </p:cNvSpPr>
          <p:nvPr/>
        </p:nvSpPr>
        <p:spPr bwMode="auto">
          <a:xfrm>
            <a:off x="4286250" y="5851525"/>
            <a:ext cx="796925" cy="457200"/>
          </a:xfrm>
          <a:prstGeom prst="rect">
            <a:avLst/>
          </a:prstGeom>
          <a:noFill/>
          <a:ln w="9525">
            <a:no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充电</a:t>
            </a:r>
            <a:endPar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6" name="Group 24"/>
          <p:cNvGrpSpPr/>
          <p:nvPr/>
        </p:nvGrpSpPr>
        <p:grpSpPr>
          <a:xfrm>
            <a:off x="5226050" y="4402138"/>
            <a:ext cx="992188" cy="1577975"/>
            <a:chOff x="1968" y="2687"/>
            <a:chExt cx="458" cy="994"/>
          </a:xfrm>
        </p:grpSpPr>
        <p:sp>
          <p:nvSpPr>
            <p:cNvPr id="58414" name="Freeform 25"/>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58415" name="Line 26"/>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58416" name="Rectangle 27"/>
            <p:cNvSpPr/>
            <p:nvPr/>
          </p:nvSpPr>
          <p:spPr>
            <a:xfrm>
              <a:off x="1994" y="268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sp>
        <p:nvSpPr>
          <p:cNvPr id="826396" name="Rectangle 28"/>
          <p:cNvSpPr>
            <a:spLocks noChangeArrowheads="1"/>
          </p:cNvSpPr>
          <p:nvPr/>
        </p:nvSpPr>
        <p:spPr bwMode="auto">
          <a:xfrm>
            <a:off x="5326063" y="5851525"/>
            <a:ext cx="796925" cy="457200"/>
          </a:xfrm>
          <a:prstGeom prst="rect">
            <a:avLst/>
          </a:prstGeom>
          <a:noFill/>
          <a:ln w="9525">
            <a:no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放电</a:t>
            </a:r>
            <a:endPar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 name="Group 29"/>
          <p:cNvGrpSpPr/>
          <p:nvPr/>
        </p:nvGrpSpPr>
        <p:grpSpPr>
          <a:xfrm>
            <a:off x="1584325" y="3943350"/>
            <a:ext cx="5613400" cy="2028825"/>
            <a:chOff x="1200" y="2398"/>
            <a:chExt cx="2592" cy="1278"/>
          </a:xfrm>
        </p:grpSpPr>
        <p:sp>
          <p:nvSpPr>
            <p:cNvPr id="58409" name="Rectangle 30"/>
            <p:cNvSpPr/>
            <p:nvPr/>
          </p:nvSpPr>
          <p:spPr>
            <a:xfrm>
              <a:off x="1200" y="2398"/>
              <a:ext cx="322"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FF"/>
                  </a:solidFill>
                  <a:latin typeface="Times New Roman" panose="02020603050405020304" pitchFamily="18" charset="0"/>
                  <a:ea typeface="华文中宋" panose="02010600040101010101" pitchFamily="2" charset="-122"/>
                </a:rPr>
                <a:t>p</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sp>
          <p:nvSpPr>
            <p:cNvPr id="58410" name="Line 31"/>
            <p:cNvSpPr/>
            <p:nvPr/>
          </p:nvSpPr>
          <p:spPr>
            <a:xfrm>
              <a:off x="1426" y="3118"/>
              <a:ext cx="2174" cy="2"/>
            </a:xfrm>
            <a:prstGeom prst="line">
              <a:avLst/>
            </a:prstGeom>
            <a:ln w="38100" cap="flat" cmpd="sng">
              <a:solidFill>
                <a:schemeClr val="tx1"/>
              </a:solidFill>
              <a:prstDash val="solid"/>
              <a:headEnd type="none" w="med" len="med"/>
              <a:tailEnd type="triangle" w="med" len="med"/>
            </a:ln>
          </p:spPr>
        </p:sp>
        <p:sp>
          <p:nvSpPr>
            <p:cNvPr id="58411" name="Line 32"/>
            <p:cNvSpPr/>
            <p:nvPr/>
          </p:nvSpPr>
          <p:spPr>
            <a:xfrm flipV="1">
              <a:off x="1462" y="2529"/>
              <a:ext cx="0" cy="1147"/>
            </a:xfrm>
            <a:prstGeom prst="line">
              <a:avLst/>
            </a:prstGeom>
            <a:ln w="38100" cap="flat" cmpd="sng">
              <a:solidFill>
                <a:schemeClr val="tx1"/>
              </a:solidFill>
              <a:prstDash val="solid"/>
              <a:headEnd type="none" w="med" len="med"/>
              <a:tailEnd type="triangle" w="med" len="med"/>
            </a:ln>
          </p:spPr>
        </p:sp>
        <p:graphicFrame>
          <p:nvGraphicFramePr>
            <p:cNvPr id="58412" name="Object 33"/>
            <p:cNvGraphicFramePr>
              <a:graphicFrameLocks noChangeAspect="1"/>
            </p:cNvGraphicFramePr>
            <p:nvPr/>
          </p:nvGraphicFramePr>
          <p:xfrm>
            <a:off x="3495" y="3120"/>
            <a:ext cx="297" cy="222"/>
          </p:xfrm>
          <a:graphic>
            <a:graphicData uri="http://schemas.openxmlformats.org/presentationml/2006/ole">
              <mc:AlternateContent xmlns:mc="http://schemas.openxmlformats.org/markup-compatibility/2006">
                <mc:Choice xmlns:v="urn:schemas-microsoft-com:vml" Requires="v">
                  <p:oleObj spid="_x0000_s3282" name="" r:id="rId5" imgW="203200" imgH="152400" progId="Equation.3">
                    <p:embed/>
                  </p:oleObj>
                </mc:Choice>
                <mc:Fallback>
                  <p:oleObj name="" r:id="rId5" imgW="203200" imgH="152400" progId="Equation.3">
                    <p:embed/>
                    <p:pic>
                      <p:nvPicPr>
                        <p:cNvPr id="0" name="图片 3281"/>
                        <p:cNvPicPr/>
                        <p:nvPr/>
                      </p:nvPicPr>
                      <p:blipFill>
                        <a:blip r:embed="rId6"/>
                        <a:stretch>
                          <a:fillRect/>
                        </a:stretch>
                      </p:blipFill>
                      <p:spPr>
                        <a:xfrm>
                          <a:off x="3495" y="3120"/>
                          <a:ext cx="297" cy="222"/>
                        </a:xfrm>
                        <a:prstGeom prst="rect">
                          <a:avLst/>
                        </a:prstGeom>
                        <a:noFill/>
                        <a:ln w="38100">
                          <a:noFill/>
                          <a:miter/>
                        </a:ln>
                      </p:spPr>
                    </p:pic>
                  </p:oleObj>
                </mc:Fallback>
              </mc:AlternateContent>
            </a:graphicData>
          </a:graphic>
        </p:graphicFrame>
        <p:sp>
          <p:nvSpPr>
            <p:cNvPr id="58413" name="Rectangle 34"/>
            <p:cNvSpPr/>
            <p:nvPr/>
          </p:nvSpPr>
          <p:spPr>
            <a:xfrm>
              <a:off x="1296" y="3024"/>
              <a:ext cx="156"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nvGrpSpPr>
          <p:cNvPr id="8" name="Group 35"/>
          <p:cNvGrpSpPr/>
          <p:nvPr/>
        </p:nvGrpSpPr>
        <p:grpSpPr>
          <a:xfrm>
            <a:off x="3201988" y="1431925"/>
            <a:ext cx="3014662" cy="4572000"/>
            <a:chOff x="1631" y="816"/>
            <a:chExt cx="1392" cy="2880"/>
          </a:xfrm>
        </p:grpSpPr>
        <p:sp>
          <p:nvSpPr>
            <p:cNvPr id="58405" name="Line 36"/>
            <p:cNvSpPr/>
            <p:nvPr/>
          </p:nvSpPr>
          <p:spPr>
            <a:xfrm>
              <a:off x="1631" y="873"/>
              <a:ext cx="0" cy="2823"/>
            </a:xfrm>
            <a:prstGeom prst="line">
              <a:avLst/>
            </a:prstGeom>
            <a:ln w="28575" cap="flat" cmpd="sng">
              <a:solidFill>
                <a:schemeClr val="accent2"/>
              </a:solidFill>
              <a:prstDash val="dash"/>
              <a:headEnd type="none" w="med" len="med"/>
              <a:tailEnd type="none" w="med" len="med"/>
            </a:ln>
          </p:spPr>
        </p:sp>
        <p:sp>
          <p:nvSpPr>
            <p:cNvPr id="58406" name="Line 37"/>
            <p:cNvSpPr/>
            <p:nvPr/>
          </p:nvSpPr>
          <p:spPr>
            <a:xfrm>
              <a:off x="3023" y="816"/>
              <a:ext cx="0" cy="2880"/>
            </a:xfrm>
            <a:prstGeom prst="line">
              <a:avLst/>
            </a:prstGeom>
            <a:ln w="28575" cap="flat" cmpd="sng">
              <a:solidFill>
                <a:schemeClr val="accent2"/>
              </a:solidFill>
              <a:prstDash val="dash"/>
              <a:headEnd type="none" w="med" len="med"/>
              <a:tailEnd type="none" w="med" len="med"/>
            </a:ln>
          </p:spPr>
        </p:sp>
        <p:sp>
          <p:nvSpPr>
            <p:cNvPr id="58407" name="Line 38"/>
            <p:cNvSpPr/>
            <p:nvPr/>
          </p:nvSpPr>
          <p:spPr>
            <a:xfrm flipH="1">
              <a:off x="2063" y="865"/>
              <a:ext cx="14" cy="2831"/>
            </a:xfrm>
            <a:prstGeom prst="line">
              <a:avLst/>
            </a:prstGeom>
            <a:ln w="28575" cap="flat" cmpd="sng">
              <a:solidFill>
                <a:schemeClr val="accent2"/>
              </a:solidFill>
              <a:prstDash val="dash"/>
              <a:headEnd type="none" w="med" len="med"/>
              <a:tailEnd type="none" w="med" len="med"/>
            </a:ln>
          </p:spPr>
        </p:sp>
        <p:sp>
          <p:nvSpPr>
            <p:cNvPr id="58408" name="Line 39"/>
            <p:cNvSpPr/>
            <p:nvPr/>
          </p:nvSpPr>
          <p:spPr>
            <a:xfrm>
              <a:off x="2569" y="864"/>
              <a:ext cx="0" cy="2832"/>
            </a:xfrm>
            <a:prstGeom prst="line">
              <a:avLst/>
            </a:prstGeom>
            <a:ln w="28575" cap="flat" cmpd="sng">
              <a:solidFill>
                <a:schemeClr val="accent2"/>
              </a:solidFill>
              <a:prstDash val="dash"/>
              <a:headEnd type="none" w="med" len="med"/>
              <a:tailEnd type="none" w="med" len="med"/>
            </a:ln>
          </p:spPr>
        </p:sp>
      </p:grpSp>
      <p:grpSp>
        <p:nvGrpSpPr>
          <p:cNvPr id="58385" name="Group 40"/>
          <p:cNvGrpSpPr/>
          <p:nvPr/>
        </p:nvGrpSpPr>
        <p:grpSpPr>
          <a:xfrm>
            <a:off x="915988" y="1895475"/>
            <a:ext cx="6627812" cy="1822450"/>
            <a:chOff x="576" y="622"/>
            <a:chExt cx="3060" cy="1148"/>
          </a:xfrm>
        </p:grpSpPr>
        <p:grpSp>
          <p:nvGrpSpPr>
            <p:cNvPr id="58386" name="Group 41"/>
            <p:cNvGrpSpPr/>
            <p:nvPr/>
          </p:nvGrpSpPr>
          <p:grpSpPr>
            <a:xfrm>
              <a:off x="576" y="622"/>
              <a:ext cx="3060" cy="1148"/>
              <a:chOff x="576" y="574"/>
              <a:chExt cx="3060" cy="1148"/>
            </a:xfrm>
          </p:grpSpPr>
          <p:grpSp>
            <p:nvGrpSpPr>
              <p:cNvPr id="58388" name="Group 42"/>
              <p:cNvGrpSpPr/>
              <p:nvPr/>
            </p:nvGrpSpPr>
            <p:grpSpPr>
              <a:xfrm>
                <a:off x="576" y="574"/>
                <a:ext cx="3022" cy="1148"/>
                <a:chOff x="913" y="574"/>
                <a:chExt cx="3022" cy="1148"/>
              </a:xfrm>
            </p:grpSpPr>
            <p:sp>
              <p:nvSpPr>
                <p:cNvPr id="58390" name="Rectangle 43"/>
                <p:cNvSpPr/>
                <p:nvPr/>
              </p:nvSpPr>
              <p:spPr>
                <a:xfrm>
                  <a:off x="2209" y="766"/>
                  <a:ext cx="164" cy="289"/>
                </a:xfrm>
                <a:prstGeom prst="rect">
                  <a:avLst/>
                </a:prstGeom>
                <a:noFill/>
                <a:ln w="127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FF"/>
                      </a:solidFill>
                      <a:latin typeface="Times New Roman" panose="02020603050405020304" pitchFamily="18" charset="0"/>
                      <a:ea typeface="华文中宋" panose="02010600040101010101" pitchFamily="2" charset="-122"/>
                    </a:rPr>
                    <a:t>u</a:t>
                  </a:r>
                  <a:endParaRPr lang="en-US" altLang="zh-CN" sz="2400" b="1" i="1" dirty="0">
                    <a:solidFill>
                      <a:srgbClr val="0000FF"/>
                    </a:solidFill>
                    <a:latin typeface="Times New Roman" panose="02020603050405020304" pitchFamily="18" charset="0"/>
                    <a:ea typeface="华文中宋" panose="02010600040101010101" pitchFamily="2" charset="-122"/>
                  </a:endParaRPr>
                </a:p>
              </p:txBody>
            </p:sp>
            <p:grpSp>
              <p:nvGrpSpPr>
                <p:cNvPr id="58391" name="Group 44"/>
                <p:cNvGrpSpPr/>
                <p:nvPr/>
              </p:nvGrpSpPr>
              <p:grpSpPr>
                <a:xfrm>
                  <a:off x="1026" y="574"/>
                  <a:ext cx="2816" cy="1148"/>
                  <a:chOff x="1026" y="574"/>
                  <a:chExt cx="2816" cy="1148"/>
                </a:xfrm>
              </p:grpSpPr>
              <p:sp>
                <p:nvSpPr>
                  <p:cNvPr id="58397" name="Rectangle 45"/>
                  <p:cNvSpPr/>
                  <p:nvPr/>
                </p:nvSpPr>
                <p:spPr>
                  <a:xfrm>
                    <a:off x="1630" y="574"/>
                    <a:ext cx="127" cy="289"/>
                  </a:xfrm>
                  <a:prstGeom prst="rect">
                    <a:avLst/>
                  </a:prstGeom>
                  <a:noFill/>
                  <a:ln w="127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0000"/>
                        </a:solidFill>
                        <a:latin typeface="Times New Roman" panose="02020603050405020304" pitchFamily="18" charset="0"/>
                        <a:ea typeface="华文中宋" panose="02010600040101010101" pitchFamily="2" charset="-122"/>
                      </a:rPr>
                      <a:t>i</a:t>
                    </a:r>
                    <a:endParaRPr lang="en-US" altLang="zh-CN" sz="2400" b="1" i="1" dirty="0">
                      <a:solidFill>
                        <a:schemeClr val="accent1"/>
                      </a:solidFill>
                      <a:latin typeface="Times New Roman" panose="02020603050405020304" pitchFamily="18" charset="0"/>
                      <a:ea typeface="华文中宋" panose="02010600040101010101" pitchFamily="2" charset="-122"/>
                    </a:endParaRPr>
                  </a:p>
                </p:txBody>
              </p:sp>
              <p:grpSp>
                <p:nvGrpSpPr>
                  <p:cNvPr id="58398" name="Group 46"/>
                  <p:cNvGrpSpPr/>
                  <p:nvPr/>
                </p:nvGrpSpPr>
                <p:grpSpPr>
                  <a:xfrm>
                    <a:off x="1026" y="768"/>
                    <a:ext cx="2816" cy="954"/>
                    <a:chOff x="1026" y="768"/>
                    <a:chExt cx="2816" cy="954"/>
                  </a:xfrm>
                </p:grpSpPr>
                <p:sp>
                  <p:nvSpPr>
                    <p:cNvPr id="58399" name="Freeform 47"/>
                    <p:cNvSpPr/>
                    <p:nvPr/>
                  </p:nvSpPr>
                  <p:spPr>
                    <a:xfrm>
                      <a:off x="1968" y="1248"/>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8400" name="Freeform 48"/>
                    <p:cNvSpPr/>
                    <p:nvPr/>
                  </p:nvSpPr>
                  <p:spPr>
                    <a:xfrm flipV="1">
                      <a:off x="1026" y="768"/>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8401" name="Freeform 49"/>
                    <p:cNvSpPr/>
                    <p:nvPr/>
                  </p:nvSpPr>
                  <p:spPr>
                    <a:xfrm flipV="1">
                      <a:off x="2901" y="770"/>
                      <a:ext cx="941" cy="474"/>
                    </a:xfrm>
                    <a:custGeom>
                      <a:avLst/>
                      <a:gdLst>
                        <a:gd name="txL" fmla="*/ 0 w 1123"/>
                        <a:gd name="txT" fmla="*/ 0 h 265"/>
                        <a:gd name="txR" fmla="*/ 1123 w 1123"/>
                        <a:gd name="txB" fmla="*/ 265 h 265"/>
                      </a:gdLst>
                      <a:ahLst/>
                      <a:cxnLst>
                        <a:cxn ang="0">
                          <a:pos x="46" y="0"/>
                        </a:cxn>
                        <a:cxn ang="0">
                          <a:pos x="42" y="2491237"/>
                        </a:cxn>
                        <a:cxn ang="0">
                          <a:pos x="38" y="4707369"/>
                        </a:cxn>
                        <a:cxn ang="0">
                          <a:pos x="34" y="6552751"/>
                        </a:cxn>
                        <a:cxn ang="0">
                          <a:pos x="31" y="8145372"/>
                        </a:cxn>
                        <a:cxn ang="0">
                          <a:pos x="28" y="8958527"/>
                        </a:cxn>
                        <a:cxn ang="0">
                          <a:pos x="23" y="9267401"/>
                        </a:cxn>
                        <a:cxn ang="0">
                          <a:pos x="19" y="8958527"/>
                        </a:cxn>
                        <a:cxn ang="0">
                          <a:pos x="16" y="8145372"/>
                        </a:cxn>
                        <a:cxn ang="0">
                          <a:pos x="11" y="6552751"/>
                        </a:cxn>
                        <a:cxn ang="0">
                          <a:pos x="8" y="4707369"/>
                        </a:cxn>
                        <a:cxn ang="0">
                          <a:pos x="4" y="2363647"/>
                        </a:cxn>
                        <a:cxn ang="0">
                          <a:pos x="0" y="0"/>
                        </a:cxn>
                      </a:cxnLst>
                      <a:rect l="txL" t="txT" r="txR" b="txB"/>
                      <a:pathLst>
                        <a:path w="1123" h="265">
                          <a:moveTo>
                            <a:pt x="1122" y="0"/>
                          </a:moveTo>
                          <a:lnTo>
                            <a:pt x="1026" y="71"/>
                          </a:lnTo>
                          <a:lnTo>
                            <a:pt x="932" y="134"/>
                          </a:lnTo>
                          <a:lnTo>
                            <a:pt x="836" y="187"/>
                          </a:lnTo>
                          <a:lnTo>
                            <a:pt x="743" y="232"/>
                          </a:lnTo>
                          <a:lnTo>
                            <a:pt x="663" y="255"/>
                          </a:lnTo>
                          <a:lnTo>
                            <a:pt x="567" y="264"/>
                          </a:lnTo>
                          <a:lnTo>
                            <a:pt x="473" y="255"/>
                          </a:lnTo>
                          <a:lnTo>
                            <a:pt x="377" y="232"/>
                          </a:lnTo>
                          <a:lnTo>
                            <a:pt x="283" y="187"/>
                          </a:lnTo>
                          <a:lnTo>
                            <a:pt x="187" y="134"/>
                          </a:lnTo>
                          <a:lnTo>
                            <a:pt x="94" y="67"/>
                          </a:lnTo>
                          <a:lnTo>
                            <a:pt x="0" y="0"/>
                          </a:lnTo>
                        </a:path>
                      </a:pathLst>
                    </a:custGeom>
                    <a:noFill/>
                    <a:ln w="38100" cap="rnd" cmpd="sng">
                      <a:solidFill>
                        <a:srgbClr val="FF0000">
                          <a:alpha val="100000"/>
                        </a:srgbClr>
                      </a:solidFill>
                      <a:prstDash val="solid"/>
                      <a:round/>
                      <a:headEnd type="none" w="med" len="med"/>
                      <a:tailEnd type="none" w="med" len="med"/>
                    </a:ln>
                  </p:spPr>
                  <p:txBody>
                    <a:bodyPr/>
                    <a:p>
                      <a:endParaRPr lang="zh-CN" altLang="en-US"/>
                    </a:p>
                  </p:txBody>
                </p:sp>
                <p:sp>
                  <p:nvSpPr>
                    <p:cNvPr id="58402" name="Freeform 50"/>
                    <p:cNvSpPr/>
                    <p:nvPr/>
                  </p:nvSpPr>
                  <p:spPr>
                    <a:xfrm>
                      <a:off x="1493" y="897"/>
                      <a:ext cx="941" cy="351"/>
                    </a:xfrm>
                    <a:custGeom>
                      <a:avLst/>
                      <a:gdLst>
                        <a:gd name="txL" fmla="*/ 0 w 1161"/>
                        <a:gd name="txT" fmla="*/ 0 h 265"/>
                        <a:gd name="txR" fmla="*/ 1161 w 1161"/>
                        <a:gd name="txB" fmla="*/ 265 h 265"/>
                      </a:gdLst>
                      <a:ahLst/>
                      <a:cxnLst>
                        <a:cxn ang="0">
                          <a:pos x="0" y="41675"/>
                        </a:cxn>
                        <a:cxn ang="0">
                          <a:pos x="2" y="30121"/>
                        </a:cxn>
                        <a:cxn ang="0">
                          <a:pos x="4" y="20271"/>
                        </a:cxn>
                        <a:cxn ang="0">
                          <a:pos x="6" y="11986"/>
                        </a:cxn>
                        <a:cxn ang="0">
                          <a:pos x="9" y="4874"/>
                        </a:cxn>
                        <a:cxn ang="0">
                          <a:pos x="11" y="1318"/>
                        </a:cxn>
                        <a:cxn ang="0">
                          <a:pos x="12" y="0"/>
                        </a:cxn>
                        <a:cxn ang="0">
                          <a:pos x="15" y="1318"/>
                        </a:cxn>
                        <a:cxn ang="0">
                          <a:pos x="18" y="4874"/>
                        </a:cxn>
                        <a:cxn ang="0">
                          <a:pos x="19" y="11986"/>
                        </a:cxn>
                        <a:cxn ang="0">
                          <a:pos x="22" y="20271"/>
                        </a:cxn>
                        <a:cxn ang="0">
                          <a:pos x="24" y="30917"/>
                        </a:cxn>
                        <a:cxn ang="0">
                          <a:pos x="26" y="41675"/>
                        </a:cxn>
                      </a:cxnLst>
                      <a:rect l="txL" t="txT" r="txR" b="txB"/>
                      <a:pathLst>
                        <a:path w="1161" h="265">
                          <a:moveTo>
                            <a:pt x="0" y="264"/>
                          </a:moveTo>
                          <a:lnTo>
                            <a:pt x="97" y="192"/>
                          </a:lnTo>
                          <a:lnTo>
                            <a:pt x="194" y="129"/>
                          </a:lnTo>
                          <a:lnTo>
                            <a:pt x="294" y="76"/>
                          </a:lnTo>
                          <a:lnTo>
                            <a:pt x="391" y="31"/>
                          </a:lnTo>
                          <a:lnTo>
                            <a:pt x="473" y="8"/>
                          </a:lnTo>
                          <a:lnTo>
                            <a:pt x="570" y="0"/>
                          </a:lnTo>
                          <a:lnTo>
                            <a:pt x="670" y="8"/>
                          </a:lnTo>
                          <a:lnTo>
                            <a:pt x="767" y="31"/>
                          </a:lnTo>
                          <a:lnTo>
                            <a:pt x="864" y="76"/>
                          </a:lnTo>
                          <a:lnTo>
                            <a:pt x="963" y="129"/>
                          </a:lnTo>
                          <a:lnTo>
                            <a:pt x="1060" y="196"/>
                          </a:lnTo>
                          <a:lnTo>
                            <a:pt x="1160" y="264"/>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8403" name="Freeform 51"/>
                    <p:cNvSpPr/>
                    <p:nvPr/>
                  </p:nvSpPr>
                  <p:spPr>
                    <a:xfrm>
                      <a:off x="2423" y="1248"/>
                      <a:ext cx="941" cy="399"/>
                    </a:xfrm>
                    <a:custGeom>
                      <a:avLst/>
                      <a:gdLst>
                        <a:gd name="txL" fmla="*/ 0 w 1164"/>
                        <a:gd name="txT" fmla="*/ 0 h 265"/>
                        <a:gd name="txR" fmla="*/ 1164 w 1164"/>
                        <a:gd name="txB" fmla="*/ 265 h 265"/>
                      </a:gdLst>
                      <a:ahLst/>
                      <a:cxnLst>
                        <a:cxn ang="0">
                          <a:pos x="26" y="0"/>
                        </a:cxn>
                        <a:cxn ang="0">
                          <a:pos x="23" y="111987"/>
                        </a:cxn>
                        <a:cxn ang="0">
                          <a:pos x="21" y="212342"/>
                        </a:cxn>
                        <a:cxn ang="0">
                          <a:pos x="19" y="296648"/>
                        </a:cxn>
                        <a:cxn ang="0">
                          <a:pos x="17" y="365865"/>
                        </a:cxn>
                        <a:cxn ang="0">
                          <a:pos x="15" y="402987"/>
                        </a:cxn>
                        <a:cxn ang="0">
                          <a:pos x="12" y="416993"/>
                        </a:cxn>
                        <a:cxn ang="0">
                          <a:pos x="11" y="402987"/>
                        </a:cxn>
                        <a:cxn ang="0">
                          <a:pos x="8" y="365865"/>
                        </a:cxn>
                        <a:cxn ang="0">
                          <a:pos x="6" y="296648"/>
                        </a:cxn>
                        <a:cxn ang="0">
                          <a:pos x="4" y="212342"/>
                        </a:cxn>
                        <a:cxn ang="0">
                          <a:pos x="2" y="106080"/>
                        </a:cxn>
                        <a:cxn ang="0">
                          <a:pos x="0" y="0"/>
                        </a:cxn>
                      </a:cxnLst>
                      <a:rect l="txL" t="txT" r="txR" b="txB"/>
                      <a:pathLst>
                        <a:path w="1164" h="265">
                          <a:moveTo>
                            <a:pt x="1163" y="0"/>
                          </a:moveTo>
                          <a:lnTo>
                            <a:pt x="1063" y="71"/>
                          </a:lnTo>
                          <a:lnTo>
                            <a:pt x="966" y="134"/>
                          </a:lnTo>
                          <a:lnTo>
                            <a:pt x="867" y="187"/>
                          </a:lnTo>
                          <a:lnTo>
                            <a:pt x="770" y="232"/>
                          </a:lnTo>
                          <a:lnTo>
                            <a:pt x="687" y="255"/>
                          </a:lnTo>
                          <a:lnTo>
                            <a:pt x="587" y="264"/>
                          </a:lnTo>
                          <a:lnTo>
                            <a:pt x="490" y="255"/>
                          </a:lnTo>
                          <a:lnTo>
                            <a:pt x="391" y="232"/>
                          </a:lnTo>
                          <a:lnTo>
                            <a:pt x="294" y="187"/>
                          </a:lnTo>
                          <a:lnTo>
                            <a:pt x="194" y="134"/>
                          </a:lnTo>
                          <a:lnTo>
                            <a:pt x="97" y="67"/>
                          </a:lnTo>
                          <a:lnTo>
                            <a:pt x="0" y="0"/>
                          </a:lnTo>
                        </a:path>
                      </a:pathLst>
                    </a:custGeom>
                    <a:noFill/>
                    <a:ln w="38100" cap="rnd" cmpd="sng">
                      <a:solidFill>
                        <a:srgbClr val="0000FF">
                          <a:alpha val="100000"/>
                        </a:srgbClr>
                      </a:solidFill>
                      <a:prstDash val="solid"/>
                      <a:round/>
                      <a:headEnd type="none" w="med" len="med"/>
                      <a:tailEnd type="none" w="med" len="med"/>
                    </a:ln>
                  </p:spPr>
                  <p:txBody>
                    <a:bodyPr/>
                    <a:p>
                      <a:endParaRPr lang="zh-CN" altLang="en-US"/>
                    </a:p>
                  </p:txBody>
                </p:sp>
                <p:sp>
                  <p:nvSpPr>
                    <p:cNvPr id="58404" name="Text Box 52"/>
                    <p:cNvSpPr txBox="1"/>
                    <p:nvPr/>
                  </p:nvSpPr>
                  <p:spPr>
                    <a:xfrm>
                      <a:off x="1296" y="1200"/>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grpSp>
            <p:grpSp>
              <p:nvGrpSpPr>
                <p:cNvPr id="58392" name="Group 53"/>
                <p:cNvGrpSpPr/>
                <p:nvPr/>
              </p:nvGrpSpPr>
              <p:grpSpPr>
                <a:xfrm>
                  <a:off x="913" y="624"/>
                  <a:ext cx="3022" cy="768"/>
                  <a:chOff x="913" y="624"/>
                  <a:chExt cx="3022" cy="768"/>
                </a:xfrm>
              </p:grpSpPr>
              <p:sp>
                <p:nvSpPr>
                  <p:cNvPr id="58393" name="Line 54"/>
                  <p:cNvSpPr/>
                  <p:nvPr/>
                </p:nvSpPr>
                <p:spPr>
                  <a:xfrm flipV="1">
                    <a:off x="1488" y="624"/>
                    <a:ext cx="0" cy="768"/>
                  </a:xfrm>
                  <a:prstGeom prst="line">
                    <a:avLst/>
                  </a:prstGeom>
                  <a:ln w="38100" cap="flat" cmpd="sng">
                    <a:solidFill>
                      <a:schemeClr val="tx1"/>
                    </a:solidFill>
                    <a:prstDash val="solid"/>
                    <a:headEnd type="none" w="med" len="med"/>
                    <a:tailEnd type="triangle" w="med" len="med"/>
                  </a:ln>
                </p:spPr>
              </p:sp>
              <p:graphicFrame>
                <p:nvGraphicFramePr>
                  <p:cNvPr id="58394" name="Object 55"/>
                  <p:cNvGraphicFramePr>
                    <a:graphicFrameLocks noChangeAspect="1"/>
                  </p:cNvGraphicFramePr>
                  <p:nvPr/>
                </p:nvGraphicFramePr>
                <p:xfrm>
                  <a:off x="913" y="720"/>
                  <a:ext cx="568" cy="576"/>
                </p:xfrm>
                <a:graphic>
                  <a:graphicData uri="http://schemas.openxmlformats.org/presentationml/2006/ole">
                    <mc:AlternateContent xmlns:mc="http://schemas.openxmlformats.org/markup-compatibility/2006">
                      <mc:Choice xmlns:v="urn:schemas-microsoft-com:vml" Requires="v">
                        <p:oleObj spid="_x0000_s3279" name="" r:id="rId7" imgW="619125" imgH="800100" progId="Paint.Picture">
                          <p:embed/>
                        </p:oleObj>
                      </mc:Choice>
                      <mc:Fallback>
                        <p:oleObj name="" r:id="rId7" imgW="619125" imgH="800100" progId="Paint.Picture">
                          <p:embed/>
                          <p:pic>
                            <p:nvPicPr>
                              <p:cNvPr id="0" name="图片 3278"/>
                              <p:cNvPicPr/>
                              <p:nvPr/>
                            </p:nvPicPr>
                            <p:blipFill>
                              <a:blip r:embed="rId8">
                                <a:lum contrast="18000"/>
                              </a:blip>
                              <a:stretch>
                                <a:fillRect/>
                              </a:stretch>
                            </p:blipFill>
                            <p:spPr>
                              <a:xfrm>
                                <a:off x="913" y="720"/>
                                <a:ext cx="568" cy="576"/>
                              </a:xfrm>
                              <a:prstGeom prst="rect">
                                <a:avLst/>
                              </a:prstGeom>
                              <a:noFill/>
                              <a:ln w="38100">
                                <a:noFill/>
                                <a:miter/>
                              </a:ln>
                            </p:spPr>
                          </p:pic>
                        </p:oleObj>
                      </mc:Fallback>
                    </mc:AlternateContent>
                  </a:graphicData>
                </a:graphic>
              </p:graphicFrame>
              <p:graphicFrame>
                <p:nvGraphicFramePr>
                  <p:cNvPr id="58395" name="Object 56"/>
                  <p:cNvGraphicFramePr>
                    <a:graphicFrameLocks noChangeAspect="1"/>
                  </p:cNvGraphicFramePr>
                  <p:nvPr/>
                </p:nvGraphicFramePr>
                <p:xfrm>
                  <a:off x="3367" y="720"/>
                  <a:ext cx="568" cy="576"/>
                </p:xfrm>
                <a:graphic>
                  <a:graphicData uri="http://schemas.openxmlformats.org/presentationml/2006/ole">
                    <mc:AlternateContent xmlns:mc="http://schemas.openxmlformats.org/markup-compatibility/2006">
                      <mc:Choice xmlns:v="urn:schemas-microsoft-com:vml" Requires="v">
                        <p:oleObj spid="_x0000_s3280" name="" r:id="rId9" imgW="619125" imgH="800100" progId="Paint.Picture">
                          <p:embed/>
                        </p:oleObj>
                      </mc:Choice>
                      <mc:Fallback>
                        <p:oleObj name="" r:id="rId9" imgW="619125" imgH="800100" progId="Paint.Picture">
                          <p:embed/>
                          <p:pic>
                            <p:nvPicPr>
                              <p:cNvPr id="0" name="图片 3279"/>
                              <p:cNvPicPr/>
                              <p:nvPr/>
                            </p:nvPicPr>
                            <p:blipFill>
                              <a:blip r:embed="rId8">
                                <a:lum contrast="12000"/>
                              </a:blip>
                              <a:stretch>
                                <a:fillRect/>
                              </a:stretch>
                            </p:blipFill>
                            <p:spPr>
                              <a:xfrm>
                                <a:off x="3367" y="720"/>
                                <a:ext cx="568" cy="576"/>
                              </a:xfrm>
                              <a:prstGeom prst="rect">
                                <a:avLst/>
                              </a:prstGeom>
                              <a:noFill/>
                              <a:ln w="38100">
                                <a:noFill/>
                                <a:miter/>
                              </a:ln>
                            </p:spPr>
                          </p:pic>
                        </p:oleObj>
                      </mc:Fallback>
                    </mc:AlternateContent>
                  </a:graphicData>
                </a:graphic>
              </p:graphicFrame>
              <p:sp>
                <p:nvSpPr>
                  <p:cNvPr id="58396" name="Line 57"/>
                  <p:cNvSpPr/>
                  <p:nvPr/>
                </p:nvSpPr>
                <p:spPr>
                  <a:xfrm>
                    <a:off x="1297" y="1248"/>
                    <a:ext cx="2358" cy="0"/>
                  </a:xfrm>
                  <a:prstGeom prst="line">
                    <a:avLst/>
                  </a:prstGeom>
                  <a:ln w="38100" cap="flat" cmpd="sng">
                    <a:solidFill>
                      <a:schemeClr val="tx1"/>
                    </a:solidFill>
                    <a:prstDash val="solid"/>
                    <a:headEnd type="none" w="med" len="med"/>
                    <a:tailEnd type="triangle" w="med" len="med"/>
                  </a:ln>
                </p:spPr>
              </p:sp>
            </p:grpSp>
          </p:grpSp>
          <p:graphicFrame>
            <p:nvGraphicFramePr>
              <p:cNvPr id="58389" name="Object 58" descr="40%">
                <a:hlinkClick r:id="" action="ppaction://ole?verb="/>
              </p:cNvPr>
              <p:cNvGraphicFramePr/>
              <p:nvPr/>
            </p:nvGraphicFramePr>
            <p:xfrm>
              <a:off x="3312" y="1200"/>
              <a:ext cx="324" cy="230"/>
            </p:xfrm>
            <a:graphic>
              <a:graphicData uri="http://schemas.openxmlformats.org/presentationml/2006/ole">
                <mc:AlternateContent xmlns:mc="http://schemas.openxmlformats.org/markup-compatibility/2006">
                  <mc:Choice xmlns:v="urn:schemas-microsoft-com:vml" Requires="v">
                    <p:oleObj spid="_x0000_s3281" name="" r:id="rId10" imgW="254000" imgH="190500" progId="Equation.3">
                      <p:embed/>
                    </p:oleObj>
                  </mc:Choice>
                  <mc:Fallback>
                    <p:oleObj name="" r:id="rId10" imgW="254000" imgH="190500" progId="Equation.3">
                      <p:embed/>
                      <p:pic>
                        <p:nvPicPr>
                          <p:cNvPr id="0" name="图片 3280"/>
                          <p:cNvPicPr/>
                          <p:nvPr/>
                        </p:nvPicPr>
                        <p:blipFill>
                          <a:blip r:embed="rId11"/>
                          <a:stretch>
                            <a:fillRect/>
                          </a:stretch>
                        </p:blipFill>
                        <p:spPr>
                          <a:xfrm>
                            <a:off x="3312" y="1200"/>
                            <a:ext cx="324" cy="230"/>
                          </a:xfrm>
                          <a:prstGeom prst="rect">
                            <a:avLst/>
                          </a:prstGeom>
                          <a:noFill/>
                          <a:ln w="38100">
                            <a:noFill/>
                            <a:miter/>
                          </a:ln>
                        </p:spPr>
                      </p:pic>
                    </p:oleObj>
                  </mc:Fallback>
                </mc:AlternateContent>
              </a:graphicData>
            </a:graphic>
          </p:graphicFrame>
        </p:grpSp>
        <p:sp>
          <p:nvSpPr>
            <p:cNvPr id="58387" name="Text Box 59"/>
            <p:cNvSpPr txBox="1"/>
            <p:nvPr/>
          </p:nvSpPr>
          <p:spPr>
            <a:xfrm>
              <a:off x="768" y="62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u,i</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2/3*#ppt_w"/>
                                          </p:val>
                                        </p:tav>
                                        <p:tav tm="100000">
                                          <p:val>
                                            <p:strVal val="#ppt_w"/>
                                          </p:val>
                                        </p:tav>
                                      </p:tavLst>
                                    </p:anim>
                                    <p:anim calcmode="lin" valueType="num">
                                      <p:cBhvr>
                                        <p:cTn id="8" dur="500" fill="hold"/>
                                        <p:tgtEl>
                                          <p:spTgt spid="7"/>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826381"/>
                                        </p:tgtEl>
                                        <p:attrNameLst>
                                          <p:attrName>style.visibility</p:attrName>
                                        </p:attrNameLst>
                                      </p:cBhvr>
                                      <p:to>
                                        <p:strVal val="visible"/>
                                      </p:to>
                                    </p:set>
                                    <p:animEffect transition="in" filter="barn(outHorizontal)">
                                      <p:cBhvr>
                                        <p:cTn id="23" dur="500"/>
                                        <p:tgtEl>
                                          <p:spTgt spid="82638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826386"/>
                                        </p:tgtEl>
                                        <p:attrNameLst>
                                          <p:attrName>style.visibility</p:attrName>
                                        </p:attrNameLst>
                                      </p:cBhvr>
                                      <p:to>
                                        <p:strVal val="visible"/>
                                      </p:to>
                                    </p:set>
                                    <p:anim calcmode="lin" valueType="num">
                                      <p:cBhvr>
                                        <p:cTn id="33" dur="500" fill="hold"/>
                                        <p:tgtEl>
                                          <p:spTgt spid="826386"/>
                                        </p:tgtEl>
                                        <p:attrNameLst>
                                          <p:attrName>ppt_w</p:attrName>
                                        </p:attrNameLst>
                                      </p:cBhvr>
                                      <p:tavLst>
                                        <p:tav tm="0">
                                          <p:val>
                                            <p:fltVal val="0.000000"/>
                                          </p:val>
                                        </p:tav>
                                        <p:tav tm="100000">
                                          <p:val>
                                            <p:strVal val="#ppt_w"/>
                                          </p:val>
                                        </p:tav>
                                      </p:tavLst>
                                    </p:anim>
                                    <p:anim calcmode="lin" valueType="num">
                                      <p:cBhvr>
                                        <p:cTn id="34" dur="500" fill="hold"/>
                                        <p:tgtEl>
                                          <p:spTgt spid="826386"/>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42" fill="hold" grpId="0" nodeType="clickEffect">
                                  <p:stCondLst>
                                    <p:cond delay="0"/>
                                  </p:stCondLst>
                                  <p:childTnLst>
                                    <p:set>
                                      <p:cBhvr>
                                        <p:cTn id="43" dur="1" fill="hold">
                                          <p:stCondLst>
                                            <p:cond delay="0"/>
                                          </p:stCondLst>
                                        </p:cTn>
                                        <p:tgtEl>
                                          <p:spTgt spid="826391"/>
                                        </p:tgtEl>
                                        <p:attrNameLst>
                                          <p:attrName>style.visibility</p:attrName>
                                        </p:attrNameLst>
                                      </p:cBhvr>
                                      <p:to>
                                        <p:strVal val="visible"/>
                                      </p:to>
                                    </p:set>
                                    <p:animEffect transition="in" filter="barn(outHorizontal)">
                                      <p:cBhvr>
                                        <p:cTn id="44" dur="500"/>
                                        <p:tgtEl>
                                          <p:spTgt spid="82639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826396"/>
                                        </p:tgtEl>
                                        <p:attrNameLst>
                                          <p:attrName>style.visibility</p:attrName>
                                        </p:attrNameLst>
                                      </p:cBhvr>
                                      <p:to>
                                        <p:strVal val="visible"/>
                                      </p:to>
                                    </p:set>
                                    <p:animEffect transition="in" filter="barn(outHorizontal)">
                                      <p:cBhvr>
                                        <p:cTn id="54" dur="500"/>
                                        <p:tgtEl>
                                          <p:spTgt spid="826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81" grpId="0"/>
      <p:bldP spid="826386" grpId="0"/>
      <p:bldP spid="826391" grpId="0"/>
      <p:bldP spid="82639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25347" name="Rectangle 3"/>
          <p:cNvSpPr>
            <a:spLocks noChangeArrowheads="1"/>
          </p:cNvSpPr>
          <p:nvPr/>
        </p:nvSpPr>
        <p:spPr bwMode="auto">
          <a:xfrm>
            <a:off x="685800" y="533400"/>
            <a:ext cx="8001000" cy="14954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8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dirty="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3-6] </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把一个电容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=31.85×10</a:t>
            </a:r>
            <a:r>
              <a:rPr kumimoji="1" lang="zh-CN" altLang="en-US" sz="2400" b="1" i="0" u="none" strike="noStrike" kern="1200" cap="none" spc="0" normalizeH="0" baseline="30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30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6</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 </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接到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=50Hz,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Ù </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=220∠0</a:t>
            </a:r>
            <a:r>
              <a:rPr kumimoji="1" lang="en-US" altLang="zh-CN" sz="2400" b="1" i="0" u="none" strike="noStrike" kern="1200" cap="none" spc="0" normalizeH="0" baseline="30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V</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的正弦电源上，试求</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求电容电流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 </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(2)</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如保持</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不变，而电源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f </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10</a:t>
            </a:r>
            <a:r>
              <a:rPr kumimoji="1" lang="en-US" altLang="zh-CN" sz="2400" b="1" i="0" u="none" strike="noStrike" kern="1200" cap="none" spc="0" normalizeH="0" baseline="3000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6</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Hz, </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这时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为多少？</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p:nvPr/>
        </p:nvGrpSpPr>
        <p:grpSpPr>
          <a:xfrm>
            <a:off x="838200" y="1905000"/>
            <a:ext cx="3340100" cy="600075"/>
            <a:chOff x="528" y="3024"/>
            <a:chExt cx="2104" cy="378"/>
          </a:xfrm>
        </p:grpSpPr>
        <p:sp>
          <p:nvSpPr>
            <p:cNvPr id="59402" name="Rectangle 5"/>
            <p:cNvSpPr/>
            <p:nvPr/>
          </p:nvSpPr>
          <p:spPr>
            <a:xfrm>
              <a:off x="528" y="3024"/>
              <a:ext cx="534"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5050"/>
                  </a:solidFill>
                  <a:latin typeface="Times New Roman" panose="02020603050405020304" pitchFamily="18" charset="0"/>
                  <a:ea typeface="华文中宋" panose="02010600040101010101" pitchFamily="2" charset="-122"/>
                </a:rPr>
                <a:t>解</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sp>
          <p:nvSpPr>
            <p:cNvPr id="59403" name="Rectangle 6"/>
            <p:cNvSpPr/>
            <p:nvPr/>
          </p:nvSpPr>
          <p:spPr>
            <a:xfrm>
              <a:off x="1008" y="3072"/>
              <a:ext cx="1624" cy="33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(1) </a:t>
              </a:r>
              <a:r>
                <a:rPr lang="zh-CN" altLang="en-US" sz="2400" b="1" dirty="0">
                  <a:latin typeface="Times New Roman" panose="02020603050405020304" pitchFamily="18" charset="0"/>
                  <a:ea typeface="华文中宋" panose="02010600040101010101" pitchFamily="2" charset="-122"/>
                </a:rPr>
                <a:t>当 </a:t>
              </a:r>
              <a:r>
                <a:rPr lang="en-US" altLang="zh-CN" sz="2400" b="1" i="1" dirty="0">
                  <a:latin typeface="Times New Roman" panose="02020603050405020304" pitchFamily="18" charset="0"/>
                  <a:ea typeface="华文中宋" panose="02010600040101010101" pitchFamily="2" charset="-122"/>
                </a:rPr>
                <a:t>f </a:t>
              </a:r>
              <a:r>
                <a:rPr lang="en-US" altLang="zh-CN" sz="2400" b="1" dirty="0">
                  <a:latin typeface="Times New Roman" panose="02020603050405020304" pitchFamily="18" charset="0"/>
                  <a:ea typeface="华文中宋" panose="02010600040101010101" pitchFamily="2" charset="-122"/>
                </a:rPr>
                <a:t>= 50Hz </a:t>
              </a:r>
              <a:r>
                <a:rPr lang="zh-CN" altLang="en-US" sz="2400" b="1" dirty="0">
                  <a:latin typeface="Times New Roman" panose="02020603050405020304" pitchFamily="18" charset="0"/>
                  <a:ea typeface="华文中宋" panose="02010600040101010101" pitchFamily="2" charset="-122"/>
                </a:rPr>
                <a:t>时</a:t>
              </a:r>
              <a:endParaRPr lang="zh-CN" altLang="en-US" sz="2400" b="1" dirty="0">
                <a:latin typeface="Times New Roman" panose="02020603050405020304" pitchFamily="18" charset="0"/>
                <a:ea typeface="华文中宋" panose="02010600040101010101" pitchFamily="2" charset="-122"/>
              </a:endParaRPr>
            </a:p>
          </p:txBody>
        </p:sp>
      </p:grpSp>
      <p:graphicFrame>
        <p:nvGraphicFramePr>
          <p:cNvPr id="825351" name="Object 7" descr="40%">
            <a:hlinkClick r:id="" action="ppaction://ole?verb="/>
          </p:cNvPr>
          <p:cNvGraphicFramePr/>
          <p:nvPr/>
        </p:nvGraphicFramePr>
        <p:xfrm>
          <a:off x="1020763" y="2438400"/>
          <a:ext cx="7351712" cy="887413"/>
        </p:xfrm>
        <a:graphic>
          <a:graphicData uri="http://schemas.openxmlformats.org/presentationml/2006/ole">
            <mc:AlternateContent xmlns:mc="http://schemas.openxmlformats.org/markup-compatibility/2006">
              <mc:Choice xmlns:v="urn:schemas-microsoft-com:vml" Requires="v">
                <p:oleObj spid="_x0000_s3291" name="" r:id="rId1" imgW="2946400" imgH="419100" progId="Equation.3">
                  <p:embed/>
                </p:oleObj>
              </mc:Choice>
              <mc:Fallback>
                <p:oleObj name="" r:id="rId1" imgW="2946400" imgH="419100" progId="Equation.3">
                  <p:embed/>
                  <p:pic>
                    <p:nvPicPr>
                      <p:cNvPr id="0" name="图片 3290"/>
                      <p:cNvPicPr/>
                      <p:nvPr/>
                    </p:nvPicPr>
                    <p:blipFill>
                      <a:blip r:embed="rId2"/>
                      <a:stretch>
                        <a:fillRect/>
                      </a:stretch>
                    </p:blipFill>
                    <p:spPr>
                      <a:xfrm>
                        <a:off x="1020763" y="2438400"/>
                        <a:ext cx="7351712" cy="887413"/>
                      </a:xfrm>
                      <a:prstGeom prst="rect">
                        <a:avLst/>
                      </a:prstGeom>
                      <a:noFill/>
                      <a:ln w="38100">
                        <a:noFill/>
                        <a:miter/>
                      </a:ln>
                    </p:spPr>
                  </p:pic>
                </p:oleObj>
              </mc:Fallback>
            </mc:AlternateContent>
          </a:graphicData>
        </a:graphic>
      </p:graphicFrame>
      <p:graphicFrame>
        <p:nvGraphicFramePr>
          <p:cNvPr id="825352" name="Object 8" descr="40%">
            <a:hlinkClick r:id="" action="ppaction://ole?verb="/>
          </p:cNvPr>
          <p:cNvGraphicFramePr/>
          <p:nvPr/>
        </p:nvGraphicFramePr>
        <p:xfrm>
          <a:off x="1008063" y="3276600"/>
          <a:ext cx="6069012" cy="887413"/>
        </p:xfrm>
        <a:graphic>
          <a:graphicData uri="http://schemas.openxmlformats.org/presentationml/2006/ole">
            <mc:AlternateContent xmlns:mc="http://schemas.openxmlformats.org/markup-compatibility/2006">
              <mc:Choice xmlns:v="urn:schemas-microsoft-com:vml" Requires="v">
                <p:oleObj spid="_x0000_s3286" name="" r:id="rId3" imgW="2209800" imgH="457200" progId="Equation.3">
                  <p:embed/>
                </p:oleObj>
              </mc:Choice>
              <mc:Fallback>
                <p:oleObj name="" r:id="rId3" imgW="2209800" imgH="457200" progId="Equation.3">
                  <p:embed/>
                  <p:pic>
                    <p:nvPicPr>
                      <p:cNvPr id="0" name="图片 3285"/>
                      <p:cNvPicPr/>
                      <p:nvPr/>
                    </p:nvPicPr>
                    <p:blipFill>
                      <a:blip r:embed="rId4"/>
                      <a:stretch>
                        <a:fillRect/>
                      </a:stretch>
                    </p:blipFill>
                    <p:spPr>
                      <a:xfrm>
                        <a:off x="1008063" y="3276600"/>
                        <a:ext cx="6069012" cy="887413"/>
                      </a:xfrm>
                      <a:prstGeom prst="rect">
                        <a:avLst/>
                      </a:prstGeom>
                      <a:noFill/>
                      <a:ln w="38100">
                        <a:noFill/>
                        <a:miter/>
                      </a:ln>
                    </p:spPr>
                  </p:pic>
                </p:oleObj>
              </mc:Fallback>
            </mc:AlternateContent>
          </a:graphicData>
        </a:graphic>
      </p:graphicFrame>
      <p:sp>
        <p:nvSpPr>
          <p:cNvPr id="825353" name="Rectangle 9"/>
          <p:cNvSpPr/>
          <p:nvPr/>
        </p:nvSpPr>
        <p:spPr>
          <a:xfrm>
            <a:off x="1600200" y="4114800"/>
            <a:ext cx="3810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(2) </a:t>
            </a:r>
            <a:r>
              <a:rPr lang="zh-CN" altLang="en-US" sz="2800" b="1" dirty="0">
                <a:latin typeface="Times New Roman" panose="02020603050405020304" pitchFamily="18" charset="0"/>
                <a:ea typeface="华文中宋" panose="02010600040101010101" pitchFamily="2" charset="-122"/>
              </a:rPr>
              <a:t>当 </a:t>
            </a:r>
            <a:r>
              <a:rPr lang="en-US" altLang="zh-CN" sz="2800" b="1" i="1" dirty="0">
                <a:latin typeface="Times New Roman" panose="02020603050405020304" pitchFamily="18" charset="0"/>
                <a:ea typeface="华文中宋" panose="02010600040101010101" pitchFamily="2" charset="-122"/>
              </a:rPr>
              <a:t>f </a:t>
            </a:r>
            <a:r>
              <a:rPr lang="en-US" altLang="zh-CN" sz="2800" b="1" dirty="0">
                <a:latin typeface="Times New Roman" panose="02020603050405020304" pitchFamily="18" charset="0"/>
                <a:ea typeface="华文中宋" panose="02010600040101010101" pitchFamily="2" charset="-122"/>
              </a:rPr>
              <a:t>= 10</a:t>
            </a:r>
            <a:r>
              <a:rPr lang="en-US" altLang="zh-CN" sz="2800" b="1" baseline="30000" dirty="0">
                <a:latin typeface="Times New Roman" panose="02020603050405020304" pitchFamily="18" charset="0"/>
                <a:ea typeface="华文中宋" panose="02010600040101010101" pitchFamily="2" charset="-122"/>
              </a:rPr>
              <a:t>6</a:t>
            </a:r>
            <a:r>
              <a:rPr lang="en-US" altLang="zh-CN" sz="2800" b="1" dirty="0">
                <a:latin typeface="Times New Roman" panose="02020603050405020304" pitchFamily="18" charset="0"/>
                <a:ea typeface="华文中宋" panose="02010600040101010101" pitchFamily="2" charset="-122"/>
              </a:rPr>
              <a:t>Hz </a:t>
            </a:r>
            <a:r>
              <a:rPr lang="zh-CN" altLang="en-US" sz="2800" b="1" dirty="0">
                <a:latin typeface="Times New Roman" panose="02020603050405020304" pitchFamily="18" charset="0"/>
                <a:ea typeface="华文中宋" panose="02010600040101010101" pitchFamily="2" charset="-122"/>
              </a:rPr>
              <a:t>时</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25354" name="Object 10" descr="40%">
            <a:hlinkClick r:id="" action="ppaction://ole?verb="/>
          </p:cNvPr>
          <p:cNvGraphicFramePr/>
          <p:nvPr/>
        </p:nvGraphicFramePr>
        <p:xfrm>
          <a:off x="892175" y="4572000"/>
          <a:ext cx="7794625" cy="887413"/>
        </p:xfrm>
        <a:graphic>
          <a:graphicData uri="http://schemas.openxmlformats.org/presentationml/2006/ole">
            <mc:AlternateContent xmlns:mc="http://schemas.openxmlformats.org/markup-compatibility/2006">
              <mc:Choice xmlns:v="urn:schemas-microsoft-com:vml" Requires="v">
                <p:oleObj spid="_x0000_s3285" name="" r:id="rId5" imgW="3124200" imgH="419100" progId="Equation.3">
                  <p:embed/>
                </p:oleObj>
              </mc:Choice>
              <mc:Fallback>
                <p:oleObj name="" r:id="rId5" imgW="3124200" imgH="419100" progId="Equation.3">
                  <p:embed/>
                  <p:pic>
                    <p:nvPicPr>
                      <p:cNvPr id="0" name="图片 3284"/>
                      <p:cNvPicPr/>
                      <p:nvPr/>
                    </p:nvPicPr>
                    <p:blipFill>
                      <a:blip r:embed="rId6"/>
                      <a:stretch>
                        <a:fillRect/>
                      </a:stretch>
                    </p:blipFill>
                    <p:spPr>
                      <a:xfrm>
                        <a:off x="892175" y="4572000"/>
                        <a:ext cx="7794625" cy="887413"/>
                      </a:xfrm>
                      <a:prstGeom prst="rect">
                        <a:avLst/>
                      </a:prstGeom>
                      <a:noFill/>
                      <a:ln w="38100">
                        <a:noFill/>
                        <a:miter/>
                      </a:ln>
                    </p:spPr>
                  </p:pic>
                </p:oleObj>
              </mc:Fallback>
            </mc:AlternateContent>
          </a:graphicData>
        </a:graphic>
      </p:graphicFrame>
      <p:graphicFrame>
        <p:nvGraphicFramePr>
          <p:cNvPr id="825355" name="Object 11" descr="40%">
            <a:hlinkClick r:id="" action="ppaction://ole?verb="/>
          </p:cNvPr>
          <p:cNvGraphicFramePr/>
          <p:nvPr/>
        </p:nvGraphicFramePr>
        <p:xfrm>
          <a:off x="1028700" y="5562600"/>
          <a:ext cx="6767513" cy="887413"/>
        </p:xfrm>
        <a:graphic>
          <a:graphicData uri="http://schemas.openxmlformats.org/presentationml/2006/ole">
            <mc:AlternateContent xmlns:mc="http://schemas.openxmlformats.org/markup-compatibility/2006">
              <mc:Choice xmlns:v="urn:schemas-microsoft-com:vml" Requires="v">
                <p:oleObj spid="_x0000_s3290" name="" r:id="rId7" imgW="2463800" imgH="457200" progId="Equation.3">
                  <p:embed/>
                </p:oleObj>
              </mc:Choice>
              <mc:Fallback>
                <p:oleObj name="" r:id="rId7" imgW="2463800" imgH="457200" progId="Equation.3">
                  <p:embed/>
                  <p:pic>
                    <p:nvPicPr>
                      <p:cNvPr id="0" name="图片 3289"/>
                      <p:cNvPicPr/>
                      <p:nvPr/>
                    </p:nvPicPr>
                    <p:blipFill>
                      <a:blip r:embed="rId8"/>
                      <a:stretch>
                        <a:fillRect/>
                      </a:stretch>
                    </p:blipFill>
                    <p:spPr>
                      <a:xfrm>
                        <a:off x="1028700" y="5562600"/>
                        <a:ext cx="6767513" cy="8874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25347"/>
                                        </p:tgtEl>
                                        <p:attrNameLst>
                                          <p:attrName>style.visibility</p:attrName>
                                        </p:attrNameLst>
                                      </p:cBhvr>
                                      <p:to>
                                        <p:strVal val="visible"/>
                                      </p:to>
                                    </p:set>
                                    <p:animEffect transition="in" filter="blinds(horizontal)">
                                      <p:cBhvr>
                                        <p:cTn id="7" dur="500"/>
                                        <p:tgtEl>
                                          <p:spTgt spid="8253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25351"/>
                                        </p:tgtEl>
                                        <p:attrNameLst>
                                          <p:attrName>style.visibility</p:attrName>
                                        </p:attrNameLst>
                                      </p:cBhvr>
                                      <p:to>
                                        <p:strVal val="visible"/>
                                      </p:to>
                                    </p:set>
                                    <p:animEffect transition="in" filter="wipe(left)">
                                      <p:cBhvr>
                                        <p:cTn id="17" dur="500"/>
                                        <p:tgtEl>
                                          <p:spTgt spid="8253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25352"/>
                                        </p:tgtEl>
                                        <p:attrNameLst>
                                          <p:attrName>style.visibility</p:attrName>
                                        </p:attrNameLst>
                                      </p:cBhvr>
                                      <p:to>
                                        <p:strVal val="visible"/>
                                      </p:to>
                                    </p:set>
                                    <p:animEffect transition="in" filter="wipe(up)">
                                      <p:cBhvr>
                                        <p:cTn id="22" dur="500"/>
                                        <p:tgtEl>
                                          <p:spTgt spid="8253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5353"/>
                                        </p:tgtEl>
                                        <p:attrNameLst>
                                          <p:attrName>style.visibility</p:attrName>
                                        </p:attrNameLst>
                                      </p:cBhvr>
                                      <p:to>
                                        <p:strVal val="visible"/>
                                      </p:to>
                                    </p:set>
                                    <p:animEffect transition="in" filter="wipe(left)">
                                      <p:cBhvr>
                                        <p:cTn id="27" dur="500"/>
                                        <p:tgtEl>
                                          <p:spTgt spid="8253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25354"/>
                                        </p:tgtEl>
                                        <p:attrNameLst>
                                          <p:attrName>style.visibility</p:attrName>
                                        </p:attrNameLst>
                                      </p:cBhvr>
                                      <p:to>
                                        <p:strVal val="visible"/>
                                      </p:to>
                                    </p:set>
                                    <p:animEffect transition="in" filter="wipe(left)">
                                      <p:cBhvr>
                                        <p:cTn id="32" dur="500"/>
                                        <p:tgtEl>
                                          <p:spTgt spid="8253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25355"/>
                                        </p:tgtEl>
                                        <p:attrNameLst>
                                          <p:attrName>style.visibility</p:attrName>
                                        </p:attrNameLst>
                                      </p:cBhvr>
                                      <p:to>
                                        <p:strVal val="visible"/>
                                      </p:to>
                                    </p:set>
                                    <p:animEffect transition="in" filter="wipe(up)">
                                      <p:cBhvr>
                                        <p:cTn id="37" dur="500"/>
                                        <p:tgtEl>
                                          <p:spTgt spid="825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7" grpId="0"/>
      <p:bldP spid="82535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28419" name="Text Box 3" descr="40%"/>
          <p:cNvSpPr txBox="1">
            <a:spLocks noChangeArrowheads="1"/>
          </p:cNvSpPr>
          <p:nvPr/>
        </p:nvSpPr>
        <p:spPr bwMode="auto">
          <a:xfrm>
            <a:off x="1822450" y="817563"/>
            <a:ext cx="5670550" cy="641350"/>
          </a:xfrm>
          <a:prstGeom prst="rect">
            <a:avLst/>
          </a:prstGeom>
          <a:noFill/>
          <a:ln w="9525">
            <a:noFill/>
            <a:miter lim="800000"/>
          </a:ln>
          <a:effectLst/>
        </p:spPr>
        <p:txBody>
          <a:bodyPr wrap="none">
            <a:spAutoFit/>
          </a:bodyPr>
          <a:lstStyle/>
          <a:p>
            <a:pPr marR="0" algn="ctr" defTabSz="914400">
              <a:spcBef>
                <a:spcPct val="50000"/>
              </a:spcBef>
              <a:buClrTx/>
              <a:buSzTx/>
              <a:buFontTx/>
              <a:defRPr/>
            </a:pPr>
            <a:r>
              <a:rPr kumimoji="1" lang="zh-CN" altLang="en-US" sz="36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单一参数电路中的基本关系</a:t>
            </a:r>
            <a:endParaRPr kumimoji="1" lang="zh-CN" altLang="en-US" sz="36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20" name="WordArt 4" descr="白色大理石"/>
          <p:cNvSpPr>
            <a:spLocks noTextEdit="1"/>
          </p:cNvSpPr>
          <p:nvPr/>
        </p:nvSpPr>
        <p:spPr>
          <a:xfrm>
            <a:off x="339725" y="898525"/>
            <a:ext cx="914400" cy="428625"/>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p>
            <a:pPr algn="ctr"/>
            <a:r>
              <a:rPr lang="zh-CN" altLang="en-US" sz="3600" b="1">
                <a:blipFill rotWithShape="0">
                  <a:blip r:embed="rId1"/>
                </a:blipFill>
                <a:latin typeface="华文中宋" panose="02010600040101010101" pitchFamily="2" charset="-122"/>
                <a:ea typeface="华文中宋" panose="02010600040101010101" pitchFamily="2" charset="-122"/>
              </a:rPr>
              <a:t>小 结</a:t>
            </a:r>
            <a:endParaRPr lang="zh-CN" altLang="en-US" sz="3600" b="1">
              <a:blipFill rotWithShape="0">
                <a:blip r:embed="rId1"/>
              </a:blipFill>
              <a:latin typeface="华文中宋" panose="02010600040101010101" pitchFamily="2" charset="-122"/>
              <a:ea typeface="华文中宋" panose="02010600040101010101" pitchFamily="2" charset="-122"/>
            </a:endParaRPr>
          </a:p>
        </p:txBody>
      </p:sp>
      <p:grpSp>
        <p:nvGrpSpPr>
          <p:cNvPr id="60421" name="Group 5"/>
          <p:cNvGrpSpPr/>
          <p:nvPr/>
        </p:nvGrpSpPr>
        <p:grpSpPr>
          <a:xfrm>
            <a:off x="34925" y="1752600"/>
            <a:ext cx="8915400" cy="4556125"/>
            <a:chOff x="48" y="970"/>
            <a:chExt cx="5616" cy="2870"/>
          </a:xfrm>
        </p:grpSpPr>
        <p:sp>
          <p:nvSpPr>
            <p:cNvPr id="60422" name="Text Box 6"/>
            <p:cNvSpPr txBox="1"/>
            <p:nvPr/>
          </p:nvSpPr>
          <p:spPr>
            <a:xfrm>
              <a:off x="48" y="1066"/>
              <a:ext cx="720" cy="2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lnSpc>
                  <a:spcPct val="80000"/>
                </a:lnSpc>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参数</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60423" name="Object 7" descr="30%"/>
            <p:cNvGraphicFramePr>
              <a:graphicFrameLocks noChangeAspect="1"/>
            </p:cNvGraphicFramePr>
            <p:nvPr/>
          </p:nvGraphicFramePr>
          <p:xfrm>
            <a:off x="864" y="2122"/>
            <a:ext cx="1104" cy="394"/>
          </p:xfrm>
          <a:graphic>
            <a:graphicData uri="http://schemas.openxmlformats.org/presentationml/2006/ole">
              <mc:AlternateContent xmlns:mc="http://schemas.openxmlformats.org/markup-compatibility/2006">
                <mc:Choice xmlns:v="urn:schemas-microsoft-com:vml" Requires="v">
                  <p:oleObj spid="_x0000_s3292" name="" r:id="rId2" imgW="735965" imgH="215900" progId="Equation.3">
                    <p:embed/>
                  </p:oleObj>
                </mc:Choice>
                <mc:Fallback>
                  <p:oleObj name="" r:id="rId2" imgW="735965" imgH="215900" progId="Equation.3">
                    <p:embed/>
                    <p:pic>
                      <p:nvPicPr>
                        <p:cNvPr id="0" name="图片 3291"/>
                        <p:cNvPicPr/>
                        <p:nvPr/>
                      </p:nvPicPr>
                      <p:blipFill>
                        <a:blip r:embed="rId3"/>
                        <a:stretch>
                          <a:fillRect/>
                        </a:stretch>
                      </p:blipFill>
                      <p:spPr>
                        <a:xfrm>
                          <a:off x="864" y="2122"/>
                          <a:ext cx="1104" cy="394"/>
                        </a:xfrm>
                        <a:prstGeom prst="rect">
                          <a:avLst/>
                        </a:prstGeom>
                        <a:noFill/>
                        <a:ln w="38100">
                          <a:noFill/>
                          <a:miter/>
                        </a:ln>
                      </p:spPr>
                    </p:pic>
                  </p:oleObj>
                </mc:Fallback>
              </mc:AlternateContent>
            </a:graphicData>
          </a:graphic>
        </p:graphicFrame>
        <p:graphicFrame>
          <p:nvGraphicFramePr>
            <p:cNvPr id="60424" name="Object 8" descr="大棋盘"/>
            <p:cNvGraphicFramePr>
              <a:graphicFrameLocks noChangeAspect="1"/>
            </p:cNvGraphicFramePr>
            <p:nvPr/>
          </p:nvGraphicFramePr>
          <p:xfrm>
            <a:off x="2064" y="1978"/>
            <a:ext cx="1050" cy="685"/>
          </p:xfrm>
          <a:graphic>
            <a:graphicData uri="http://schemas.openxmlformats.org/presentationml/2006/ole">
              <mc:AlternateContent xmlns:mc="http://schemas.openxmlformats.org/markup-compatibility/2006">
                <mc:Choice xmlns:v="urn:schemas-microsoft-com:vml" Requires="v">
                  <p:oleObj spid="_x0000_s3283" name="" r:id="rId4" imgW="571500" imgH="393700" progId="Equation.3">
                    <p:embed/>
                  </p:oleObj>
                </mc:Choice>
                <mc:Fallback>
                  <p:oleObj name="" r:id="rId4" imgW="571500" imgH="393700" progId="Equation.3">
                    <p:embed/>
                    <p:pic>
                      <p:nvPicPr>
                        <p:cNvPr id="0" name="图片 3282"/>
                        <p:cNvPicPr/>
                        <p:nvPr/>
                      </p:nvPicPr>
                      <p:blipFill>
                        <a:blip r:embed="rId5"/>
                        <a:stretch>
                          <a:fillRect/>
                        </a:stretch>
                      </p:blipFill>
                      <p:spPr>
                        <a:xfrm>
                          <a:off x="2064" y="1978"/>
                          <a:ext cx="1050" cy="685"/>
                        </a:xfrm>
                        <a:prstGeom prst="rect">
                          <a:avLst/>
                        </a:prstGeom>
                        <a:noFill/>
                        <a:ln w="38100">
                          <a:noFill/>
                          <a:miter/>
                        </a:ln>
                      </p:spPr>
                    </p:pic>
                  </p:oleObj>
                </mc:Fallback>
              </mc:AlternateContent>
            </a:graphicData>
          </a:graphic>
        </p:graphicFrame>
        <p:sp>
          <p:nvSpPr>
            <p:cNvPr id="60425" name="Text Box 9"/>
            <p:cNvSpPr txBox="1"/>
            <p:nvPr/>
          </p:nvSpPr>
          <p:spPr>
            <a:xfrm>
              <a:off x="336" y="2170"/>
              <a:ext cx="272"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b="1" i="1" dirty="0">
                  <a:solidFill>
                    <a:srgbClr val="FF0000"/>
                  </a:solidFill>
                  <a:latin typeface="Times New Roman" panose="02020603050405020304" pitchFamily="18" charset="0"/>
                  <a:ea typeface="华文中宋" panose="02010600040101010101" pitchFamily="2" charset="-122"/>
                </a:rPr>
                <a:t>L</a:t>
              </a:r>
              <a:endParaRPr lang="en-US" altLang="zh-CN" b="1" dirty="0">
                <a:solidFill>
                  <a:srgbClr val="FF0000"/>
                </a:solidFill>
                <a:latin typeface="Times New Roman" panose="02020603050405020304" pitchFamily="18" charset="0"/>
                <a:ea typeface="华文中宋" panose="02010600040101010101" pitchFamily="2" charset="-122"/>
              </a:endParaRPr>
            </a:p>
          </p:txBody>
        </p:sp>
        <p:sp>
          <p:nvSpPr>
            <p:cNvPr id="60426" name="Line 10"/>
            <p:cNvSpPr/>
            <p:nvPr/>
          </p:nvSpPr>
          <p:spPr>
            <a:xfrm>
              <a:off x="192" y="1882"/>
              <a:ext cx="5424" cy="0"/>
            </a:xfrm>
            <a:prstGeom prst="line">
              <a:avLst/>
            </a:prstGeom>
            <a:ln w="38100" cap="flat" cmpd="sng">
              <a:solidFill>
                <a:schemeClr val="tx1"/>
              </a:solidFill>
              <a:prstDash val="solid"/>
              <a:headEnd type="none" w="med" len="med"/>
              <a:tailEnd type="none" w="med" len="med"/>
            </a:ln>
          </p:spPr>
        </p:sp>
        <p:graphicFrame>
          <p:nvGraphicFramePr>
            <p:cNvPr id="60427" name="Object 11" descr="30%"/>
            <p:cNvGraphicFramePr>
              <a:graphicFrameLocks noChangeAspect="1"/>
            </p:cNvGraphicFramePr>
            <p:nvPr/>
          </p:nvGraphicFramePr>
          <p:xfrm>
            <a:off x="816" y="2986"/>
            <a:ext cx="1114" cy="672"/>
          </p:xfrm>
          <a:graphic>
            <a:graphicData uri="http://schemas.openxmlformats.org/presentationml/2006/ole">
              <mc:AlternateContent xmlns:mc="http://schemas.openxmlformats.org/markup-compatibility/2006">
                <mc:Choice xmlns:v="urn:schemas-microsoft-com:vml" Requires="v">
                  <p:oleObj spid="_x0000_s3284" name="" r:id="rId6" imgW="1130300" imgH="381000" progId="Equation.3">
                    <p:embed/>
                  </p:oleObj>
                </mc:Choice>
                <mc:Fallback>
                  <p:oleObj name="" r:id="rId6" imgW="1130300" imgH="381000" progId="Equation.3">
                    <p:embed/>
                    <p:pic>
                      <p:nvPicPr>
                        <p:cNvPr id="0" name="图片 3283"/>
                        <p:cNvPicPr/>
                        <p:nvPr/>
                      </p:nvPicPr>
                      <p:blipFill>
                        <a:blip r:embed="rId7">
                          <a:clrChange>
                            <a:clrFrom>
                              <a:srgbClr val="000000"/>
                            </a:clrFrom>
                            <a:clrTo>
                              <a:srgbClr val="0033CC"/>
                            </a:clrTo>
                          </a:clrChange>
                        </a:blip>
                        <a:stretch>
                          <a:fillRect/>
                        </a:stretch>
                      </p:blipFill>
                      <p:spPr>
                        <a:xfrm>
                          <a:off x="816" y="2986"/>
                          <a:ext cx="1114" cy="672"/>
                        </a:xfrm>
                        <a:prstGeom prst="rect">
                          <a:avLst/>
                        </a:prstGeom>
                        <a:noFill/>
                        <a:ln w="38100">
                          <a:noFill/>
                          <a:miter/>
                        </a:ln>
                      </p:spPr>
                    </p:pic>
                  </p:oleObj>
                </mc:Fallback>
              </mc:AlternateContent>
            </a:graphicData>
          </a:graphic>
        </p:graphicFrame>
        <p:graphicFrame>
          <p:nvGraphicFramePr>
            <p:cNvPr id="60428" name="Object 12" descr="大棋盘"/>
            <p:cNvGraphicFramePr>
              <a:graphicFrameLocks noChangeAspect="1"/>
            </p:cNvGraphicFramePr>
            <p:nvPr/>
          </p:nvGraphicFramePr>
          <p:xfrm>
            <a:off x="2112" y="2938"/>
            <a:ext cx="960" cy="670"/>
          </p:xfrm>
          <a:graphic>
            <a:graphicData uri="http://schemas.openxmlformats.org/presentationml/2006/ole">
              <mc:AlternateContent xmlns:mc="http://schemas.openxmlformats.org/markup-compatibility/2006">
                <mc:Choice xmlns:v="urn:schemas-microsoft-com:vml" Requires="v">
                  <p:oleObj spid="_x0000_s3287" name="" r:id="rId8" imgW="571500" imgH="393700" progId="Equation.3">
                    <p:embed/>
                  </p:oleObj>
                </mc:Choice>
                <mc:Fallback>
                  <p:oleObj name="" r:id="rId8" imgW="571500" imgH="393700" progId="Equation.3">
                    <p:embed/>
                    <p:pic>
                      <p:nvPicPr>
                        <p:cNvPr id="0" name="图片 3286"/>
                        <p:cNvPicPr/>
                        <p:nvPr/>
                      </p:nvPicPr>
                      <p:blipFill>
                        <a:blip r:embed="rId9"/>
                        <a:stretch>
                          <a:fillRect/>
                        </a:stretch>
                      </p:blipFill>
                      <p:spPr>
                        <a:xfrm>
                          <a:off x="2112" y="2938"/>
                          <a:ext cx="960" cy="670"/>
                        </a:xfrm>
                        <a:prstGeom prst="rect">
                          <a:avLst/>
                        </a:prstGeom>
                        <a:noFill/>
                        <a:ln w="38100">
                          <a:noFill/>
                          <a:miter/>
                        </a:ln>
                      </p:spPr>
                    </p:pic>
                  </p:oleObj>
                </mc:Fallback>
              </mc:AlternateContent>
            </a:graphicData>
          </a:graphic>
        </p:graphicFrame>
        <p:sp>
          <p:nvSpPr>
            <p:cNvPr id="60429" name="Text Box 13"/>
            <p:cNvSpPr txBox="1"/>
            <p:nvPr/>
          </p:nvSpPr>
          <p:spPr>
            <a:xfrm>
              <a:off x="335" y="3130"/>
              <a:ext cx="289"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b="1" i="1" dirty="0">
                  <a:solidFill>
                    <a:srgbClr val="FF0000"/>
                  </a:solidFill>
                  <a:latin typeface="Times New Roman" panose="02020603050405020304" pitchFamily="18" charset="0"/>
                  <a:ea typeface="华文中宋" panose="02010600040101010101" pitchFamily="2" charset="-122"/>
                </a:rPr>
                <a:t>C</a:t>
              </a:r>
              <a:endParaRPr lang="en-US" altLang="zh-CN" b="1" dirty="0">
                <a:solidFill>
                  <a:srgbClr val="FF0000"/>
                </a:solidFill>
                <a:latin typeface="Times New Roman" panose="02020603050405020304" pitchFamily="18" charset="0"/>
                <a:ea typeface="华文中宋" panose="02010600040101010101" pitchFamily="2" charset="-122"/>
              </a:endParaRPr>
            </a:p>
          </p:txBody>
        </p:sp>
        <p:sp>
          <p:nvSpPr>
            <p:cNvPr id="60430" name="Line 14"/>
            <p:cNvSpPr/>
            <p:nvPr/>
          </p:nvSpPr>
          <p:spPr>
            <a:xfrm>
              <a:off x="192" y="2842"/>
              <a:ext cx="5472" cy="0"/>
            </a:xfrm>
            <a:prstGeom prst="line">
              <a:avLst/>
            </a:prstGeom>
            <a:ln w="38100" cap="flat" cmpd="sng">
              <a:solidFill>
                <a:schemeClr val="tx1"/>
              </a:solidFill>
              <a:prstDash val="solid"/>
              <a:headEnd type="none" w="med" len="med"/>
              <a:tailEnd type="none" w="med" len="med"/>
            </a:ln>
          </p:spPr>
        </p:sp>
        <p:sp>
          <p:nvSpPr>
            <p:cNvPr id="60431" name="Text Box 15"/>
            <p:cNvSpPr txBox="1"/>
            <p:nvPr/>
          </p:nvSpPr>
          <p:spPr>
            <a:xfrm>
              <a:off x="336" y="1469"/>
              <a:ext cx="289"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b="1" i="1" dirty="0">
                  <a:solidFill>
                    <a:srgbClr val="FF0000"/>
                  </a:solidFill>
                  <a:latin typeface="Times New Roman" panose="02020603050405020304" pitchFamily="18" charset="0"/>
                  <a:ea typeface="华文中宋" panose="02010600040101010101" pitchFamily="2" charset="-122"/>
                </a:rPr>
                <a:t>R</a:t>
              </a:r>
              <a:endParaRPr lang="en-US" altLang="zh-CN" b="1" dirty="0">
                <a:solidFill>
                  <a:srgbClr val="FF0000"/>
                </a:solidFill>
                <a:latin typeface="Times New Roman" panose="02020603050405020304" pitchFamily="18" charset="0"/>
                <a:ea typeface="华文中宋" panose="02010600040101010101" pitchFamily="2" charset="-122"/>
              </a:endParaRPr>
            </a:p>
          </p:txBody>
        </p:sp>
        <p:sp>
          <p:nvSpPr>
            <p:cNvPr id="60432" name="Text Box 16"/>
            <p:cNvSpPr txBox="1"/>
            <p:nvPr/>
          </p:nvSpPr>
          <p:spPr>
            <a:xfrm>
              <a:off x="1992" y="1020"/>
              <a:ext cx="1176" cy="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lnSpc>
                  <a:spcPct val="90000"/>
                </a:lnSpc>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基本关系</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60433" name="Object 17" descr="大棋盘"/>
            <p:cNvGraphicFramePr>
              <a:graphicFrameLocks noChangeAspect="1"/>
            </p:cNvGraphicFramePr>
            <p:nvPr/>
          </p:nvGraphicFramePr>
          <p:xfrm>
            <a:off x="2160" y="1498"/>
            <a:ext cx="960" cy="320"/>
          </p:xfrm>
          <a:graphic>
            <a:graphicData uri="http://schemas.openxmlformats.org/presentationml/2006/ole">
              <mc:AlternateContent xmlns:mc="http://schemas.openxmlformats.org/markup-compatibility/2006">
                <mc:Choice xmlns:v="urn:schemas-microsoft-com:vml" Requires="v">
                  <p:oleObj spid="_x0000_s3288" name="" r:id="rId10" imgW="431165" imgH="177800" progId="Equation.3">
                    <p:embed/>
                  </p:oleObj>
                </mc:Choice>
                <mc:Fallback>
                  <p:oleObj name="" r:id="rId10" imgW="431165" imgH="177800" progId="Equation.3">
                    <p:embed/>
                    <p:pic>
                      <p:nvPicPr>
                        <p:cNvPr id="0" name="图片 3287"/>
                        <p:cNvPicPr/>
                        <p:nvPr/>
                      </p:nvPicPr>
                      <p:blipFill>
                        <a:blip r:embed="rId11"/>
                        <a:stretch>
                          <a:fillRect/>
                        </a:stretch>
                      </p:blipFill>
                      <p:spPr>
                        <a:xfrm>
                          <a:off x="2160" y="1498"/>
                          <a:ext cx="960" cy="320"/>
                        </a:xfrm>
                        <a:prstGeom prst="rect">
                          <a:avLst/>
                        </a:prstGeom>
                        <a:noFill/>
                        <a:ln w="38100">
                          <a:noFill/>
                          <a:miter/>
                        </a:ln>
                      </p:spPr>
                    </p:pic>
                  </p:oleObj>
                </mc:Fallback>
              </mc:AlternateContent>
            </a:graphicData>
          </a:graphic>
        </p:graphicFrame>
        <p:sp>
          <p:nvSpPr>
            <p:cNvPr id="60434" name="Text Box 18"/>
            <p:cNvSpPr txBox="1"/>
            <p:nvPr/>
          </p:nvSpPr>
          <p:spPr>
            <a:xfrm>
              <a:off x="1047" y="1022"/>
              <a:ext cx="566"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阻抗</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60435" name="Object 19"/>
            <p:cNvGraphicFramePr>
              <a:graphicFrameLocks noChangeAspect="1"/>
            </p:cNvGraphicFramePr>
            <p:nvPr/>
          </p:nvGraphicFramePr>
          <p:xfrm>
            <a:off x="1152" y="1546"/>
            <a:ext cx="276" cy="274"/>
          </p:xfrm>
          <a:graphic>
            <a:graphicData uri="http://schemas.openxmlformats.org/presentationml/2006/ole">
              <mc:AlternateContent xmlns:mc="http://schemas.openxmlformats.org/markup-compatibility/2006">
                <mc:Choice xmlns:v="urn:schemas-microsoft-com:vml" Requires="v">
                  <p:oleObj spid="_x0000_s3289" name="" r:id="rId12" imgW="165100" imgH="165100" progId="Equation.3">
                    <p:embed/>
                  </p:oleObj>
                </mc:Choice>
                <mc:Fallback>
                  <p:oleObj name="" r:id="rId12" imgW="165100" imgH="165100" progId="Equation.3">
                    <p:embed/>
                    <p:pic>
                      <p:nvPicPr>
                        <p:cNvPr id="0" name="图片 3288"/>
                        <p:cNvPicPr/>
                        <p:nvPr/>
                      </p:nvPicPr>
                      <p:blipFill>
                        <a:blip r:embed="rId13"/>
                        <a:stretch>
                          <a:fillRect/>
                        </a:stretch>
                      </p:blipFill>
                      <p:spPr>
                        <a:xfrm>
                          <a:off x="1152" y="1546"/>
                          <a:ext cx="276" cy="274"/>
                        </a:xfrm>
                        <a:prstGeom prst="rect">
                          <a:avLst/>
                        </a:prstGeom>
                        <a:noFill/>
                        <a:ln w="38100">
                          <a:noFill/>
                          <a:miter/>
                        </a:ln>
                      </p:spPr>
                    </p:pic>
                  </p:oleObj>
                </mc:Fallback>
              </mc:AlternateContent>
            </a:graphicData>
          </a:graphic>
        </p:graphicFrame>
        <p:sp>
          <p:nvSpPr>
            <p:cNvPr id="60436" name="Line 20"/>
            <p:cNvSpPr/>
            <p:nvPr/>
          </p:nvSpPr>
          <p:spPr>
            <a:xfrm>
              <a:off x="240" y="970"/>
              <a:ext cx="5376" cy="0"/>
            </a:xfrm>
            <a:prstGeom prst="line">
              <a:avLst/>
            </a:prstGeom>
            <a:ln w="38100" cap="flat" cmpd="sng">
              <a:solidFill>
                <a:schemeClr val="tx1"/>
              </a:solidFill>
              <a:prstDash val="solid"/>
              <a:headEnd type="none" w="med" len="med"/>
              <a:tailEnd type="none" w="med" len="med"/>
            </a:ln>
          </p:spPr>
        </p:sp>
        <p:sp>
          <p:nvSpPr>
            <p:cNvPr id="60437" name="Text Box 21"/>
            <p:cNvSpPr txBox="1"/>
            <p:nvPr/>
          </p:nvSpPr>
          <p:spPr>
            <a:xfrm>
              <a:off x="3410" y="1008"/>
              <a:ext cx="788" cy="327"/>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相量式</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60438" name="Object 22" descr="大棋盘"/>
            <p:cNvGraphicFramePr>
              <a:graphicFrameLocks noChangeAspect="1"/>
            </p:cNvGraphicFramePr>
            <p:nvPr/>
          </p:nvGraphicFramePr>
          <p:xfrm>
            <a:off x="3456" y="1458"/>
            <a:ext cx="808" cy="328"/>
          </p:xfrm>
          <a:graphic>
            <a:graphicData uri="http://schemas.openxmlformats.org/presentationml/2006/ole">
              <mc:AlternateContent xmlns:mc="http://schemas.openxmlformats.org/markup-compatibility/2006">
                <mc:Choice xmlns:v="urn:schemas-microsoft-com:vml" Requires="v">
                  <p:oleObj spid="_x0000_s3297" name="" r:id="rId14" imgW="469900" imgH="76200" progId="Equation.3">
                    <p:embed/>
                  </p:oleObj>
                </mc:Choice>
                <mc:Fallback>
                  <p:oleObj name="" r:id="rId14" imgW="469900" imgH="76200" progId="Equation.3">
                    <p:embed/>
                    <p:pic>
                      <p:nvPicPr>
                        <p:cNvPr id="0" name="图片 3296"/>
                        <p:cNvPicPr/>
                        <p:nvPr/>
                      </p:nvPicPr>
                      <p:blipFill>
                        <a:blip r:embed="rId15">
                          <a:clrChange>
                            <a:clrFrom>
                              <a:srgbClr val="000000"/>
                            </a:clrFrom>
                            <a:clrTo>
                              <a:srgbClr val="FF0000"/>
                            </a:clrTo>
                          </a:clrChange>
                        </a:blip>
                        <a:stretch>
                          <a:fillRect/>
                        </a:stretch>
                      </p:blipFill>
                      <p:spPr>
                        <a:xfrm>
                          <a:off x="3456" y="1458"/>
                          <a:ext cx="808" cy="328"/>
                        </a:xfrm>
                        <a:prstGeom prst="rect">
                          <a:avLst/>
                        </a:prstGeom>
                        <a:noFill/>
                        <a:ln w="38100">
                          <a:noFill/>
                          <a:miter/>
                        </a:ln>
                      </p:spPr>
                    </p:pic>
                  </p:oleObj>
                </mc:Fallback>
              </mc:AlternateContent>
            </a:graphicData>
          </a:graphic>
        </p:graphicFrame>
        <p:graphicFrame>
          <p:nvGraphicFramePr>
            <p:cNvPr id="60439" name="Object 23" descr="大棋盘"/>
            <p:cNvGraphicFramePr>
              <a:graphicFrameLocks noChangeAspect="1"/>
            </p:cNvGraphicFramePr>
            <p:nvPr/>
          </p:nvGraphicFramePr>
          <p:xfrm>
            <a:off x="3312" y="2170"/>
            <a:ext cx="1008" cy="355"/>
          </p:xfrm>
          <a:graphic>
            <a:graphicData uri="http://schemas.openxmlformats.org/presentationml/2006/ole">
              <mc:AlternateContent xmlns:mc="http://schemas.openxmlformats.org/markup-compatibility/2006">
                <mc:Choice xmlns:v="urn:schemas-microsoft-com:vml" Requires="v">
                  <p:oleObj spid="_x0000_s3298" name="" r:id="rId16" imgW="673100" imgH="114300" progId="Equation.3">
                    <p:embed/>
                  </p:oleObj>
                </mc:Choice>
                <mc:Fallback>
                  <p:oleObj name="" r:id="rId16" imgW="673100" imgH="114300" progId="Equation.3">
                    <p:embed/>
                    <p:pic>
                      <p:nvPicPr>
                        <p:cNvPr id="0" name="图片 3297"/>
                        <p:cNvPicPr/>
                        <p:nvPr/>
                      </p:nvPicPr>
                      <p:blipFill>
                        <a:blip r:embed="rId17">
                          <a:clrChange>
                            <a:clrFrom>
                              <a:srgbClr val="000000"/>
                            </a:clrFrom>
                            <a:clrTo>
                              <a:srgbClr val="FF0000"/>
                            </a:clrTo>
                          </a:clrChange>
                        </a:blip>
                        <a:stretch>
                          <a:fillRect/>
                        </a:stretch>
                      </p:blipFill>
                      <p:spPr>
                        <a:xfrm>
                          <a:off x="3312" y="2170"/>
                          <a:ext cx="1008" cy="355"/>
                        </a:xfrm>
                        <a:prstGeom prst="rect">
                          <a:avLst/>
                        </a:prstGeom>
                        <a:noFill/>
                        <a:ln w="38100">
                          <a:noFill/>
                          <a:miter/>
                        </a:ln>
                      </p:spPr>
                    </p:pic>
                  </p:oleObj>
                </mc:Fallback>
              </mc:AlternateContent>
            </a:graphicData>
          </a:graphic>
        </p:graphicFrame>
        <p:graphicFrame>
          <p:nvGraphicFramePr>
            <p:cNvPr id="60440" name="Object 24" descr="大棋盘"/>
            <p:cNvGraphicFramePr>
              <a:graphicFrameLocks noChangeAspect="1"/>
            </p:cNvGraphicFramePr>
            <p:nvPr/>
          </p:nvGraphicFramePr>
          <p:xfrm>
            <a:off x="3216" y="3082"/>
            <a:ext cx="1248" cy="405"/>
          </p:xfrm>
          <a:graphic>
            <a:graphicData uri="http://schemas.openxmlformats.org/presentationml/2006/ole">
              <mc:AlternateContent xmlns:mc="http://schemas.openxmlformats.org/markup-compatibility/2006">
                <mc:Choice xmlns:v="urn:schemas-microsoft-com:vml" Requires="v">
                  <p:oleObj spid="_x0000_s3294" name="" r:id="rId18" imgW="787400" imgH="127000" progId="Equation.3">
                    <p:embed/>
                  </p:oleObj>
                </mc:Choice>
                <mc:Fallback>
                  <p:oleObj name="" r:id="rId18" imgW="787400" imgH="127000" progId="Equation.3">
                    <p:embed/>
                    <p:pic>
                      <p:nvPicPr>
                        <p:cNvPr id="0" name="图片 3293"/>
                        <p:cNvPicPr/>
                        <p:nvPr/>
                      </p:nvPicPr>
                      <p:blipFill>
                        <a:blip r:embed="rId19">
                          <a:clrChange>
                            <a:clrFrom>
                              <a:srgbClr val="000000"/>
                            </a:clrFrom>
                            <a:clrTo>
                              <a:srgbClr val="FF0000"/>
                            </a:clrTo>
                          </a:clrChange>
                        </a:blip>
                        <a:stretch>
                          <a:fillRect/>
                        </a:stretch>
                      </p:blipFill>
                      <p:spPr>
                        <a:xfrm>
                          <a:off x="3216" y="3082"/>
                          <a:ext cx="1248" cy="405"/>
                        </a:xfrm>
                        <a:prstGeom prst="rect">
                          <a:avLst/>
                        </a:prstGeom>
                        <a:noFill/>
                        <a:ln w="38100">
                          <a:noFill/>
                          <a:miter/>
                        </a:ln>
                      </p:spPr>
                    </p:pic>
                  </p:oleObj>
                </mc:Fallback>
              </mc:AlternateContent>
            </a:graphicData>
          </a:graphic>
        </p:graphicFrame>
        <p:sp>
          <p:nvSpPr>
            <p:cNvPr id="60441" name="Line 25"/>
            <p:cNvSpPr/>
            <p:nvPr/>
          </p:nvSpPr>
          <p:spPr>
            <a:xfrm>
              <a:off x="192" y="1402"/>
              <a:ext cx="5424" cy="0"/>
            </a:xfrm>
            <a:prstGeom prst="line">
              <a:avLst/>
            </a:prstGeom>
            <a:ln w="38100" cap="flat" cmpd="sng">
              <a:solidFill>
                <a:schemeClr val="tx1"/>
              </a:solidFill>
              <a:prstDash val="solid"/>
              <a:headEnd type="none" w="med" len="med"/>
              <a:tailEnd type="none" w="med" len="med"/>
            </a:ln>
          </p:spPr>
        </p:sp>
        <p:sp>
          <p:nvSpPr>
            <p:cNvPr id="60442" name="Rectangle 26"/>
            <p:cNvSpPr/>
            <p:nvPr/>
          </p:nvSpPr>
          <p:spPr>
            <a:xfrm>
              <a:off x="4776" y="1003"/>
              <a:ext cx="788"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相量图</a:t>
              </a:r>
              <a:endParaRPr lang="zh-CN" altLang="en-US" sz="2800" b="1" dirty="0">
                <a:latin typeface="Times New Roman" panose="02020603050405020304" pitchFamily="18" charset="0"/>
                <a:ea typeface="华文中宋" panose="02010600040101010101" pitchFamily="2" charset="-122"/>
              </a:endParaRPr>
            </a:p>
          </p:txBody>
        </p:sp>
        <p:sp>
          <p:nvSpPr>
            <p:cNvPr id="60443" name="Line 27"/>
            <p:cNvSpPr/>
            <p:nvPr/>
          </p:nvSpPr>
          <p:spPr>
            <a:xfrm>
              <a:off x="720" y="970"/>
              <a:ext cx="0" cy="2832"/>
            </a:xfrm>
            <a:prstGeom prst="line">
              <a:avLst/>
            </a:prstGeom>
            <a:ln w="38100" cap="flat" cmpd="sng">
              <a:solidFill>
                <a:schemeClr val="tx1"/>
              </a:solidFill>
              <a:prstDash val="solid"/>
              <a:headEnd type="none" w="med" len="med"/>
              <a:tailEnd type="none" w="med" len="med"/>
            </a:ln>
          </p:spPr>
        </p:sp>
        <p:sp>
          <p:nvSpPr>
            <p:cNvPr id="60444" name="Line 28"/>
            <p:cNvSpPr/>
            <p:nvPr/>
          </p:nvSpPr>
          <p:spPr>
            <a:xfrm>
              <a:off x="2016" y="970"/>
              <a:ext cx="0" cy="2832"/>
            </a:xfrm>
            <a:prstGeom prst="line">
              <a:avLst/>
            </a:prstGeom>
            <a:ln w="38100" cap="flat" cmpd="sng">
              <a:solidFill>
                <a:schemeClr val="tx1"/>
              </a:solidFill>
              <a:prstDash val="solid"/>
              <a:headEnd type="none" w="med" len="med"/>
              <a:tailEnd type="none" w="med" len="med"/>
            </a:ln>
          </p:spPr>
        </p:sp>
        <p:sp>
          <p:nvSpPr>
            <p:cNvPr id="60445" name="Line 29"/>
            <p:cNvSpPr/>
            <p:nvPr/>
          </p:nvSpPr>
          <p:spPr>
            <a:xfrm>
              <a:off x="3168" y="970"/>
              <a:ext cx="0" cy="2832"/>
            </a:xfrm>
            <a:prstGeom prst="line">
              <a:avLst/>
            </a:prstGeom>
            <a:ln w="38100" cap="flat" cmpd="sng">
              <a:solidFill>
                <a:schemeClr val="tx1"/>
              </a:solidFill>
              <a:prstDash val="solid"/>
              <a:headEnd type="none" w="med" len="med"/>
              <a:tailEnd type="none" w="med" len="med"/>
            </a:ln>
          </p:spPr>
        </p:sp>
        <p:sp>
          <p:nvSpPr>
            <p:cNvPr id="60446" name="Line 30"/>
            <p:cNvSpPr/>
            <p:nvPr/>
          </p:nvSpPr>
          <p:spPr>
            <a:xfrm>
              <a:off x="4560" y="970"/>
              <a:ext cx="0" cy="2832"/>
            </a:xfrm>
            <a:prstGeom prst="line">
              <a:avLst/>
            </a:prstGeom>
            <a:ln w="38100" cap="flat" cmpd="sng">
              <a:solidFill>
                <a:schemeClr val="tx1"/>
              </a:solidFill>
              <a:prstDash val="solid"/>
              <a:headEnd type="none" w="med" len="med"/>
              <a:tailEnd type="none" w="med" len="med"/>
            </a:ln>
          </p:spPr>
        </p:sp>
        <p:grpSp>
          <p:nvGrpSpPr>
            <p:cNvPr id="60447" name="Group 31"/>
            <p:cNvGrpSpPr/>
            <p:nvPr/>
          </p:nvGrpSpPr>
          <p:grpSpPr>
            <a:xfrm>
              <a:off x="4704" y="1402"/>
              <a:ext cx="960" cy="518"/>
              <a:chOff x="4704" y="1392"/>
              <a:chExt cx="960" cy="518"/>
            </a:xfrm>
          </p:grpSpPr>
          <p:sp>
            <p:nvSpPr>
              <p:cNvPr id="60459" name="Line 32"/>
              <p:cNvSpPr/>
              <p:nvPr/>
            </p:nvSpPr>
            <p:spPr>
              <a:xfrm>
                <a:off x="4704" y="1709"/>
                <a:ext cx="367" cy="0"/>
              </a:xfrm>
              <a:prstGeom prst="line">
                <a:avLst/>
              </a:prstGeom>
              <a:ln w="38100" cap="flat" cmpd="sng">
                <a:solidFill>
                  <a:srgbClr val="FF0000"/>
                </a:solidFill>
                <a:prstDash val="solid"/>
                <a:headEnd type="none" w="med" len="med"/>
                <a:tailEnd type="triangle" w="sm" len="lg"/>
              </a:ln>
            </p:spPr>
          </p:sp>
          <p:sp>
            <p:nvSpPr>
              <p:cNvPr id="60460" name="Line 33"/>
              <p:cNvSpPr/>
              <p:nvPr/>
            </p:nvSpPr>
            <p:spPr>
              <a:xfrm>
                <a:off x="4704" y="1776"/>
                <a:ext cx="660" cy="0"/>
              </a:xfrm>
              <a:prstGeom prst="line">
                <a:avLst/>
              </a:prstGeom>
              <a:ln w="38100" cap="flat" cmpd="sng">
                <a:solidFill>
                  <a:srgbClr val="0000FF"/>
                </a:solidFill>
                <a:prstDash val="solid"/>
                <a:headEnd type="none" w="med" len="med"/>
                <a:tailEnd type="triangle" w="sm" len="lg"/>
              </a:ln>
            </p:spPr>
          </p:sp>
          <p:graphicFrame>
            <p:nvGraphicFramePr>
              <p:cNvPr id="60461" name="Object 34"/>
              <p:cNvGraphicFramePr>
                <a:graphicFrameLocks noChangeAspect="1"/>
              </p:cNvGraphicFramePr>
              <p:nvPr/>
            </p:nvGraphicFramePr>
            <p:xfrm>
              <a:off x="5328" y="1632"/>
              <a:ext cx="336" cy="278"/>
            </p:xfrm>
            <a:graphic>
              <a:graphicData uri="http://schemas.openxmlformats.org/presentationml/2006/ole">
                <mc:AlternateContent xmlns:mc="http://schemas.openxmlformats.org/markup-compatibility/2006">
                  <mc:Choice xmlns:v="urn:schemas-microsoft-com:vml" Requires="v">
                    <p:oleObj spid="_x0000_s3296" name="" r:id="rId20" imgW="25400" imgH="76200" progId="Equation.3">
                      <p:embed/>
                    </p:oleObj>
                  </mc:Choice>
                  <mc:Fallback>
                    <p:oleObj name="" r:id="rId20" imgW="25400" imgH="76200" progId="Equation.3">
                      <p:embed/>
                      <p:pic>
                        <p:nvPicPr>
                          <p:cNvPr id="0" name="图片 3295"/>
                          <p:cNvPicPr/>
                          <p:nvPr/>
                        </p:nvPicPr>
                        <p:blipFill>
                          <a:blip r:embed="rId21">
                            <a:clrChange>
                              <a:clrFrom>
                                <a:srgbClr val="000000"/>
                              </a:clrFrom>
                              <a:clrTo>
                                <a:srgbClr val="FF0000"/>
                              </a:clrTo>
                            </a:clrChange>
                          </a:blip>
                          <a:stretch>
                            <a:fillRect/>
                          </a:stretch>
                        </p:blipFill>
                        <p:spPr>
                          <a:xfrm>
                            <a:off x="5328" y="1632"/>
                            <a:ext cx="336" cy="278"/>
                          </a:xfrm>
                          <a:prstGeom prst="rect">
                            <a:avLst/>
                          </a:prstGeom>
                          <a:noFill/>
                          <a:ln w="38100">
                            <a:noFill/>
                            <a:miter/>
                          </a:ln>
                        </p:spPr>
                      </p:pic>
                    </p:oleObj>
                  </mc:Fallback>
                </mc:AlternateContent>
              </a:graphicData>
            </a:graphic>
          </p:graphicFrame>
          <p:graphicFrame>
            <p:nvGraphicFramePr>
              <p:cNvPr id="60462" name="Object 35"/>
              <p:cNvGraphicFramePr>
                <a:graphicFrameLocks noChangeAspect="1"/>
              </p:cNvGraphicFramePr>
              <p:nvPr/>
            </p:nvGraphicFramePr>
            <p:xfrm>
              <a:off x="4896" y="1392"/>
              <a:ext cx="282" cy="288"/>
            </p:xfrm>
            <a:graphic>
              <a:graphicData uri="http://schemas.openxmlformats.org/presentationml/2006/ole">
                <mc:AlternateContent xmlns:mc="http://schemas.openxmlformats.org/markup-compatibility/2006">
                  <mc:Choice xmlns:v="urn:schemas-microsoft-com:vml" Requires="v">
                    <p:oleObj spid="_x0000_s3299" name="" r:id="rId22" imgW="12700" imgH="12700" progId="Equation.3">
                      <p:embed/>
                    </p:oleObj>
                  </mc:Choice>
                  <mc:Fallback>
                    <p:oleObj name="" r:id="rId22" imgW="12700" imgH="12700" progId="Equation.3">
                      <p:embed/>
                      <p:pic>
                        <p:nvPicPr>
                          <p:cNvPr id="0" name="图片 3298"/>
                          <p:cNvPicPr/>
                          <p:nvPr/>
                        </p:nvPicPr>
                        <p:blipFill>
                          <a:blip r:embed="rId23">
                            <a:clrChange>
                              <a:clrFrom>
                                <a:srgbClr val="000000"/>
                              </a:clrFrom>
                              <a:clrTo>
                                <a:srgbClr val="FF0000"/>
                              </a:clrTo>
                            </a:clrChange>
                          </a:blip>
                          <a:stretch>
                            <a:fillRect/>
                          </a:stretch>
                        </p:blipFill>
                        <p:spPr>
                          <a:xfrm>
                            <a:off x="4896" y="1392"/>
                            <a:ext cx="282" cy="288"/>
                          </a:xfrm>
                          <a:prstGeom prst="rect">
                            <a:avLst/>
                          </a:prstGeom>
                          <a:noFill/>
                          <a:ln w="38100">
                            <a:noFill/>
                            <a:miter/>
                          </a:ln>
                        </p:spPr>
                      </p:pic>
                    </p:oleObj>
                  </mc:Fallback>
                </mc:AlternateContent>
              </a:graphicData>
            </a:graphic>
          </p:graphicFrame>
        </p:grpSp>
        <p:grpSp>
          <p:nvGrpSpPr>
            <p:cNvPr id="60448" name="Group 36"/>
            <p:cNvGrpSpPr/>
            <p:nvPr/>
          </p:nvGrpSpPr>
          <p:grpSpPr>
            <a:xfrm>
              <a:off x="4752" y="1930"/>
              <a:ext cx="858" cy="912"/>
              <a:chOff x="4704" y="2160"/>
              <a:chExt cx="858" cy="912"/>
            </a:xfrm>
          </p:grpSpPr>
          <p:sp>
            <p:nvSpPr>
              <p:cNvPr id="60455" name="Line 37"/>
              <p:cNvSpPr/>
              <p:nvPr/>
            </p:nvSpPr>
            <p:spPr>
              <a:xfrm flipV="1">
                <a:off x="4711" y="2288"/>
                <a:ext cx="0" cy="640"/>
              </a:xfrm>
              <a:prstGeom prst="line">
                <a:avLst/>
              </a:prstGeom>
              <a:ln w="38100" cap="flat" cmpd="sng">
                <a:solidFill>
                  <a:srgbClr val="0000FF"/>
                </a:solidFill>
                <a:prstDash val="solid"/>
                <a:headEnd type="none" w="med" len="med"/>
                <a:tailEnd type="triangle" w="sm" len="lg"/>
              </a:ln>
            </p:spPr>
          </p:sp>
          <p:sp>
            <p:nvSpPr>
              <p:cNvPr id="60456" name="Line 38"/>
              <p:cNvSpPr/>
              <p:nvPr/>
            </p:nvSpPr>
            <p:spPr>
              <a:xfrm>
                <a:off x="4704" y="2928"/>
                <a:ext cx="624" cy="0"/>
              </a:xfrm>
              <a:prstGeom prst="line">
                <a:avLst/>
              </a:prstGeom>
              <a:ln w="38100" cap="flat" cmpd="sng">
                <a:solidFill>
                  <a:srgbClr val="FF0000"/>
                </a:solidFill>
                <a:prstDash val="solid"/>
                <a:headEnd type="none" w="med" len="med"/>
                <a:tailEnd type="triangle" w="sm" len="lg"/>
              </a:ln>
            </p:spPr>
          </p:sp>
          <p:graphicFrame>
            <p:nvGraphicFramePr>
              <p:cNvPr id="60457" name="Object 39"/>
              <p:cNvGraphicFramePr>
                <a:graphicFrameLocks noChangeAspect="1"/>
              </p:cNvGraphicFramePr>
              <p:nvPr/>
            </p:nvGraphicFramePr>
            <p:xfrm>
              <a:off x="4704" y="2160"/>
              <a:ext cx="336" cy="278"/>
            </p:xfrm>
            <a:graphic>
              <a:graphicData uri="http://schemas.openxmlformats.org/presentationml/2006/ole">
                <mc:AlternateContent xmlns:mc="http://schemas.openxmlformats.org/markup-compatibility/2006">
                  <mc:Choice xmlns:v="urn:schemas-microsoft-com:vml" Requires="v">
                    <p:oleObj spid="_x0000_s3293" name="" r:id="rId24" imgW="25400" imgH="76200" progId="Equation.3">
                      <p:embed/>
                    </p:oleObj>
                  </mc:Choice>
                  <mc:Fallback>
                    <p:oleObj name="" r:id="rId24" imgW="25400" imgH="76200" progId="Equation.3">
                      <p:embed/>
                      <p:pic>
                        <p:nvPicPr>
                          <p:cNvPr id="0" name="图片 3292"/>
                          <p:cNvPicPr/>
                          <p:nvPr/>
                        </p:nvPicPr>
                        <p:blipFill>
                          <a:blip r:embed="rId25">
                            <a:clrChange>
                              <a:clrFrom>
                                <a:srgbClr val="000000"/>
                              </a:clrFrom>
                              <a:clrTo>
                                <a:srgbClr val="FF0000"/>
                              </a:clrTo>
                            </a:clrChange>
                          </a:blip>
                          <a:stretch>
                            <a:fillRect/>
                          </a:stretch>
                        </p:blipFill>
                        <p:spPr>
                          <a:xfrm>
                            <a:off x="4704" y="2160"/>
                            <a:ext cx="336" cy="278"/>
                          </a:xfrm>
                          <a:prstGeom prst="rect">
                            <a:avLst/>
                          </a:prstGeom>
                          <a:noFill/>
                          <a:ln w="38100">
                            <a:noFill/>
                            <a:miter/>
                          </a:ln>
                        </p:spPr>
                      </p:pic>
                    </p:oleObj>
                  </mc:Fallback>
                </mc:AlternateContent>
              </a:graphicData>
            </a:graphic>
          </p:graphicFrame>
          <p:graphicFrame>
            <p:nvGraphicFramePr>
              <p:cNvPr id="60458" name="Object 40"/>
              <p:cNvGraphicFramePr>
                <a:graphicFrameLocks noChangeAspect="1"/>
              </p:cNvGraphicFramePr>
              <p:nvPr/>
            </p:nvGraphicFramePr>
            <p:xfrm>
              <a:off x="5280" y="2784"/>
              <a:ext cx="282" cy="288"/>
            </p:xfrm>
            <a:graphic>
              <a:graphicData uri="http://schemas.openxmlformats.org/presentationml/2006/ole">
                <mc:AlternateContent xmlns:mc="http://schemas.openxmlformats.org/markup-compatibility/2006">
                  <mc:Choice xmlns:v="urn:schemas-microsoft-com:vml" Requires="v">
                    <p:oleObj spid="_x0000_s3301" name="" r:id="rId26" imgW="12700" imgH="12700" progId="Equation.3">
                      <p:embed/>
                    </p:oleObj>
                  </mc:Choice>
                  <mc:Fallback>
                    <p:oleObj name="" r:id="rId26" imgW="12700" imgH="12700" progId="Equation.3">
                      <p:embed/>
                      <p:pic>
                        <p:nvPicPr>
                          <p:cNvPr id="0" name="图片 3300"/>
                          <p:cNvPicPr/>
                          <p:nvPr/>
                        </p:nvPicPr>
                        <p:blipFill>
                          <a:blip r:embed="rId27">
                            <a:clrChange>
                              <a:clrFrom>
                                <a:srgbClr val="000000"/>
                              </a:clrFrom>
                              <a:clrTo>
                                <a:srgbClr val="FF0000"/>
                              </a:clrTo>
                            </a:clrChange>
                          </a:blip>
                          <a:stretch>
                            <a:fillRect/>
                          </a:stretch>
                        </p:blipFill>
                        <p:spPr>
                          <a:xfrm>
                            <a:off x="5280" y="2784"/>
                            <a:ext cx="282" cy="288"/>
                          </a:xfrm>
                          <a:prstGeom prst="rect">
                            <a:avLst/>
                          </a:prstGeom>
                          <a:noFill/>
                          <a:ln w="38100">
                            <a:noFill/>
                            <a:miter/>
                          </a:ln>
                        </p:spPr>
                      </p:pic>
                    </p:oleObj>
                  </mc:Fallback>
                </mc:AlternateContent>
              </a:graphicData>
            </a:graphic>
          </p:graphicFrame>
        </p:grpSp>
        <p:grpSp>
          <p:nvGrpSpPr>
            <p:cNvPr id="60449" name="Group 41"/>
            <p:cNvGrpSpPr/>
            <p:nvPr/>
          </p:nvGrpSpPr>
          <p:grpSpPr>
            <a:xfrm>
              <a:off x="4704" y="2986"/>
              <a:ext cx="906" cy="854"/>
              <a:chOff x="4704" y="3264"/>
              <a:chExt cx="906" cy="854"/>
            </a:xfrm>
          </p:grpSpPr>
          <p:sp>
            <p:nvSpPr>
              <p:cNvPr id="60451" name="Line 42"/>
              <p:cNvSpPr/>
              <p:nvPr/>
            </p:nvSpPr>
            <p:spPr>
              <a:xfrm flipV="1">
                <a:off x="4704" y="3368"/>
                <a:ext cx="0" cy="640"/>
              </a:xfrm>
              <a:prstGeom prst="line">
                <a:avLst/>
              </a:prstGeom>
              <a:ln w="38100" cap="flat" cmpd="sng">
                <a:solidFill>
                  <a:srgbClr val="0000FF"/>
                </a:solidFill>
                <a:prstDash val="solid"/>
                <a:headEnd type="triangle" w="sm" len="lg"/>
                <a:tailEnd type="none" w="med" len="med"/>
              </a:ln>
            </p:spPr>
          </p:sp>
          <p:sp>
            <p:nvSpPr>
              <p:cNvPr id="60452" name="Line 43"/>
              <p:cNvSpPr/>
              <p:nvPr/>
            </p:nvSpPr>
            <p:spPr>
              <a:xfrm>
                <a:off x="4704" y="3360"/>
                <a:ext cx="624" cy="0"/>
              </a:xfrm>
              <a:prstGeom prst="line">
                <a:avLst/>
              </a:prstGeom>
              <a:ln w="38100" cap="flat" cmpd="sng">
                <a:solidFill>
                  <a:srgbClr val="FF0000"/>
                </a:solidFill>
                <a:prstDash val="solid"/>
                <a:headEnd type="none" w="med" len="med"/>
                <a:tailEnd type="triangle" w="sm" len="lg"/>
              </a:ln>
            </p:spPr>
          </p:sp>
          <p:graphicFrame>
            <p:nvGraphicFramePr>
              <p:cNvPr id="60453" name="Object 44"/>
              <p:cNvGraphicFramePr>
                <a:graphicFrameLocks noChangeAspect="1"/>
              </p:cNvGraphicFramePr>
              <p:nvPr/>
            </p:nvGraphicFramePr>
            <p:xfrm>
              <a:off x="4752" y="3840"/>
              <a:ext cx="336" cy="278"/>
            </p:xfrm>
            <a:graphic>
              <a:graphicData uri="http://schemas.openxmlformats.org/presentationml/2006/ole">
                <mc:AlternateContent xmlns:mc="http://schemas.openxmlformats.org/markup-compatibility/2006">
                  <mc:Choice xmlns:v="urn:schemas-microsoft-com:vml" Requires="v">
                    <p:oleObj spid="_x0000_s3295" name="" r:id="rId28" imgW="25400" imgH="76200" progId="Equation.3">
                      <p:embed/>
                    </p:oleObj>
                  </mc:Choice>
                  <mc:Fallback>
                    <p:oleObj name="" r:id="rId28" imgW="25400" imgH="76200" progId="Equation.3">
                      <p:embed/>
                      <p:pic>
                        <p:nvPicPr>
                          <p:cNvPr id="0" name="图片 3294"/>
                          <p:cNvPicPr/>
                          <p:nvPr/>
                        </p:nvPicPr>
                        <p:blipFill>
                          <a:blip r:embed="rId29">
                            <a:clrChange>
                              <a:clrFrom>
                                <a:srgbClr val="000000"/>
                              </a:clrFrom>
                              <a:clrTo>
                                <a:srgbClr val="FF0000"/>
                              </a:clrTo>
                            </a:clrChange>
                          </a:blip>
                          <a:stretch>
                            <a:fillRect/>
                          </a:stretch>
                        </p:blipFill>
                        <p:spPr>
                          <a:xfrm>
                            <a:off x="4752" y="3840"/>
                            <a:ext cx="336" cy="278"/>
                          </a:xfrm>
                          <a:prstGeom prst="rect">
                            <a:avLst/>
                          </a:prstGeom>
                          <a:noFill/>
                          <a:ln w="38100">
                            <a:noFill/>
                            <a:miter/>
                          </a:ln>
                        </p:spPr>
                      </p:pic>
                    </p:oleObj>
                  </mc:Fallback>
                </mc:AlternateContent>
              </a:graphicData>
            </a:graphic>
          </p:graphicFrame>
          <p:graphicFrame>
            <p:nvGraphicFramePr>
              <p:cNvPr id="60454" name="Object 45"/>
              <p:cNvGraphicFramePr>
                <a:graphicFrameLocks noChangeAspect="1"/>
              </p:cNvGraphicFramePr>
              <p:nvPr/>
            </p:nvGraphicFramePr>
            <p:xfrm>
              <a:off x="5328" y="3264"/>
              <a:ext cx="282" cy="288"/>
            </p:xfrm>
            <a:graphic>
              <a:graphicData uri="http://schemas.openxmlformats.org/presentationml/2006/ole">
                <mc:AlternateContent xmlns:mc="http://schemas.openxmlformats.org/markup-compatibility/2006">
                  <mc:Choice xmlns:v="urn:schemas-microsoft-com:vml" Requires="v">
                    <p:oleObj spid="_x0000_s3300" name="" r:id="rId30" imgW="12700" imgH="12700" progId="Equation.3">
                      <p:embed/>
                    </p:oleObj>
                  </mc:Choice>
                  <mc:Fallback>
                    <p:oleObj name="" r:id="rId30" imgW="12700" imgH="12700" progId="Equation.3">
                      <p:embed/>
                      <p:pic>
                        <p:nvPicPr>
                          <p:cNvPr id="0" name="图片 3299"/>
                          <p:cNvPicPr/>
                          <p:nvPr/>
                        </p:nvPicPr>
                        <p:blipFill>
                          <a:blip r:embed="rId31">
                            <a:clrChange>
                              <a:clrFrom>
                                <a:srgbClr val="000000"/>
                              </a:clrFrom>
                              <a:clrTo>
                                <a:srgbClr val="FF0000"/>
                              </a:clrTo>
                            </a:clrChange>
                          </a:blip>
                          <a:stretch>
                            <a:fillRect/>
                          </a:stretch>
                        </p:blipFill>
                        <p:spPr>
                          <a:xfrm>
                            <a:off x="5328" y="3264"/>
                            <a:ext cx="282" cy="288"/>
                          </a:xfrm>
                          <a:prstGeom prst="rect">
                            <a:avLst/>
                          </a:prstGeom>
                          <a:noFill/>
                          <a:ln w="38100">
                            <a:noFill/>
                            <a:miter/>
                          </a:ln>
                        </p:spPr>
                      </p:pic>
                    </p:oleObj>
                  </mc:Fallback>
                </mc:AlternateContent>
              </a:graphicData>
            </a:graphic>
          </p:graphicFrame>
        </p:grpSp>
        <p:sp>
          <p:nvSpPr>
            <p:cNvPr id="60450" name="Line 46"/>
            <p:cNvSpPr/>
            <p:nvPr/>
          </p:nvSpPr>
          <p:spPr>
            <a:xfrm>
              <a:off x="192" y="3802"/>
              <a:ext cx="5424" cy="0"/>
            </a:xfrm>
            <a:prstGeom prst="line">
              <a:avLst/>
            </a:prstGeom>
            <a:ln w="38100" cap="flat" cmpd="sng">
              <a:solidFill>
                <a:schemeClr val="tx1"/>
              </a:solidFill>
              <a:prstDash val="solid"/>
              <a:headEnd type="none" w="med" len="med"/>
              <a:tailEnd type="none" w="med" len="med"/>
            </a:ln>
          </p:spPr>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29443" name="Rectangle 3"/>
          <p:cNvSpPr/>
          <p:nvPr/>
        </p:nvSpPr>
        <p:spPr>
          <a:xfrm>
            <a:off x="615950" y="476250"/>
            <a:ext cx="7772400" cy="8382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4400" b="1" dirty="0">
                <a:solidFill>
                  <a:schemeClr val="tx2"/>
                </a:solidFill>
                <a:latin typeface="Times New Roman" panose="02020603050405020304" pitchFamily="18" charset="0"/>
                <a:ea typeface="华文中宋" panose="02010600040101010101" pitchFamily="2" charset="-122"/>
              </a:rPr>
              <a:t>3.4 </a:t>
            </a:r>
            <a:r>
              <a:rPr lang="zh-CN" altLang="en-US" sz="4400" b="1" dirty="0">
                <a:solidFill>
                  <a:schemeClr val="tx2"/>
                </a:solidFill>
                <a:latin typeface="Times New Roman" panose="02020603050405020304" pitchFamily="18" charset="0"/>
                <a:ea typeface="华文中宋" panose="02010600040101010101" pitchFamily="2" charset="-122"/>
              </a:rPr>
              <a:t>简单的正弦交流电路</a:t>
            </a:r>
            <a:endParaRPr lang="zh-CN" altLang="en-US" sz="4400" b="1" dirty="0">
              <a:solidFill>
                <a:schemeClr val="tx2"/>
              </a:solidFill>
              <a:latin typeface="Times New Roman" panose="02020603050405020304" pitchFamily="18" charset="0"/>
              <a:ea typeface="华文中宋" panose="02010600040101010101" pitchFamily="2" charset="-122"/>
            </a:endParaRPr>
          </a:p>
        </p:txBody>
      </p:sp>
      <p:sp>
        <p:nvSpPr>
          <p:cNvPr id="829444" name="Rectangle 4"/>
          <p:cNvSpPr/>
          <p:nvPr/>
        </p:nvSpPr>
        <p:spPr>
          <a:xfrm>
            <a:off x="609600" y="1371600"/>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latin typeface="Times New Roman" panose="02020603050405020304" pitchFamily="18" charset="0"/>
                <a:ea typeface="华文中宋" panose="02010600040101010101" pitchFamily="2" charset="-122"/>
              </a:rPr>
              <a:t>3.4.1  </a:t>
            </a:r>
            <a:r>
              <a:rPr lang="en-US" altLang="zh-CN" sz="2800" b="1" i="1" dirty="0">
                <a:latin typeface="Times New Roman" panose="02020603050405020304" pitchFamily="18" charset="0"/>
                <a:ea typeface="华文中宋" panose="02010600040101010101" pitchFamily="2" charset="-122"/>
              </a:rPr>
              <a:t>RLC</a:t>
            </a:r>
            <a:r>
              <a:rPr lang="zh-CN" altLang="en-US" sz="2800" b="1" dirty="0">
                <a:latin typeface="Times New Roman" panose="02020603050405020304" pitchFamily="18" charset="0"/>
                <a:ea typeface="华文中宋" panose="02010600040101010101" pitchFamily="2" charset="-122"/>
              </a:rPr>
              <a:t>串联交流电路</a:t>
            </a:r>
            <a:endParaRPr lang="zh-CN" altLang="en-US" sz="2800" b="1" dirty="0">
              <a:latin typeface="Times New Roman" panose="02020603050405020304" pitchFamily="18" charset="0"/>
              <a:ea typeface="华文中宋" panose="02010600040101010101" pitchFamily="2" charset="-122"/>
            </a:endParaRPr>
          </a:p>
        </p:txBody>
      </p:sp>
      <p:grpSp>
        <p:nvGrpSpPr>
          <p:cNvPr id="2" name="Group 5"/>
          <p:cNvGrpSpPr/>
          <p:nvPr/>
        </p:nvGrpSpPr>
        <p:grpSpPr>
          <a:xfrm>
            <a:off x="6781800" y="2286000"/>
            <a:ext cx="1905000" cy="3505200"/>
            <a:chOff x="1440" y="1872"/>
            <a:chExt cx="1200" cy="2208"/>
          </a:xfrm>
        </p:grpSpPr>
        <p:grpSp>
          <p:nvGrpSpPr>
            <p:cNvPr id="61455" name="Group 6"/>
            <p:cNvGrpSpPr/>
            <p:nvPr/>
          </p:nvGrpSpPr>
          <p:grpSpPr>
            <a:xfrm>
              <a:off x="1440" y="1872"/>
              <a:ext cx="1200" cy="1872"/>
              <a:chOff x="672" y="2064"/>
              <a:chExt cx="1200" cy="1872"/>
            </a:xfrm>
          </p:grpSpPr>
          <p:grpSp>
            <p:nvGrpSpPr>
              <p:cNvPr id="61457" name="Group 7"/>
              <p:cNvGrpSpPr/>
              <p:nvPr/>
            </p:nvGrpSpPr>
            <p:grpSpPr>
              <a:xfrm>
                <a:off x="722" y="2269"/>
                <a:ext cx="814" cy="1667"/>
                <a:chOff x="2162" y="3537"/>
                <a:chExt cx="2035" cy="4169"/>
              </a:xfrm>
            </p:grpSpPr>
            <p:grpSp>
              <p:nvGrpSpPr>
                <p:cNvPr id="61466" name="Group 8"/>
                <p:cNvGrpSpPr/>
                <p:nvPr/>
              </p:nvGrpSpPr>
              <p:grpSpPr>
                <a:xfrm>
                  <a:off x="3537" y="3779"/>
                  <a:ext cx="187" cy="1639"/>
                  <a:chOff x="743" y="567"/>
                  <a:chExt cx="187" cy="1639"/>
                </a:xfrm>
              </p:grpSpPr>
              <p:sp>
                <p:nvSpPr>
                  <p:cNvPr id="61494" name="Line 9"/>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1495" name="Rectangle 10"/>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1467" name="Group 11"/>
                <p:cNvGrpSpPr/>
                <p:nvPr/>
              </p:nvGrpSpPr>
              <p:grpSpPr>
                <a:xfrm>
                  <a:off x="3405" y="5044"/>
                  <a:ext cx="402" cy="1650"/>
                  <a:chOff x="2091" y="573"/>
                  <a:chExt cx="220" cy="907"/>
                </a:xfrm>
              </p:grpSpPr>
              <p:sp>
                <p:nvSpPr>
                  <p:cNvPr id="61489" name="Line 12"/>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61490" name="Oval 13"/>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1491" name="Oval 14"/>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1492" name="Oval 15"/>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1493" name="Rectangle 16"/>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1468" name="Group 17"/>
                <p:cNvGrpSpPr/>
                <p:nvPr/>
              </p:nvGrpSpPr>
              <p:grpSpPr>
                <a:xfrm>
                  <a:off x="3480" y="6374"/>
                  <a:ext cx="299" cy="1090"/>
                  <a:chOff x="1502" y="578"/>
                  <a:chExt cx="319" cy="1090"/>
                </a:xfrm>
              </p:grpSpPr>
              <p:sp>
                <p:nvSpPr>
                  <p:cNvPr id="61485" name="Line 18"/>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1486" name="Line 19"/>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1487" name="Line 20"/>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1488" name="Line 21"/>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1469" name="Line 22"/>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61470" name="Line 23"/>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61471" name="Line 24"/>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61472" name="Line 25"/>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61473" name="Line 26"/>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61474" name="Line 27"/>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61475" name="Line 28"/>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61476" name="Line 29"/>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61477" name="Line 30"/>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61478" name="Line 31"/>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61479" name="Line 32"/>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61480" name="Line 33"/>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61481" name="Line 34"/>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61482" name="Line 35"/>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61483" name="Line 36"/>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61484" name="Line 37"/>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61458" name="Text Box 38"/>
              <p:cNvSpPr txBox="1"/>
              <p:nvPr/>
            </p:nvSpPr>
            <p:spPr>
              <a:xfrm>
                <a:off x="672"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b="1" i="1" dirty="0">
                  <a:latin typeface="Times New Roman" panose="02020603050405020304" pitchFamily="18" charset="0"/>
                  <a:ea typeface="华文中宋" panose="02010600040101010101" pitchFamily="2" charset="-122"/>
                </a:endParaRPr>
              </a:p>
            </p:txBody>
          </p:sp>
          <p:sp>
            <p:nvSpPr>
              <p:cNvPr id="61459" name="Text Box 39"/>
              <p:cNvSpPr txBox="1"/>
              <p:nvPr/>
            </p:nvSpPr>
            <p:spPr>
              <a:xfrm>
                <a:off x="1200" y="206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b="1" i="1" dirty="0">
                  <a:latin typeface="Times New Roman" panose="02020603050405020304" pitchFamily="18" charset="0"/>
                  <a:ea typeface="华文中宋" panose="02010600040101010101" pitchFamily="2" charset="-122"/>
                </a:endParaRPr>
              </a:p>
            </p:txBody>
          </p:sp>
          <p:sp>
            <p:nvSpPr>
              <p:cNvPr id="61460" name="Text Box 40"/>
              <p:cNvSpPr txBox="1"/>
              <p:nvPr/>
            </p:nvSpPr>
            <p:spPr>
              <a:xfrm>
                <a:off x="1008" y="345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sp>
            <p:nvSpPr>
              <p:cNvPr id="61461" name="Text Box 41"/>
              <p:cNvSpPr txBox="1"/>
              <p:nvPr/>
            </p:nvSpPr>
            <p:spPr>
              <a:xfrm>
                <a:off x="1056"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61462" name="Text Box 42"/>
              <p:cNvSpPr txBox="1"/>
              <p:nvPr/>
            </p:nvSpPr>
            <p:spPr>
              <a:xfrm>
                <a:off x="1008" y="254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dirty="0">
                  <a:latin typeface="Times New Roman" panose="02020603050405020304" pitchFamily="18" charset="0"/>
                  <a:ea typeface="华文中宋" panose="02010600040101010101" pitchFamily="2" charset="-122"/>
                </a:endParaRPr>
              </a:p>
            </p:txBody>
          </p:sp>
          <p:sp>
            <p:nvSpPr>
              <p:cNvPr id="61463" name="Text Box 43"/>
              <p:cNvSpPr txBox="1"/>
              <p:nvPr/>
            </p:nvSpPr>
            <p:spPr>
              <a:xfrm>
                <a:off x="1392" y="3504"/>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61464" name="Text Box 44"/>
              <p:cNvSpPr txBox="1"/>
              <p:nvPr/>
            </p:nvSpPr>
            <p:spPr>
              <a:xfrm>
                <a:off x="1440" y="302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1465" name="Text Box 45"/>
              <p:cNvSpPr txBox="1"/>
              <p:nvPr/>
            </p:nvSpPr>
            <p:spPr>
              <a:xfrm>
                <a:off x="1440" y="25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61456" name="Text Box 46"/>
            <p:cNvSpPr txBox="1"/>
            <p:nvPr/>
          </p:nvSpPr>
          <p:spPr>
            <a:xfrm>
              <a:off x="1632" y="3792"/>
              <a:ext cx="52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graphicFrame>
        <p:nvGraphicFramePr>
          <p:cNvPr id="829487" name="Object 47">
            <a:hlinkClick r:id="" action="ppaction://ole?verb="/>
          </p:cNvPr>
          <p:cNvGraphicFramePr/>
          <p:nvPr/>
        </p:nvGraphicFramePr>
        <p:xfrm>
          <a:off x="1828800" y="3124200"/>
          <a:ext cx="4006850" cy="533400"/>
        </p:xfrm>
        <a:graphic>
          <a:graphicData uri="http://schemas.openxmlformats.org/presentationml/2006/ole">
            <mc:AlternateContent xmlns:mc="http://schemas.openxmlformats.org/markup-compatibility/2006">
              <mc:Choice xmlns:v="urn:schemas-microsoft-com:vml" Requires="v">
                <p:oleObj spid="_x0000_s3263" name="" r:id="rId1" imgW="1930400" imgH="241300" progId="Equation.3">
                  <p:embed/>
                </p:oleObj>
              </mc:Choice>
              <mc:Fallback>
                <p:oleObj name="" r:id="rId1" imgW="1930400" imgH="241300" progId="Equation.3">
                  <p:embed/>
                  <p:pic>
                    <p:nvPicPr>
                      <p:cNvPr id="0" name="图片 3262"/>
                      <p:cNvPicPr/>
                      <p:nvPr/>
                    </p:nvPicPr>
                    <p:blipFill>
                      <a:blip r:embed="rId2"/>
                      <a:stretch>
                        <a:fillRect/>
                      </a:stretch>
                    </p:blipFill>
                    <p:spPr>
                      <a:xfrm>
                        <a:off x="1828800" y="3124200"/>
                        <a:ext cx="4006850" cy="533400"/>
                      </a:xfrm>
                      <a:prstGeom prst="rect">
                        <a:avLst/>
                      </a:prstGeom>
                      <a:noFill/>
                      <a:ln w="38100">
                        <a:noFill/>
                        <a:miter/>
                      </a:ln>
                    </p:spPr>
                  </p:pic>
                </p:oleObj>
              </mc:Fallback>
            </mc:AlternateContent>
          </a:graphicData>
        </a:graphic>
      </p:graphicFrame>
      <p:graphicFrame>
        <p:nvGraphicFramePr>
          <p:cNvPr id="829488" name="Object 48">
            <a:hlinkClick r:id="" action="ppaction://ole?verb="/>
          </p:cNvPr>
          <p:cNvGraphicFramePr/>
          <p:nvPr/>
        </p:nvGraphicFramePr>
        <p:xfrm>
          <a:off x="1066800" y="1981200"/>
          <a:ext cx="4343400" cy="533400"/>
        </p:xfrm>
        <a:graphic>
          <a:graphicData uri="http://schemas.openxmlformats.org/presentationml/2006/ole">
            <mc:AlternateContent xmlns:mc="http://schemas.openxmlformats.org/markup-compatibility/2006">
              <mc:Choice xmlns:v="urn:schemas-microsoft-com:vml" Requires="v">
                <p:oleObj spid="_x0000_s3264" name="" r:id="rId3" imgW="1638300" imgH="241300" progId="Equation.3">
                  <p:embed/>
                </p:oleObj>
              </mc:Choice>
              <mc:Fallback>
                <p:oleObj name="" r:id="rId3" imgW="1638300" imgH="241300" progId="Equation.3">
                  <p:embed/>
                  <p:pic>
                    <p:nvPicPr>
                      <p:cNvPr id="0" name="图片 3263"/>
                      <p:cNvPicPr/>
                      <p:nvPr/>
                    </p:nvPicPr>
                    <p:blipFill>
                      <a:blip r:embed="rId4"/>
                      <a:stretch>
                        <a:fillRect/>
                      </a:stretch>
                    </p:blipFill>
                    <p:spPr>
                      <a:xfrm>
                        <a:off x="1066800" y="1981200"/>
                        <a:ext cx="4343400" cy="533400"/>
                      </a:xfrm>
                      <a:prstGeom prst="rect">
                        <a:avLst/>
                      </a:prstGeom>
                      <a:noFill/>
                      <a:ln w="38100">
                        <a:noFill/>
                        <a:miter/>
                      </a:ln>
                    </p:spPr>
                  </p:pic>
                </p:oleObj>
              </mc:Fallback>
            </mc:AlternateContent>
          </a:graphicData>
        </a:graphic>
      </p:graphicFrame>
      <p:graphicFrame>
        <p:nvGraphicFramePr>
          <p:cNvPr id="829489" name="Object 49">
            <a:hlinkClick r:id="" action="ppaction://ole?verb="/>
          </p:cNvPr>
          <p:cNvGraphicFramePr/>
          <p:nvPr/>
        </p:nvGraphicFramePr>
        <p:xfrm>
          <a:off x="1709738" y="2576513"/>
          <a:ext cx="3321050" cy="561975"/>
        </p:xfrm>
        <a:graphic>
          <a:graphicData uri="http://schemas.openxmlformats.org/presentationml/2006/ole">
            <mc:AlternateContent xmlns:mc="http://schemas.openxmlformats.org/markup-compatibility/2006">
              <mc:Choice xmlns:v="urn:schemas-microsoft-com:vml" Requires="v">
                <p:oleObj spid="_x0000_s3267" name="" r:id="rId5" imgW="1600200" imgH="254000" progId="Equation.DSMT4">
                  <p:embed/>
                </p:oleObj>
              </mc:Choice>
              <mc:Fallback>
                <p:oleObj name="" r:id="rId5" imgW="1600200" imgH="254000" progId="Equation.DSMT4">
                  <p:embed/>
                  <p:pic>
                    <p:nvPicPr>
                      <p:cNvPr id="0" name="图片 3266"/>
                      <p:cNvPicPr/>
                      <p:nvPr/>
                    </p:nvPicPr>
                    <p:blipFill>
                      <a:blip r:embed="rId6"/>
                      <a:stretch>
                        <a:fillRect/>
                      </a:stretch>
                    </p:blipFill>
                    <p:spPr>
                      <a:xfrm>
                        <a:off x="1709738" y="2576513"/>
                        <a:ext cx="3321050" cy="561975"/>
                      </a:xfrm>
                      <a:prstGeom prst="rect">
                        <a:avLst/>
                      </a:prstGeom>
                      <a:noFill/>
                      <a:ln w="38100">
                        <a:noFill/>
                        <a:miter/>
                      </a:ln>
                    </p:spPr>
                  </p:pic>
                </p:oleObj>
              </mc:Fallback>
            </mc:AlternateContent>
          </a:graphicData>
        </a:graphic>
      </p:graphicFrame>
      <p:graphicFrame>
        <p:nvGraphicFramePr>
          <p:cNvPr id="829490" name="Object 50">
            <a:hlinkClick r:id="" action="ppaction://ole?verb="/>
          </p:cNvPr>
          <p:cNvGraphicFramePr/>
          <p:nvPr/>
        </p:nvGraphicFramePr>
        <p:xfrm>
          <a:off x="1831975" y="3581400"/>
          <a:ext cx="4111625" cy="869950"/>
        </p:xfrm>
        <a:graphic>
          <a:graphicData uri="http://schemas.openxmlformats.org/presentationml/2006/ole">
            <mc:AlternateContent xmlns:mc="http://schemas.openxmlformats.org/markup-compatibility/2006">
              <mc:Choice xmlns:v="urn:schemas-microsoft-com:vml" Requires="v">
                <p:oleObj spid="_x0000_s3265" name="" r:id="rId7" imgW="1981200" imgH="393700" progId="Equation.3">
                  <p:embed/>
                </p:oleObj>
              </mc:Choice>
              <mc:Fallback>
                <p:oleObj name="" r:id="rId7" imgW="1981200" imgH="393700" progId="Equation.3">
                  <p:embed/>
                  <p:pic>
                    <p:nvPicPr>
                      <p:cNvPr id="0" name="图片 3264"/>
                      <p:cNvPicPr/>
                      <p:nvPr/>
                    </p:nvPicPr>
                    <p:blipFill>
                      <a:blip r:embed="rId8"/>
                      <a:stretch>
                        <a:fillRect/>
                      </a:stretch>
                    </p:blipFill>
                    <p:spPr>
                      <a:xfrm>
                        <a:off x="1831975" y="3581400"/>
                        <a:ext cx="4111625" cy="869950"/>
                      </a:xfrm>
                      <a:prstGeom prst="rect">
                        <a:avLst/>
                      </a:prstGeom>
                      <a:noFill/>
                      <a:ln w="38100">
                        <a:noFill/>
                        <a:miter/>
                      </a:ln>
                    </p:spPr>
                  </p:pic>
                </p:oleObj>
              </mc:Fallback>
            </mc:AlternateContent>
          </a:graphicData>
        </a:graphic>
      </p:graphicFrame>
      <p:sp>
        <p:nvSpPr>
          <p:cNvPr id="61450" name="Rectangle 51"/>
          <p:cNvSpPr/>
          <p:nvPr/>
        </p:nvSpPr>
        <p:spPr>
          <a:xfrm>
            <a:off x="4637088" y="4559300"/>
            <a:ext cx="87312" cy="4159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700" b="1" dirty="0">
                <a:solidFill>
                  <a:srgbClr val="000000"/>
                </a:solidFill>
                <a:latin typeface="Times New Roman" panose="02020603050405020304" pitchFamily="18" charset="0"/>
                <a:ea typeface="华文中宋" panose="02010600040101010101" pitchFamily="2" charset="-122"/>
              </a:rPr>
              <a:t> </a:t>
            </a:r>
            <a:endParaRPr lang="en-US" altLang="zh-CN" sz="2800" dirty="0">
              <a:latin typeface="Times New Roman" panose="02020603050405020304" pitchFamily="18" charset="0"/>
              <a:ea typeface="华文中宋" panose="02010600040101010101" pitchFamily="2" charset="-122"/>
            </a:endParaRPr>
          </a:p>
        </p:txBody>
      </p:sp>
      <p:sp>
        <p:nvSpPr>
          <p:cNvPr id="829492" name="Rectangle 52"/>
          <p:cNvSpPr/>
          <p:nvPr/>
        </p:nvSpPr>
        <p:spPr>
          <a:xfrm>
            <a:off x="749300" y="4495800"/>
            <a:ext cx="2770188" cy="4159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700" b="1" dirty="0">
                <a:solidFill>
                  <a:srgbClr val="FF5050"/>
                </a:solidFill>
                <a:latin typeface="Times New Roman" panose="02020603050405020304" pitchFamily="18" charset="0"/>
                <a:ea typeface="华文中宋" panose="02010600040101010101" pitchFamily="2" charset="-122"/>
              </a:rPr>
              <a:t>对应的相量形式为</a:t>
            </a:r>
            <a:endParaRPr lang="zh-CN" altLang="en-US" sz="2800" b="1" dirty="0">
              <a:solidFill>
                <a:srgbClr val="FF5050"/>
              </a:solidFill>
              <a:latin typeface="Times New Roman" panose="02020603050405020304" pitchFamily="18" charset="0"/>
              <a:ea typeface="华文中宋" panose="02010600040101010101" pitchFamily="2" charset="-122"/>
            </a:endParaRPr>
          </a:p>
        </p:txBody>
      </p:sp>
      <p:graphicFrame>
        <p:nvGraphicFramePr>
          <p:cNvPr id="829493" name="Object 53">
            <a:hlinkClick r:id="" action="ppaction://ole?verb="/>
          </p:cNvPr>
          <p:cNvGraphicFramePr/>
          <p:nvPr/>
        </p:nvGraphicFramePr>
        <p:xfrm>
          <a:off x="2809875" y="4938713"/>
          <a:ext cx="1649413" cy="534987"/>
        </p:xfrm>
        <a:graphic>
          <a:graphicData uri="http://schemas.openxmlformats.org/presentationml/2006/ole">
            <mc:AlternateContent xmlns:mc="http://schemas.openxmlformats.org/markup-compatibility/2006">
              <mc:Choice xmlns:v="urn:schemas-microsoft-com:vml" Requires="v">
                <p:oleObj spid="_x0000_s3266" name="" r:id="rId9" imgW="673100" imgH="241300" progId="Equation.DSMT4">
                  <p:embed/>
                </p:oleObj>
              </mc:Choice>
              <mc:Fallback>
                <p:oleObj name="" r:id="rId9" imgW="673100" imgH="241300" progId="Equation.DSMT4">
                  <p:embed/>
                  <p:pic>
                    <p:nvPicPr>
                      <p:cNvPr id="0" name="图片 3265"/>
                      <p:cNvPicPr/>
                      <p:nvPr/>
                    </p:nvPicPr>
                    <p:blipFill>
                      <a:blip r:embed="rId10"/>
                      <a:stretch>
                        <a:fillRect/>
                      </a:stretch>
                    </p:blipFill>
                    <p:spPr>
                      <a:xfrm>
                        <a:off x="2809875" y="4938713"/>
                        <a:ext cx="1649413" cy="534987"/>
                      </a:xfrm>
                      <a:prstGeom prst="rect">
                        <a:avLst/>
                      </a:prstGeom>
                      <a:noFill/>
                      <a:ln w="38100">
                        <a:noFill/>
                        <a:miter/>
                      </a:ln>
                    </p:spPr>
                  </p:pic>
                </p:oleObj>
              </mc:Fallback>
            </mc:AlternateContent>
          </a:graphicData>
        </a:graphic>
      </p:graphicFrame>
      <p:graphicFrame>
        <p:nvGraphicFramePr>
          <p:cNvPr id="829494" name="Object 54">
            <a:hlinkClick r:id="" action="ppaction://ole?verb="/>
          </p:cNvPr>
          <p:cNvGraphicFramePr/>
          <p:nvPr/>
        </p:nvGraphicFramePr>
        <p:xfrm>
          <a:off x="2830513" y="5422900"/>
          <a:ext cx="1960562" cy="534988"/>
        </p:xfrm>
        <a:graphic>
          <a:graphicData uri="http://schemas.openxmlformats.org/presentationml/2006/ole">
            <mc:AlternateContent xmlns:mc="http://schemas.openxmlformats.org/markup-compatibility/2006">
              <mc:Choice xmlns:v="urn:schemas-microsoft-com:vml" Requires="v">
                <p:oleObj spid="_x0000_s3268" name="" r:id="rId11" imgW="799465" imgH="241300" progId="Equation.DSMT4">
                  <p:embed/>
                </p:oleObj>
              </mc:Choice>
              <mc:Fallback>
                <p:oleObj name="" r:id="rId11" imgW="799465" imgH="241300" progId="Equation.DSMT4">
                  <p:embed/>
                  <p:pic>
                    <p:nvPicPr>
                      <p:cNvPr id="0" name="图片 3267"/>
                      <p:cNvPicPr/>
                      <p:nvPr/>
                    </p:nvPicPr>
                    <p:blipFill>
                      <a:blip r:embed="rId12"/>
                      <a:stretch>
                        <a:fillRect/>
                      </a:stretch>
                    </p:blipFill>
                    <p:spPr>
                      <a:xfrm>
                        <a:off x="2830513" y="5422900"/>
                        <a:ext cx="1960562" cy="534988"/>
                      </a:xfrm>
                      <a:prstGeom prst="rect">
                        <a:avLst/>
                      </a:prstGeom>
                      <a:noFill/>
                      <a:ln w="38100">
                        <a:noFill/>
                        <a:miter/>
                      </a:ln>
                    </p:spPr>
                  </p:pic>
                </p:oleObj>
              </mc:Fallback>
            </mc:AlternateContent>
          </a:graphicData>
        </a:graphic>
      </p:graphicFrame>
      <p:graphicFrame>
        <p:nvGraphicFramePr>
          <p:cNvPr id="829495" name="Object 55">
            <a:hlinkClick r:id="" action="ppaction://ole?verb="/>
          </p:cNvPr>
          <p:cNvGraphicFramePr/>
          <p:nvPr/>
        </p:nvGraphicFramePr>
        <p:xfrm>
          <a:off x="2778125" y="6007100"/>
          <a:ext cx="2209800" cy="533400"/>
        </p:xfrm>
        <a:graphic>
          <a:graphicData uri="http://schemas.openxmlformats.org/presentationml/2006/ole">
            <mc:AlternateContent xmlns:mc="http://schemas.openxmlformats.org/markup-compatibility/2006">
              <mc:Choice xmlns:v="urn:schemas-microsoft-com:vml" Requires="v">
                <p:oleObj spid="_x0000_s3269" name="" r:id="rId13" imgW="901065" imgH="241300" progId="Equation.DSMT4">
                  <p:embed/>
                </p:oleObj>
              </mc:Choice>
              <mc:Fallback>
                <p:oleObj name="" r:id="rId13" imgW="901065" imgH="241300" progId="Equation.DSMT4">
                  <p:embed/>
                  <p:pic>
                    <p:nvPicPr>
                      <p:cNvPr id="0" name="图片 3268"/>
                      <p:cNvPicPr/>
                      <p:nvPr/>
                    </p:nvPicPr>
                    <p:blipFill>
                      <a:blip r:embed="rId14"/>
                      <a:stretch>
                        <a:fillRect/>
                      </a:stretch>
                    </p:blipFill>
                    <p:spPr>
                      <a:xfrm>
                        <a:off x="2778125" y="6007100"/>
                        <a:ext cx="2209800" cy="533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9443"/>
                                        </p:tgtEl>
                                        <p:attrNameLst>
                                          <p:attrName>style.visibility</p:attrName>
                                        </p:attrNameLst>
                                      </p:cBhvr>
                                      <p:to>
                                        <p:strVal val="visible"/>
                                      </p:to>
                                    </p:set>
                                    <p:animEffect transition="in" filter="wipe(left)">
                                      <p:cBhvr>
                                        <p:cTn id="7" dur="500"/>
                                        <p:tgtEl>
                                          <p:spTgt spid="82944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444"/>
                                        </p:tgtEl>
                                        <p:attrNameLst>
                                          <p:attrName>style.visibility</p:attrName>
                                        </p:attrNameLst>
                                      </p:cBhvr>
                                      <p:to>
                                        <p:strVal val="visible"/>
                                      </p:to>
                                    </p:set>
                                    <p:animEffect transition="in" filter="wipe(left)">
                                      <p:cBhvr>
                                        <p:cTn id="11" dur="500"/>
                                        <p:tgtEl>
                                          <p:spTgt spid="829444"/>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829488"/>
                                        </p:tgtEl>
                                        <p:attrNameLst>
                                          <p:attrName>style.visibility</p:attrName>
                                        </p:attrNameLst>
                                      </p:cBhvr>
                                      <p:to>
                                        <p:strVal val="visible"/>
                                      </p:to>
                                    </p:set>
                                    <p:animEffect transition="in" filter="wipe(left)">
                                      <p:cBhvr>
                                        <p:cTn id="20" dur="500"/>
                                        <p:tgtEl>
                                          <p:spTgt spid="82948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29489"/>
                                        </p:tgtEl>
                                        <p:attrNameLst>
                                          <p:attrName>style.visibility</p:attrName>
                                        </p:attrNameLst>
                                      </p:cBhvr>
                                      <p:to>
                                        <p:strVal val="visible"/>
                                      </p:to>
                                    </p:set>
                                    <p:animEffect transition="in" filter="wipe(left)">
                                      <p:cBhvr>
                                        <p:cTn id="25" dur="500"/>
                                        <p:tgtEl>
                                          <p:spTgt spid="829489"/>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829487"/>
                                        </p:tgtEl>
                                        <p:attrNameLst>
                                          <p:attrName>style.visibility</p:attrName>
                                        </p:attrNameLst>
                                      </p:cBhvr>
                                      <p:to>
                                        <p:strVal val="visible"/>
                                      </p:to>
                                    </p:set>
                                    <p:animEffect transition="in" filter="wipe(left)">
                                      <p:cBhvr>
                                        <p:cTn id="29" dur="500"/>
                                        <p:tgtEl>
                                          <p:spTgt spid="829487"/>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829490"/>
                                        </p:tgtEl>
                                        <p:attrNameLst>
                                          <p:attrName>style.visibility</p:attrName>
                                        </p:attrNameLst>
                                      </p:cBhvr>
                                      <p:to>
                                        <p:strVal val="visible"/>
                                      </p:to>
                                    </p:set>
                                    <p:animEffect transition="in" filter="wipe(left)">
                                      <p:cBhvr>
                                        <p:cTn id="33" dur="500"/>
                                        <p:tgtEl>
                                          <p:spTgt spid="82949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29492"/>
                                        </p:tgtEl>
                                        <p:attrNameLst>
                                          <p:attrName>style.visibility</p:attrName>
                                        </p:attrNameLst>
                                      </p:cBhvr>
                                      <p:to>
                                        <p:strVal val="visible"/>
                                      </p:to>
                                    </p:set>
                                    <p:animEffect transition="in" filter="wipe(left)">
                                      <p:cBhvr>
                                        <p:cTn id="38" dur="500"/>
                                        <p:tgtEl>
                                          <p:spTgt spid="829492"/>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829493"/>
                                        </p:tgtEl>
                                        <p:attrNameLst>
                                          <p:attrName>style.visibility</p:attrName>
                                        </p:attrNameLst>
                                      </p:cBhvr>
                                      <p:to>
                                        <p:strVal val="visible"/>
                                      </p:to>
                                    </p:set>
                                    <p:animEffect transition="in" filter="wipe(left)">
                                      <p:cBhvr>
                                        <p:cTn id="42" dur="500"/>
                                        <p:tgtEl>
                                          <p:spTgt spid="829493"/>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829494"/>
                                        </p:tgtEl>
                                        <p:attrNameLst>
                                          <p:attrName>style.visibility</p:attrName>
                                        </p:attrNameLst>
                                      </p:cBhvr>
                                      <p:to>
                                        <p:strVal val="visible"/>
                                      </p:to>
                                    </p:set>
                                    <p:animEffect transition="in" filter="wipe(left)">
                                      <p:cBhvr>
                                        <p:cTn id="46" dur="500"/>
                                        <p:tgtEl>
                                          <p:spTgt spid="829494"/>
                                        </p:tgtEl>
                                      </p:cBhvr>
                                    </p:animEffect>
                                  </p:childTnLst>
                                </p:cTn>
                              </p:par>
                            </p:childTnLst>
                          </p:cTn>
                        </p:par>
                        <p:par>
                          <p:cTn id="47" fill="hold">
                            <p:stCondLst>
                              <p:cond delay="1500"/>
                            </p:stCondLst>
                            <p:childTnLst>
                              <p:par>
                                <p:cTn id="48" presetID="22" presetClass="entr" presetSubtype="8" fill="hold" nodeType="afterEffect">
                                  <p:stCondLst>
                                    <p:cond delay="0"/>
                                  </p:stCondLst>
                                  <p:childTnLst>
                                    <p:set>
                                      <p:cBhvr>
                                        <p:cTn id="49" dur="1" fill="hold">
                                          <p:stCondLst>
                                            <p:cond delay="0"/>
                                          </p:stCondLst>
                                        </p:cTn>
                                        <p:tgtEl>
                                          <p:spTgt spid="829495"/>
                                        </p:tgtEl>
                                        <p:attrNameLst>
                                          <p:attrName>style.visibility</p:attrName>
                                        </p:attrNameLst>
                                      </p:cBhvr>
                                      <p:to>
                                        <p:strVal val="visible"/>
                                      </p:to>
                                    </p:set>
                                    <p:animEffect transition="in" filter="wipe(left)">
                                      <p:cBhvr>
                                        <p:cTn id="50" dur="500"/>
                                        <p:tgtEl>
                                          <p:spTgt spid="829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3" grpId="0"/>
      <p:bldP spid="829444" grpId="0"/>
      <p:bldP spid="82949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7086600" y="3163888"/>
            <a:ext cx="1219200" cy="3429000"/>
            <a:chOff x="4368" y="1872"/>
            <a:chExt cx="768" cy="2160"/>
          </a:xfrm>
        </p:grpSpPr>
        <p:sp>
          <p:nvSpPr>
            <p:cNvPr id="62558" name="Text Box 4"/>
            <p:cNvSpPr txBox="1"/>
            <p:nvPr/>
          </p:nvSpPr>
          <p:spPr>
            <a:xfrm>
              <a:off x="4656" y="37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(c)</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62559" name="Group 5"/>
            <p:cNvGrpSpPr/>
            <p:nvPr/>
          </p:nvGrpSpPr>
          <p:grpSpPr>
            <a:xfrm>
              <a:off x="4368" y="1872"/>
              <a:ext cx="768" cy="1860"/>
              <a:chOff x="4368" y="1968"/>
              <a:chExt cx="768" cy="1860"/>
            </a:xfrm>
          </p:grpSpPr>
          <p:sp>
            <p:nvSpPr>
              <p:cNvPr id="62560" name="Text Box 6"/>
              <p:cNvSpPr txBox="1"/>
              <p:nvPr/>
            </p:nvSpPr>
            <p:spPr>
              <a:xfrm>
                <a:off x="4896" y="196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561" name="Text Box 7"/>
              <p:cNvSpPr txBox="1"/>
              <p:nvPr/>
            </p:nvSpPr>
            <p:spPr>
              <a:xfrm>
                <a:off x="4368" y="283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562" name="Line 8"/>
              <p:cNvSpPr/>
              <p:nvPr/>
            </p:nvSpPr>
            <p:spPr>
              <a:xfrm>
                <a:off x="4508" y="2248"/>
                <a:ext cx="554" cy="0"/>
              </a:xfrm>
              <a:prstGeom prst="line">
                <a:avLst/>
              </a:prstGeom>
              <a:ln w="38100" cap="flat" cmpd="sng">
                <a:solidFill>
                  <a:srgbClr val="000000"/>
                </a:solidFill>
                <a:prstDash val="solid"/>
                <a:headEnd type="none" w="med" len="med"/>
                <a:tailEnd type="none" w="med" len="med"/>
              </a:ln>
            </p:spPr>
          </p:sp>
          <p:sp>
            <p:nvSpPr>
              <p:cNvPr id="62563" name="Line 9"/>
              <p:cNvSpPr/>
              <p:nvPr/>
            </p:nvSpPr>
            <p:spPr>
              <a:xfrm>
                <a:off x="4508" y="3828"/>
                <a:ext cx="554" cy="0"/>
              </a:xfrm>
              <a:prstGeom prst="line">
                <a:avLst/>
              </a:prstGeom>
              <a:ln w="38100" cap="flat" cmpd="sng">
                <a:solidFill>
                  <a:srgbClr val="000000"/>
                </a:solidFill>
                <a:prstDash val="solid"/>
                <a:headEnd type="none" w="med" len="med"/>
                <a:tailEnd type="none" w="med" len="med"/>
              </a:ln>
            </p:spPr>
          </p:sp>
          <p:sp>
            <p:nvSpPr>
              <p:cNvPr id="62564" name="Line 10"/>
              <p:cNvSpPr/>
              <p:nvPr/>
            </p:nvSpPr>
            <p:spPr>
              <a:xfrm>
                <a:off x="5040" y="2256"/>
                <a:ext cx="14" cy="1568"/>
              </a:xfrm>
              <a:prstGeom prst="line">
                <a:avLst/>
              </a:prstGeom>
              <a:ln w="38100" cap="flat" cmpd="sng">
                <a:solidFill>
                  <a:srgbClr val="000000"/>
                </a:solidFill>
                <a:prstDash val="solid"/>
                <a:headEnd type="none" w="med" len="med"/>
                <a:tailEnd type="none" w="med" len="med"/>
              </a:ln>
            </p:spPr>
          </p:sp>
          <p:sp>
            <p:nvSpPr>
              <p:cNvPr id="62565" name="Line 11"/>
              <p:cNvSpPr/>
              <p:nvPr/>
            </p:nvSpPr>
            <p:spPr>
              <a:xfrm>
                <a:off x="4583" y="2160"/>
                <a:ext cx="281" cy="0"/>
              </a:xfrm>
              <a:prstGeom prst="line">
                <a:avLst/>
              </a:prstGeom>
              <a:ln w="38100" cap="flat" cmpd="sng">
                <a:solidFill>
                  <a:srgbClr val="000000"/>
                </a:solidFill>
                <a:prstDash val="solid"/>
                <a:headEnd type="none" w="med" len="med"/>
                <a:tailEnd type="triangle" w="med" len="med"/>
              </a:ln>
            </p:spPr>
          </p:sp>
          <p:sp>
            <p:nvSpPr>
              <p:cNvPr id="62566" name="Line 12"/>
              <p:cNvSpPr/>
              <p:nvPr/>
            </p:nvSpPr>
            <p:spPr>
              <a:xfrm>
                <a:off x="4494" y="2381"/>
                <a:ext cx="93" cy="0"/>
              </a:xfrm>
              <a:prstGeom prst="line">
                <a:avLst/>
              </a:prstGeom>
              <a:ln w="38100" cap="flat" cmpd="sng">
                <a:solidFill>
                  <a:srgbClr val="000000"/>
                </a:solidFill>
                <a:prstDash val="solid"/>
                <a:headEnd type="none" w="med" len="med"/>
                <a:tailEnd type="none" w="med" len="med"/>
              </a:ln>
            </p:spPr>
          </p:sp>
          <p:sp>
            <p:nvSpPr>
              <p:cNvPr id="62567" name="Line 13"/>
              <p:cNvSpPr/>
              <p:nvPr/>
            </p:nvSpPr>
            <p:spPr>
              <a:xfrm rot="5400000">
                <a:off x="4495" y="2384"/>
                <a:ext cx="96" cy="0"/>
              </a:xfrm>
              <a:prstGeom prst="line">
                <a:avLst/>
              </a:prstGeom>
              <a:ln w="38100" cap="flat" cmpd="sng">
                <a:solidFill>
                  <a:srgbClr val="000000"/>
                </a:solidFill>
                <a:prstDash val="solid"/>
                <a:headEnd type="none" w="med" len="med"/>
                <a:tailEnd type="none" w="med" len="med"/>
              </a:ln>
            </p:spPr>
          </p:sp>
          <p:sp>
            <p:nvSpPr>
              <p:cNvPr id="62568" name="Line 14"/>
              <p:cNvSpPr/>
              <p:nvPr/>
            </p:nvSpPr>
            <p:spPr>
              <a:xfrm>
                <a:off x="4464" y="3687"/>
                <a:ext cx="93" cy="0"/>
              </a:xfrm>
              <a:prstGeom prst="line">
                <a:avLst/>
              </a:prstGeom>
              <a:ln w="38100" cap="flat" cmpd="sng">
                <a:solidFill>
                  <a:srgbClr val="000000"/>
                </a:solidFill>
                <a:prstDash val="solid"/>
                <a:headEnd type="none" w="med" len="med"/>
                <a:tailEnd type="none" w="med" len="med"/>
              </a:ln>
            </p:spPr>
          </p:sp>
          <p:grpSp>
            <p:nvGrpSpPr>
              <p:cNvPr id="62569" name="Group 15"/>
              <p:cNvGrpSpPr/>
              <p:nvPr/>
            </p:nvGrpSpPr>
            <p:grpSpPr>
              <a:xfrm>
                <a:off x="5014" y="2754"/>
                <a:ext cx="75" cy="656"/>
                <a:chOff x="743" y="567"/>
                <a:chExt cx="187" cy="1639"/>
              </a:xfrm>
            </p:grpSpPr>
            <p:sp>
              <p:nvSpPr>
                <p:cNvPr id="62571" name="Line 16"/>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2572" name="Rectangle 17"/>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62570" name="Text Box 18"/>
              <p:cNvSpPr txBox="1"/>
              <p:nvPr/>
            </p:nvSpPr>
            <p:spPr>
              <a:xfrm>
                <a:off x="4752" y="292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Z</a:t>
                </a:r>
                <a:endParaRPr lang="en-US" altLang="zh-CN" sz="2400" b="1" i="1" baseline="-25000" dirty="0">
                  <a:latin typeface="Times New Roman" panose="02020603050405020304" pitchFamily="18" charset="0"/>
                  <a:ea typeface="华文中宋" panose="02010600040101010101" pitchFamily="2" charset="-122"/>
                </a:endParaRPr>
              </a:p>
            </p:txBody>
          </p:sp>
        </p:grpSp>
      </p:grpSp>
      <p:grpSp>
        <p:nvGrpSpPr>
          <p:cNvPr id="5" name="Group 19"/>
          <p:cNvGrpSpPr/>
          <p:nvPr/>
        </p:nvGrpSpPr>
        <p:grpSpPr>
          <a:xfrm>
            <a:off x="971550" y="3141663"/>
            <a:ext cx="1905000" cy="3505200"/>
            <a:chOff x="1440" y="1872"/>
            <a:chExt cx="1200" cy="2208"/>
          </a:xfrm>
        </p:grpSpPr>
        <p:grpSp>
          <p:nvGrpSpPr>
            <p:cNvPr id="62517" name="Group 20"/>
            <p:cNvGrpSpPr/>
            <p:nvPr/>
          </p:nvGrpSpPr>
          <p:grpSpPr>
            <a:xfrm>
              <a:off x="1440" y="1872"/>
              <a:ext cx="1200" cy="1872"/>
              <a:chOff x="672" y="2064"/>
              <a:chExt cx="1200" cy="1872"/>
            </a:xfrm>
          </p:grpSpPr>
          <p:grpSp>
            <p:nvGrpSpPr>
              <p:cNvPr id="62519" name="Group 21"/>
              <p:cNvGrpSpPr/>
              <p:nvPr/>
            </p:nvGrpSpPr>
            <p:grpSpPr>
              <a:xfrm>
                <a:off x="722" y="2269"/>
                <a:ext cx="814" cy="1667"/>
                <a:chOff x="2162" y="3537"/>
                <a:chExt cx="2035" cy="4169"/>
              </a:xfrm>
            </p:grpSpPr>
            <p:grpSp>
              <p:nvGrpSpPr>
                <p:cNvPr id="62528" name="Group 22"/>
                <p:cNvGrpSpPr/>
                <p:nvPr/>
              </p:nvGrpSpPr>
              <p:grpSpPr>
                <a:xfrm>
                  <a:off x="3537" y="3779"/>
                  <a:ext cx="187" cy="1639"/>
                  <a:chOff x="743" y="567"/>
                  <a:chExt cx="187" cy="1639"/>
                </a:xfrm>
              </p:grpSpPr>
              <p:sp>
                <p:nvSpPr>
                  <p:cNvPr id="62556" name="Line 23"/>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2557" name="Rectangle 24"/>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2529" name="Group 25"/>
                <p:cNvGrpSpPr/>
                <p:nvPr/>
              </p:nvGrpSpPr>
              <p:grpSpPr>
                <a:xfrm>
                  <a:off x="3405" y="5044"/>
                  <a:ext cx="402" cy="1650"/>
                  <a:chOff x="2091" y="573"/>
                  <a:chExt cx="220" cy="907"/>
                </a:xfrm>
              </p:grpSpPr>
              <p:sp>
                <p:nvSpPr>
                  <p:cNvPr id="62551" name="Line 26"/>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62552" name="Oval 27"/>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53" name="Oval 28"/>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54" name="Oval 29"/>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55" name="Rectangle 30"/>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2530" name="Group 31"/>
                <p:cNvGrpSpPr/>
                <p:nvPr/>
              </p:nvGrpSpPr>
              <p:grpSpPr>
                <a:xfrm>
                  <a:off x="3480" y="6374"/>
                  <a:ext cx="299" cy="1090"/>
                  <a:chOff x="1502" y="578"/>
                  <a:chExt cx="319" cy="1090"/>
                </a:xfrm>
              </p:grpSpPr>
              <p:sp>
                <p:nvSpPr>
                  <p:cNvPr id="62547" name="Line 32"/>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2548" name="Line 33"/>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2549" name="Line 34"/>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2550" name="Line 35"/>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2531" name="Line 36"/>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62532" name="Line 37"/>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62533" name="Line 38"/>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62534" name="Line 39"/>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62535" name="Line 40"/>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62536" name="Line 41"/>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62537" name="Line 42"/>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62538" name="Line 43"/>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62539" name="Line 44"/>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62540" name="Line 45"/>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62541" name="Line 46"/>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62542" name="Line 47"/>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62543" name="Line 48"/>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62544" name="Line 49"/>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62545" name="Line 50"/>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62546" name="Line 51"/>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62520" name="Text Box 52"/>
              <p:cNvSpPr txBox="1"/>
              <p:nvPr/>
            </p:nvSpPr>
            <p:spPr>
              <a:xfrm>
                <a:off x="672"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endParaRPr lang="en-US" altLang="zh-CN" sz="2400" b="1" i="1" dirty="0">
                  <a:latin typeface="Times New Roman" panose="02020603050405020304" pitchFamily="18" charset="0"/>
                  <a:ea typeface="华文中宋" panose="02010600040101010101" pitchFamily="2" charset="-122"/>
                </a:endParaRPr>
              </a:p>
            </p:txBody>
          </p:sp>
          <p:sp>
            <p:nvSpPr>
              <p:cNvPr id="62521" name="Text Box 53"/>
              <p:cNvSpPr txBox="1"/>
              <p:nvPr/>
            </p:nvSpPr>
            <p:spPr>
              <a:xfrm>
                <a:off x="1200" y="2064"/>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i</a:t>
                </a:r>
                <a:endParaRPr lang="en-US" altLang="zh-CN" sz="2400" b="1" i="1" dirty="0">
                  <a:latin typeface="Times New Roman" panose="02020603050405020304" pitchFamily="18" charset="0"/>
                  <a:ea typeface="华文中宋" panose="02010600040101010101" pitchFamily="2" charset="-122"/>
                </a:endParaRPr>
              </a:p>
            </p:txBody>
          </p:sp>
          <p:sp>
            <p:nvSpPr>
              <p:cNvPr id="62522" name="Text Box 54"/>
              <p:cNvSpPr txBox="1"/>
              <p:nvPr/>
            </p:nvSpPr>
            <p:spPr>
              <a:xfrm>
                <a:off x="1008" y="345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sp>
            <p:nvSpPr>
              <p:cNvPr id="62523" name="Text Box 55"/>
              <p:cNvSpPr txBox="1"/>
              <p:nvPr/>
            </p:nvSpPr>
            <p:spPr>
              <a:xfrm>
                <a:off x="1056"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62524" name="Text Box 56"/>
              <p:cNvSpPr txBox="1"/>
              <p:nvPr/>
            </p:nvSpPr>
            <p:spPr>
              <a:xfrm>
                <a:off x="1008" y="254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dirty="0">
                  <a:latin typeface="Times New Roman" panose="02020603050405020304" pitchFamily="18" charset="0"/>
                  <a:ea typeface="华文中宋" panose="02010600040101010101" pitchFamily="2" charset="-122"/>
                </a:endParaRPr>
              </a:p>
            </p:txBody>
          </p:sp>
          <p:sp>
            <p:nvSpPr>
              <p:cNvPr id="62525" name="Text Box 57"/>
              <p:cNvSpPr txBox="1"/>
              <p:nvPr/>
            </p:nvSpPr>
            <p:spPr>
              <a:xfrm>
                <a:off x="1392" y="3504"/>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526" name="Text Box 58"/>
              <p:cNvSpPr txBox="1"/>
              <p:nvPr/>
            </p:nvSpPr>
            <p:spPr>
              <a:xfrm>
                <a:off x="1440" y="302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527" name="Text Box 59"/>
              <p:cNvSpPr txBox="1"/>
              <p:nvPr/>
            </p:nvSpPr>
            <p:spPr>
              <a:xfrm>
                <a:off x="1440" y="25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u</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62518" name="Text Box 60"/>
            <p:cNvSpPr txBox="1"/>
            <p:nvPr/>
          </p:nvSpPr>
          <p:spPr>
            <a:xfrm>
              <a:off x="1632" y="3792"/>
              <a:ext cx="52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830525" name="Text Box 61"/>
          <p:cNvSpPr txBox="1"/>
          <p:nvPr/>
        </p:nvSpPr>
        <p:spPr>
          <a:xfrm>
            <a:off x="533400" y="587375"/>
            <a:ext cx="1752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由</a:t>
            </a:r>
            <a:r>
              <a:rPr lang="en-US" altLang="zh-CN" sz="2800" b="1" dirty="0">
                <a:latin typeface="Times New Roman" panose="02020603050405020304" pitchFamily="18" charset="0"/>
                <a:ea typeface="华文中宋" panose="02010600040101010101" pitchFamily="2" charset="-122"/>
              </a:rPr>
              <a:t>KVL</a:t>
            </a:r>
            <a:r>
              <a:rPr lang="zh-CN" altLang="en-US" sz="2800" b="1" dirty="0">
                <a:latin typeface="Times New Roman" panose="02020603050405020304" pitchFamily="18" charset="0"/>
                <a:ea typeface="华文中宋" panose="02010600040101010101" pitchFamily="2" charset="-122"/>
              </a:rPr>
              <a:t>得</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30526" name="Object 62"/>
          <p:cNvGraphicFramePr>
            <a:graphicFrameLocks noChangeAspect="1"/>
          </p:cNvGraphicFramePr>
          <p:nvPr/>
        </p:nvGraphicFramePr>
        <p:xfrm>
          <a:off x="2847975" y="612775"/>
          <a:ext cx="3071813" cy="2717800"/>
        </p:xfrm>
        <a:graphic>
          <a:graphicData uri="http://schemas.openxmlformats.org/presentationml/2006/ole">
            <mc:AlternateContent xmlns:mc="http://schemas.openxmlformats.org/markup-compatibility/2006">
              <mc:Choice xmlns:v="urn:schemas-microsoft-com:vml" Requires="v">
                <p:oleObj spid="_x0000_s3270" name="" r:id="rId1" imgW="1308100" imgH="1206500" progId="Equation.3">
                  <p:embed/>
                </p:oleObj>
              </mc:Choice>
              <mc:Fallback>
                <p:oleObj name="" r:id="rId1" imgW="1308100" imgH="1206500" progId="Equation.3">
                  <p:embed/>
                  <p:pic>
                    <p:nvPicPr>
                      <p:cNvPr id="0" name="图片 3269"/>
                      <p:cNvPicPr/>
                      <p:nvPr/>
                    </p:nvPicPr>
                    <p:blipFill>
                      <a:blip r:embed="rId2"/>
                      <a:stretch>
                        <a:fillRect/>
                      </a:stretch>
                    </p:blipFill>
                    <p:spPr>
                      <a:xfrm>
                        <a:off x="2847975" y="612775"/>
                        <a:ext cx="3071813" cy="2717800"/>
                      </a:xfrm>
                      <a:prstGeom prst="rect">
                        <a:avLst/>
                      </a:prstGeom>
                      <a:noFill/>
                      <a:ln w="38100">
                        <a:noFill/>
                        <a:miter/>
                      </a:ln>
                    </p:spPr>
                  </p:pic>
                </p:oleObj>
              </mc:Fallback>
            </mc:AlternateContent>
          </a:graphicData>
        </a:graphic>
      </p:graphicFrame>
      <p:sp>
        <p:nvSpPr>
          <p:cNvPr id="830527" name="AutoShape 63"/>
          <p:cNvSpPr/>
          <p:nvPr/>
        </p:nvSpPr>
        <p:spPr>
          <a:xfrm>
            <a:off x="3124200" y="4459288"/>
            <a:ext cx="609600" cy="685800"/>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30528" name="AutoShape 64"/>
          <p:cNvSpPr/>
          <p:nvPr/>
        </p:nvSpPr>
        <p:spPr>
          <a:xfrm>
            <a:off x="6324600" y="4383088"/>
            <a:ext cx="609600" cy="685800"/>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30529" name="Text Box 65"/>
          <p:cNvSpPr txBox="1"/>
          <p:nvPr/>
        </p:nvSpPr>
        <p:spPr>
          <a:xfrm>
            <a:off x="6705600" y="1563688"/>
            <a:ext cx="1524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3-21</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pSp>
        <p:nvGrpSpPr>
          <p:cNvPr id="11" name="Group 66"/>
          <p:cNvGrpSpPr/>
          <p:nvPr/>
        </p:nvGrpSpPr>
        <p:grpSpPr>
          <a:xfrm>
            <a:off x="4114800" y="3163888"/>
            <a:ext cx="1981200" cy="3505200"/>
            <a:chOff x="2592" y="1872"/>
            <a:chExt cx="1248" cy="2208"/>
          </a:xfrm>
        </p:grpSpPr>
        <p:grpSp>
          <p:nvGrpSpPr>
            <p:cNvPr id="62475" name="Group 67"/>
            <p:cNvGrpSpPr/>
            <p:nvPr/>
          </p:nvGrpSpPr>
          <p:grpSpPr>
            <a:xfrm>
              <a:off x="2592" y="1872"/>
              <a:ext cx="1248" cy="2208"/>
              <a:chOff x="2928" y="1872"/>
              <a:chExt cx="1248" cy="2208"/>
            </a:xfrm>
          </p:grpSpPr>
          <p:grpSp>
            <p:nvGrpSpPr>
              <p:cNvPr id="62477" name="Group 68"/>
              <p:cNvGrpSpPr/>
              <p:nvPr/>
            </p:nvGrpSpPr>
            <p:grpSpPr>
              <a:xfrm>
                <a:off x="2928" y="1872"/>
                <a:ext cx="1248" cy="1872"/>
                <a:chOff x="2112" y="2064"/>
                <a:chExt cx="1248" cy="1872"/>
              </a:xfrm>
            </p:grpSpPr>
            <p:grpSp>
              <p:nvGrpSpPr>
                <p:cNvPr id="62479" name="Group 69"/>
                <p:cNvGrpSpPr/>
                <p:nvPr/>
              </p:nvGrpSpPr>
              <p:grpSpPr>
                <a:xfrm>
                  <a:off x="2210" y="2269"/>
                  <a:ext cx="814" cy="1667"/>
                  <a:chOff x="2162" y="3537"/>
                  <a:chExt cx="2035" cy="4169"/>
                </a:xfrm>
              </p:grpSpPr>
              <p:grpSp>
                <p:nvGrpSpPr>
                  <p:cNvPr id="62487" name="Group 70"/>
                  <p:cNvGrpSpPr/>
                  <p:nvPr/>
                </p:nvGrpSpPr>
                <p:grpSpPr>
                  <a:xfrm>
                    <a:off x="3537" y="3779"/>
                    <a:ext cx="187" cy="1639"/>
                    <a:chOff x="743" y="567"/>
                    <a:chExt cx="187" cy="1639"/>
                  </a:xfrm>
                </p:grpSpPr>
                <p:sp>
                  <p:nvSpPr>
                    <p:cNvPr id="62515" name="Line 71"/>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2516" name="Rectangle 72"/>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2488" name="Group 73"/>
                  <p:cNvGrpSpPr/>
                  <p:nvPr/>
                </p:nvGrpSpPr>
                <p:grpSpPr>
                  <a:xfrm>
                    <a:off x="3405" y="5044"/>
                    <a:ext cx="402" cy="1650"/>
                    <a:chOff x="2091" y="573"/>
                    <a:chExt cx="220" cy="907"/>
                  </a:xfrm>
                </p:grpSpPr>
                <p:sp>
                  <p:nvSpPr>
                    <p:cNvPr id="62510" name="Line 74"/>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62511" name="Oval 75"/>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12" name="Oval 76"/>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13" name="Oval 77"/>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2514" name="Rectangle 78"/>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2489" name="Group 79"/>
                  <p:cNvGrpSpPr/>
                  <p:nvPr/>
                </p:nvGrpSpPr>
                <p:grpSpPr>
                  <a:xfrm>
                    <a:off x="3480" y="6374"/>
                    <a:ext cx="299" cy="1090"/>
                    <a:chOff x="1502" y="578"/>
                    <a:chExt cx="319" cy="1090"/>
                  </a:xfrm>
                </p:grpSpPr>
                <p:sp>
                  <p:nvSpPr>
                    <p:cNvPr id="62506" name="Line 80"/>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2507" name="Line 81"/>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2508" name="Line 82"/>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2509" name="Line 83"/>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2490" name="Line 84"/>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62491" name="Line 85"/>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62492" name="Line 86"/>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62493" name="Line 87"/>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62494" name="Line 88"/>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62495" name="Line 89"/>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62496" name="Line 90"/>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62497" name="Line 91"/>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62498" name="Line 92"/>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62499" name="Line 93"/>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62500" name="Line 94"/>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62501" name="Line 95"/>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62502" name="Line 96"/>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62503" name="Line 97"/>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62504" name="Line 98"/>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62505" name="Line 99"/>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62480" name="Text Box 100"/>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1" name="Text Box 101"/>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2" name="Text Box 102"/>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3" name="Text Box 103"/>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4" name="Text Box 104"/>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5" name="Text Box 105"/>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2486" name="Text Box 106"/>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62478" name="Text Box 107"/>
              <p:cNvSpPr txBox="1"/>
              <p:nvPr/>
            </p:nvSpPr>
            <p:spPr>
              <a:xfrm>
                <a:off x="3216" y="37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62476" name="Text Box 108"/>
            <p:cNvSpPr txBox="1"/>
            <p:nvPr/>
          </p:nvSpPr>
          <p:spPr>
            <a:xfrm>
              <a:off x="3024" y="345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0525"/>
                                        </p:tgtEl>
                                        <p:attrNameLst>
                                          <p:attrName>style.visibility</p:attrName>
                                        </p:attrNameLst>
                                      </p:cBhvr>
                                      <p:to>
                                        <p:strVal val="visible"/>
                                      </p:to>
                                    </p:set>
                                    <p:animEffect transition="in" filter="wipe(left)">
                                      <p:cBhvr>
                                        <p:cTn id="7" dur="500"/>
                                        <p:tgtEl>
                                          <p:spTgt spid="830525"/>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830526"/>
                                        </p:tgtEl>
                                        <p:attrNameLst>
                                          <p:attrName>style.visibility</p:attrName>
                                        </p:attrNameLst>
                                      </p:cBhvr>
                                      <p:to>
                                        <p:strVal val="visible"/>
                                      </p:to>
                                    </p:set>
                                    <p:animEffect transition="in" filter="box(in)">
                                      <p:cBhvr>
                                        <p:cTn id="11" dur="500"/>
                                        <p:tgtEl>
                                          <p:spTgt spid="83052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30529"/>
                                        </p:tgtEl>
                                        <p:attrNameLst>
                                          <p:attrName>style.visibility</p:attrName>
                                        </p:attrNameLst>
                                      </p:cBhvr>
                                      <p:to>
                                        <p:strVal val="visible"/>
                                      </p:to>
                                    </p:set>
                                    <p:animEffect transition="in" filter="wipe(left)">
                                      <p:cBhvr>
                                        <p:cTn id="15" dur="500"/>
                                        <p:tgtEl>
                                          <p:spTgt spid="830529"/>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000000"/>
                                          </p:val>
                                        </p:tav>
                                        <p:tav tm="100000">
                                          <p:val>
                                            <p:strVal val="#ppt_w"/>
                                          </p:val>
                                        </p:tav>
                                      </p:tavLst>
                                    </p:anim>
                                    <p:anim calcmode="lin" valueType="num">
                                      <p:cBhvr>
                                        <p:cTn id="21" dur="500" fill="hold"/>
                                        <p:tgtEl>
                                          <p:spTgt spid="5"/>
                                        </p:tgtEl>
                                        <p:attrNameLst>
                                          <p:attrName>ppt_h</p:attrName>
                                        </p:attrNameLst>
                                      </p:cBhvr>
                                      <p:tavLst>
                                        <p:tav tm="0">
                                          <p:val>
                                            <p:strVal val="#ppt_h"/>
                                          </p:val>
                                        </p:tav>
                                        <p:tav tm="100000">
                                          <p:val>
                                            <p:strVal val="#ppt_h"/>
                                          </p:val>
                                        </p:tav>
                                      </p:tavLst>
                                    </p:anim>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830527"/>
                                        </p:tgtEl>
                                        <p:attrNameLst>
                                          <p:attrName>style.visibility</p:attrName>
                                        </p:attrNameLst>
                                      </p:cBhvr>
                                      <p:to>
                                        <p:strVal val="visible"/>
                                      </p:to>
                                    </p:set>
                                    <p:animEffect transition="in" filter="wipe(left)">
                                      <p:cBhvr>
                                        <p:cTn id="25" dur="500"/>
                                        <p:tgtEl>
                                          <p:spTgt spid="830527"/>
                                        </p:tgtEl>
                                      </p:cBhvr>
                                    </p:animEffect>
                                  </p:childTnLst>
                                </p:cTn>
                              </p:par>
                            </p:childTnLst>
                          </p:cTn>
                        </p:par>
                        <p:par>
                          <p:cTn id="26" fill="hold">
                            <p:stCondLst>
                              <p:cond delay="1000"/>
                            </p:stCondLst>
                            <p:childTnLst>
                              <p:par>
                                <p:cTn id="27" presetID="4" presetClass="entr" presetSubtype="32"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ox(out)">
                                      <p:cBhvr>
                                        <p:cTn id="29" dur="500"/>
                                        <p:tgtEl>
                                          <p:spTgt spid="11"/>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830528"/>
                                        </p:tgtEl>
                                        <p:attrNameLst>
                                          <p:attrName>style.visibility</p:attrName>
                                        </p:attrNameLst>
                                      </p:cBhvr>
                                      <p:to>
                                        <p:strVal val="visible"/>
                                      </p:to>
                                    </p:set>
                                    <p:animEffect transition="in" filter="wipe(left)">
                                      <p:cBhvr>
                                        <p:cTn id="33" dur="500"/>
                                        <p:tgtEl>
                                          <p:spTgt spid="830528"/>
                                        </p:tgtEl>
                                      </p:cBhvr>
                                    </p:animEffect>
                                  </p:childTnLst>
                                </p:cTn>
                              </p:par>
                            </p:childTnLst>
                          </p:cTn>
                        </p:par>
                        <p:par>
                          <p:cTn id="34" fill="hold">
                            <p:stCondLst>
                              <p:cond delay="2000"/>
                            </p:stCondLst>
                            <p:childTnLst>
                              <p:par>
                                <p:cTn id="35" presetID="23" presetClass="entr" presetSubtype="16"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000000"/>
                                          </p:val>
                                        </p:tav>
                                        <p:tav tm="100000">
                                          <p:val>
                                            <p:strVal val="#ppt_w"/>
                                          </p:val>
                                        </p:tav>
                                      </p:tavLst>
                                    </p:anim>
                                    <p:anim calcmode="lin" valueType="num">
                                      <p:cBhvr>
                                        <p:cTn id="3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525" grpId="0"/>
      <p:bldP spid="830527" grpId="0" animBg="1"/>
      <p:bldP spid="830528" grpId="0" animBg="1"/>
      <p:bldP spid="83052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7543800" y="754063"/>
            <a:ext cx="1219200" cy="3429000"/>
            <a:chOff x="4368" y="1872"/>
            <a:chExt cx="768" cy="2160"/>
          </a:xfrm>
        </p:grpSpPr>
        <p:sp>
          <p:nvSpPr>
            <p:cNvPr id="63542" name="Text Box 4"/>
            <p:cNvSpPr txBox="1"/>
            <p:nvPr/>
          </p:nvSpPr>
          <p:spPr>
            <a:xfrm>
              <a:off x="4656" y="37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(c)</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63543" name="Group 5"/>
            <p:cNvGrpSpPr/>
            <p:nvPr/>
          </p:nvGrpSpPr>
          <p:grpSpPr>
            <a:xfrm>
              <a:off x="4368" y="1872"/>
              <a:ext cx="768" cy="1860"/>
              <a:chOff x="4368" y="1968"/>
              <a:chExt cx="768" cy="1860"/>
            </a:xfrm>
          </p:grpSpPr>
          <p:sp>
            <p:nvSpPr>
              <p:cNvPr id="63544" name="Text Box 6"/>
              <p:cNvSpPr txBox="1"/>
              <p:nvPr/>
            </p:nvSpPr>
            <p:spPr>
              <a:xfrm>
                <a:off x="4896" y="196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45" name="Text Box 7"/>
              <p:cNvSpPr txBox="1"/>
              <p:nvPr/>
            </p:nvSpPr>
            <p:spPr>
              <a:xfrm>
                <a:off x="4368" y="283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46" name="Line 8"/>
              <p:cNvSpPr/>
              <p:nvPr/>
            </p:nvSpPr>
            <p:spPr>
              <a:xfrm>
                <a:off x="4508" y="2248"/>
                <a:ext cx="554" cy="0"/>
              </a:xfrm>
              <a:prstGeom prst="line">
                <a:avLst/>
              </a:prstGeom>
              <a:ln w="38100" cap="flat" cmpd="sng">
                <a:solidFill>
                  <a:srgbClr val="000000"/>
                </a:solidFill>
                <a:prstDash val="solid"/>
                <a:headEnd type="none" w="med" len="med"/>
                <a:tailEnd type="none" w="med" len="med"/>
              </a:ln>
            </p:spPr>
          </p:sp>
          <p:sp>
            <p:nvSpPr>
              <p:cNvPr id="63547" name="Line 9"/>
              <p:cNvSpPr/>
              <p:nvPr/>
            </p:nvSpPr>
            <p:spPr>
              <a:xfrm>
                <a:off x="4508" y="3828"/>
                <a:ext cx="554" cy="0"/>
              </a:xfrm>
              <a:prstGeom prst="line">
                <a:avLst/>
              </a:prstGeom>
              <a:ln w="38100" cap="flat" cmpd="sng">
                <a:solidFill>
                  <a:srgbClr val="000000"/>
                </a:solidFill>
                <a:prstDash val="solid"/>
                <a:headEnd type="none" w="med" len="med"/>
                <a:tailEnd type="none" w="med" len="med"/>
              </a:ln>
            </p:spPr>
          </p:sp>
          <p:sp>
            <p:nvSpPr>
              <p:cNvPr id="63548" name="Line 10"/>
              <p:cNvSpPr/>
              <p:nvPr/>
            </p:nvSpPr>
            <p:spPr>
              <a:xfrm>
                <a:off x="5040" y="2256"/>
                <a:ext cx="14" cy="1568"/>
              </a:xfrm>
              <a:prstGeom prst="line">
                <a:avLst/>
              </a:prstGeom>
              <a:ln w="38100" cap="flat" cmpd="sng">
                <a:solidFill>
                  <a:srgbClr val="000000"/>
                </a:solidFill>
                <a:prstDash val="solid"/>
                <a:headEnd type="none" w="med" len="med"/>
                <a:tailEnd type="none" w="med" len="med"/>
              </a:ln>
            </p:spPr>
          </p:sp>
          <p:sp>
            <p:nvSpPr>
              <p:cNvPr id="63549" name="Line 11"/>
              <p:cNvSpPr/>
              <p:nvPr/>
            </p:nvSpPr>
            <p:spPr>
              <a:xfrm>
                <a:off x="4583" y="2160"/>
                <a:ext cx="281" cy="0"/>
              </a:xfrm>
              <a:prstGeom prst="line">
                <a:avLst/>
              </a:prstGeom>
              <a:ln w="38100" cap="flat" cmpd="sng">
                <a:solidFill>
                  <a:srgbClr val="000000"/>
                </a:solidFill>
                <a:prstDash val="solid"/>
                <a:headEnd type="none" w="med" len="med"/>
                <a:tailEnd type="triangle" w="med" len="med"/>
              </a:ln>
            </p:spPr>
          </p:sp>
          <p:sp>
            <p:nvSpPr>
              <p:cNvPr id="63550" name="Line 12"/>
              <p:cNvSpPr/>
              <p:nvPr/>
            </p:nvSpPr>
            <p:spPr>
              <a:xfrm>
                <a:off x="4494" y="2381"/>
                <a:ext cx="93" cy="0"/>
              </a:xfrm>
              <a:prstGeom prst="line">
                <a:avLst/>
              </a:prstGeom>
              <a:ln w="38100" cap="flat" cmpd="sng">
                <a:solidFill>
                  <a:srgbClr val="000000"/>
                </a:solidFill>
                <a:prstDash val="solid"/>
                <a:headEnd type="none" w="med" len="med"/>
                <a:tailEnd type="none" w="med" len="med"/>
              </a:ln>
            </p:spPr>
          </p:sp>
          <p:sp>
            <p:nvSpPr>
              <p:cNvPr id="63551" name="Line 13"/>
              <p:cNvSpPr/>
              <p:nvPr/>
            </p:nvSpPr>
            <p:spPr>
              <a:xfrm rot="5400000">
                <a:off x="4495" y="2384"/>
                <a:ext cx="96" cy="0"/>
              </a:xfrm>
              <a:prstGeom prst="line">
                <a:avLst/>
              </a:prstGeom>
              <a:ln w="38100" cap="flat" cmpd="sng">
                <a:solidFill>
                  <a:srgbClr val="000000"/>
                </a:solidFill>
                <a:prstDash val="solid"/>
                <a:headEnd type="none" w="med" len="med"/>
                <a:tailEnd type="none" w="med" len="med"/>
              </a:ln>
            </p:spPr>
          </p:sp>
          <p:sp>
            <p:nvSpPr>
              <p:cNvPr id="63552" name="Line 14"/>
              <p:cNvSpPr/>
              <p:nvPr/>
            </p:nvSpPr>
            <p:spPr>
              <a:xfrm>
                <a:off x="4464" y="3687"/>
                <a:ext cx="93" cy="0"/>
              </a:xfrm>
              <a:prstGeom prst="line">
                <a:avLst/>
              </a:prstGeom>
              <a:ln w="38100" cap="flat" cmpd="sng">
                <a:solidFill>
                  <a:srgbClr val="000000"/>
                </a:solidFill>
                <a:prstDash val="solid"/>
                <a:headEnd type="none" w="med" len="med"/>
                <a:tailEnd type="none" w="med" len="med"/>
              </a:ln>
            </p:spPr>
          </p:sp>
          <p:grpSp>
            <p:nvGrpSpPr>
              <p:cNvPr id="63553" name="Group 15"/>
              <p:cNvGrpSpPr/>
              <p:nvPr/>
            </p:nvGrpSpPr>
            <p:grpSpPr>
              <a:xfrm>
                <a:off x="5014" y="2754"/>
                <a:ext cx="75" cy="656"/>
                <a:chOff x="743" y="567"/>
                <a:chExt cx="187" cy="1639"/>
              </a:xfrm>
            </p:grpSpPr>
            <p:sp>
              <p:nvSpPr>
                <p:cNvPr id="63555" name="Line 16"/>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3556" name="Rectangle 17"/>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63554" name="Text Box 18"/>
              <p:cNvSpPr txBox="1"/>
              <p:nvPr/>
            </p:nvSpPr>
            <p:spPr>
              <a:xfrm>
                <a:off x="4752" y="292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Z</a:t>
                </a:r>
                <a:endParaRPr lang="en-US" altLang="zh-CN" sz="2400" b="1" i="1" baseline="-25000" dirty="0">
                  <a:latin typeface="Times New Roman" panose="02020603050405020304" pitchFamily="18" charset="0"/>
                  <a:ea typeface="华文中宋" panose="02010600040101010101" pitchFamily="2" charset="-122"/>
                </a:endParaRPr>
              </a:p>
            </p:txBody>
          </p:sp>
        </p:grpSp>
      </p:grpSp>
      <p:graphicFrame>
        <p:nvGraphicFramePr>
          <p:cNvPr id="842771" name="Object 19"/>
          <p:cNvGraphicFramePr>
            <a:graphicFrameLocks noChangeAspect="1"/>
          </p:cNvGraphicFramePr>
          <p:nvPr/>
        </p:nvGraphicFramePr>
        <p:xfrm>
          <a:off x="815975" y="830263"/>
          <a:ext cx="3070225" cy="2719387"/>
        </p:xfrm>
        <a:graphic>
          <a:graphicData uri="http://schemas.openxmlformats.org/presentationml/2006/ole">
            <mc:AlternateContent xmlns:mc="http://schemas.openxmlformats.org/markup-compatibility/2006">
              <mc:Choice xmlns:v="urn:schemas-microsoft-com:vml" Requires="v">
                <p:oleObj spid="_x0000_s3305" name="" r:id="rId1" imgW="1308100" imgH="1206500" progId="Equation.3">
                  <p:embed/>
                </p:oleObj>
              </mc:Choice>
              <mc:Fallback>
                <p:oleObj name="" r:id="rId1" imgW="1308100" imgH="1206500" progId="Equation.3">
                  <p:embed/>
                  <p:pic>
                    <p:nvPicPr>
                      <p:cNvPr id="0" name="图片 3304"/>
                      <p:cNvPicPr/>
                      <p:nvPr/>
                    </p:nvPicPr>
                    <p:blipFill>
                      <a:blip r:embed="rId2"/>
                      <a:stretch>
                        <a:fillRect/>
                      </a:stretch>
                    </p:blipFill>
                    <p:spPr>
                      <a:xfrm>
                        <a:off x="815975" y="830263"/>
                        <a:ext cx="3070225" cy="2719387"/>
                      </a:xfrm>
                      <a:prstGeom prst="rect">
                        <a:avLst/>
                      </a:prstGeom>
                      <a:noFill/>
                      <a:ln w="38100">
                        <a:noFill/>
                        <a:miter/>
                      </a:ln>
                    </p:spPr>
                  </p:pic>
                </p:oleObj>
              </mc:Fallback>
            </mc:AlternateContent>
          </a:graphicData>
        </a:graphic>
      </p:graphicFrame>
      <p:sp>
        <p:nvSpPr>
          <p:cNvPr id="842772" name="AutoShape 20"/>
          <p:cNvSpPr/>
          <p:nvPr/>
        </p:nvSpPr>
        <p:spPr>
          <a:xfrm>
            <a:off x="6781800" y="2049463"/>
            <a:ext cx="609600" cy="685800"/>
          </a:xfrm>
          <a:prstGeom prst="rightArrow">
            <a:avLst>
              <a:gd name="adj1" fmla="val 50000"/>
              <a:gd name="adj2" fmla="val 25000"/>
            </a:avLst>
          </a:prstGeom>
          <a:no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42773" name="Text Box 21"/>
          <p:cNvSpPr txBox="1"/>
          <p:nvPr/>
        </p:nvSpPr>
        <p:spPr>
          <a:xfrm>
            <a:off x="381000" y="3649663"/>
            <a:ext cx="990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其中</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2774" name="Object 22"/>
          <p:cNvGraphicFramePr>
            <a:graphicFrameLocks noChangeAspect="1"/>
          </p:cNvGraphicFramePr>
          <p:nvPr/>
        </p:nvGraphicFramePr>
        <p:xfrm>
          <a:off x="1524000" y="4030663"/>
          <a:ext cx="2057400" cy="514350"/>
        </p:xfrm>
        <a:graphic>
          <a:graphicData uri="http://schemas.openxmlformats.org/presentationml/2006/ole">
            <mc:AlternateContent xmlns:mc="http://schemas.openxmlformats.org/markup-compatibility/2006">
              <mc:Choice xmlns:v="urn:schemas-microsoft-com:vml" Requires="v">
                <p:oleObj spid="_x0000_s3306" name="" r:id="rId3" imgW="876300" imgH="228600" progId="Equation.3">
                  <p:embed/>
                </p:oleObj>
              </mc:Choice>
              <mc:Fallback>
                <p:oleObj name="" r:id="rId3" imgW="876300" imgH="228600" progId="Equation.3">
                  <p:embed/>
                  <p:pic>
                    <p:nvPicPr>
                      <p:cNvPr id="0" name="图片 3305"/>
                      <p:cNvPicPr/>
                      <p:nvPr/>
                    </p:nvPicPr>
                    <p:blipFill>
                      <a:blip r:embed="rId4"/>
                      <a:stretch>
                        <a:fillRect/>
                      </a:stretch>
                    </p:blipFill>
                    <p:spPr>
                      <a:xfrm>
                        <a:off x="1524000" y="4030663"/>
                        <a:ext cx="2057400" cy="514350"/>
                      </a:xfrm>
                      <a:prstGeom prst="rect">
                        <a:avLst/>
                      </a:prstGeom>
                      <a:noFill/>
                      <a:ln w="38100">
                        <a:noFill/>
                        <a:miter/>
                      </a:ln>
                    </p:spPr>
                  </p:pic>
                </p:oleObj>
              </mc:Fallback>
            </mc:AlternateContent>
          </a:graphicData>
        </a:graphic>
      </p:graphicFrame>
      <p:sp>
        <p:nvSpPr>
          <p:cNvPr id="842775" name="Text Box 23"/>
          <p:cNvSpPr txBox="1"/>
          <p:nvPr/>
        </p:nvSpPr>
        <p:spPr>
          <a:xfrm>
            <a:off x="304800" y="4564063"/>
            <a:ext cx="7620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是</a:t>
            </a:r>
            <a:r>
              <a:rPr lang="zh-CN" altLang="en-US" sz="2400" b="1" dirty="0">
                <a:solidFill>
                  <a:srgbClr val="FF5050"/>
                </a:solidFill>
                <a:latin typeface="Times New Roman" panose="02020603050405020304" pitchFamily="18" charset="0"/>
                <a:ea typeface="华文中宋" panose="02010600040101010101" pitchFamily="2" charset="-122"/>
              </a:rPr>
              <a:t>感抗与容抗之差，称为电抗</a:t>
            </a:r>
            <a:r>
              <a:rPr lang="zh-CN" altLang="en-US" sz="2400" b="1" dirty="0">
                <a:latin typeface="Times New Roman" panose="02020603050405020304" pitchFamily="18" charset="0"/>
                <a:ea typeface="华文中宋" panose="02010600040101010101" pitchFamily="2" charset="-122"/>
              </a:rPr>
              <a:t>，单位为欧姆（</a:t>
            </a:r>
            <a:r>
              <a:rPr lang="en-US" altLang="zh-CN" sz="2400" b="1" dirty="0">
                <a:latin typeface="Times New Roman" panose="02020603050405020304" pitchFamily="18" charset="0"/>
                <a:ea typeface="华文中宋" panose="02010600040101010101" pitchFamily="2" charset="-122"/>
              </a:rPr>
              <a:t>Ω</a:t>
            </a:r>
            <a:r>
              <a:rPr lang="zh-CN" altLang="en-US" sz="2400" b="1" dirty="0">
                <a:latin typeface="Times New Roman" panose="02020603050405020304" pitchFamily="18" charset="0"/>
                <a:ea typeface="华文中宋" panose="02010600040101010101" pitchFamily="2" charset="-122"/>
              </a:rPr>
              <a:t>）。而</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2776" name="Object 24"/>
          <p:cNvGraphicFramePr>
            <a:graphicFrameLocks noChangeAspect="1"/>
          </p:cNvGraphicFramePr>
          <p:nvPr/>
        </p:nvGraphicFramePr>
        <p:xfrm>
          <a:off x="1219200" y="5073650"/>
          <a:ext cx="4411663" cy="515938"/>
        </p:xfrm>
        <a:graphic>
          <a:graphicData uri="http://schemas.openxmlformats.org/presentationml/2006/ole">
            <mc:AlternateContent xmlns:mc="http://schemas.openxmlformats.org/markup-compatibility/2006">
              <mc:Choice xmlns:v="urn:schemas-microsoft-com:vml" Requires="v">
                <p:oleObj spid="_x0000_s3307" name="" r:id="rId5" imgW="1879600" imgH="228600" progId="Equation.3">
                  <p:embed/>
                </p:oleObj>
              </mc:Choice>
              <mc:Fallback>
                <p:oleObj name="" r:id="rId5" imgW="1879600" imgH="228600" progId="Equation.3">
                  <p:embed/>
                  <p:pic>
                    <p:nvPicPr>
                      <p:cNvPr id="0" name="图片 3306"/>
                      <p:cNvPicPr/>
                      <p:nvPr/>
                    </p:nvPicPr>
                    <p:blipFill>
                      <a:blip r:embed="rId6"/>
                      <a:stretch>
                        <a:fillRect/>
                      </a:stretch>
                    </p:blipFill>
                    <p:spPr>
                      <a:xfrm>
                        <a:off x="1219200" y="5073650"/>
                        <a:ext cx="4411663" cy="515938"/>
                      </a:xfrm>
                      <a:prstGeom prst="rect">
                        <a:avLst/>
                      </a:prstGeom>
                      <a:noFill/>
                      <a:ln w="38100">
                        <a:noFill/>
                        <a:miter/>
                      </a:ln>
                    </p:spPr>
                  </p:pic>
                </p:oleObj>
              </mc:Fallback>
            </mc:AlternateContent>
          </a:graphicData>
        </a:graphic>
      </p:graphicFrame>
      <p:sp>
        <p:nvSpPr>
          <p:cNvPr id="842777" name="Text Box 25"/>
          <p:cNvSpPr txBox="1"/>
          <p:nvPr/>
        </p:nvSpPr>
        <p:spPr>
          <a:xfrm>
            <a:off x="381000" y="5630863"/>
            <a:ext cx="822960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称为</a:t>
            </a:r>
            <a:r>
              <a:rPr lang="zh-CN" altLang="en-US" sz="2400" b="1" dirty="0">
                <a:solidFill>
                  <a:srgbClr val="FF5050"/>
                </a:solidFill>
                <a:latin typeface="Times New Roman" panose="02020603050405020304" pitchFamily="18" charset="0"/>
                <a:ea typeface="华文中宋" panose="02010600040101010101" pitchFamily="2" charset="-122"/>
              </a:rPr>
              <a:t>复阻抗</a:t>
            </a:r>
            <a:r>
              <a:rPr lang="zh-CN" altLang="en-US" sz="2400" b="1" dirty="0">
                <a:latin typeface="Times New Roman" panose="02020603050405020304" pitchFamily="18" charset="0"/>
                <a:ea typeface="华文中宋" panose="02010600040101010101" pitchFamily="2" charset="-122"/>
              </a:rPr>
              <a:t>，</a:t>
            </a:r>
            <a:r>
              <a:rPr lang="zh-CN" altLang="en-US" sz="2400" b="1" dirty="0">
                <a:solidFill>
                  <a:srgbClr val="FF5050"/>
                </a:solidFill>
                <a:latin typeface="Times New Roman" panose="02020603050405020304" pitchFamily="18" charset="0"/>
                <a:ea typeface="华文中宋" panose="02010600040101010101" pitchFamily="2" charset="-122"/>
              </a:rPr>
              <a:t>简称为阻抗</a:t>
            </a:r>
            <a:r>
              <a:rPr lang="zh-CN" altLang="en-US" sz="2400" b="1" dirty="0">
                <a:latin typeface="Times New Roman" panose="02020603050405020304" pitchFamily="18" charset="0"/>
                <a:ea typeface="华文中宋" panose="02010600040101010101" pitchFamily="2" charset="-122"/>
              </a:rPr>
              <a:t>，实部为电阻，虚部为电抗。阻抗是复数，但不是表示正弦量，所以大写字母上面不加“点”。</a:t>
            </a:r>
            <a:endParaRPr lang="zh-CN" altLang="en-US" sz="2400" b="1" dirty="0">
              <a:latin typeface="Times New Roman" panose="02020603050405020304" pitchFamily="18" charset="0"/>
              <a:ea typeface="华文中宋" panose="02010600040101010101" pitchFamily="2" charset="-122"/>
            </a:endParaRPr>
          </a:p>
        </p:txBody>
      </p:sp>
      <p:grpSp>
        <p:nvGrpSpPr>
          <p:cNvPr id="5" name="Group 26"/>
          <p:cNvGrpSpPr/>
          <p:nvPr/>
        </p:nvGrpSpPr>
        <p:grpSpPr>
          <a:xfrm>
            <a:off x="4724400" y="754063"/>
            <a:ext cx="1981200" cy="3505200"/>
            <a:chOff x="2976" y="240"/>
            <a:chExt cx="1248" cy="2208"/>
          </a:xfrm>
        </p:grpSpPr>
        <p:grpSp>
          <p:nvGrpSpPr>
            <p:cNvPr id="63500" name="Group 27"/>
            <p:cNvGrpSpPr/>
            <p:nvPr/>
          </p:nvGrpSpPr>
          <p:grpSpPr>
            <a:xfrm>
              <a:off x="2976" y="240"/>
              <a:ext cx="1248" cy="2208"/>
              <a:chOff x="2928" y="1872"/>
              <a:chExt cx="1248" cy="2208"/>
            </a:xfrm>
          </p:grpSpPr>
          <p:grpSp>
            <p:nvGrpSpPr>
              <p:cNvPr id="63502" name="Group 28"/>
              <p:cNvGrpSpPr/>
              <p:nvPr/>
            </p:nvGrpSpPr>
            <p:grpSpPr>
              <a:xfrm>
                <a:off x="2928" y="1872"/>
                <a:ext cx="1248" cy="1872"/>
                <a:chOff x="2112" y="2064"/>
                <a:chExt cx="1248" cy="1872"/>
              </a:xfrm>
            </p:grpSpPr>
            <p:grpSp>
              <p:nvGrpSpPr>
                <p:cNvPr id="63504" name="Group 29"/>
                <p:cNvGrpSpPr/>
                <p:nvPr/>
              </p:nvGrpSpPr>
              <p:grpSpPr>
                <a:xfrm>
                  <a:off x="2210" y="2269"/>
                  <a:ext cx="814" cy="1667"/>
                  <a:chOff x="2162" y="3537"/>
                  <a:chExt cx="2035" cy="4169"/>
                </a:xfrm>
              </p:grpSpPr>
              <p:grpSp>
                <p:nvGrpSpPr>
                  <p:cNvPr id="63512" name="Group 30"/>
                  <p:cNvGrpSpPr/>
                  <p:nvPr/>
                </p:nvGrpSpPr>
                <p:grpSpPr>
                  <a:xfrm>
                    <a:off x="3537" y="3779"/>
                    <a:ext cx="187" cy="1639"/>
                    <a:chOff x="743" y="567"/>
                    <a:chExt cx="187" cy="1639"/>
                  </a:xfrm>
                </p:grpSpPr>
                <p:sp>
                  <p:nvSpPr>
                    <p:cNvPr id="63540" name="Line 31"/>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3541" name="Rectangle 32"/>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3513" name="Group 33"/>
                  <p:cNvGrpSpPr/>
                  <p:nvPr/>
                </p:nvGrpSpPr>
                <p:grpSpPr>
                  <a:xfrm>
                    <a:off x="3405" y="5044"/>
                    <a:ext cx="402" cy="1650"/>
                    <a:chOff x="2091" y="573"/>
                    <a:chExt cx="220" cy="907"/>
                  </a:xfrm>
                </p:grpSpPr>
                <p:sp>
                  <p:nvSpPr>
                    <p:cNvPr id="63535" name="Line 34"/>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63536" name="Oval 35"/>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3537" name="Oval 36"/>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3538" name="Oval 37"/>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3539" name="Rectangle 38"/>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3514" name="Group 39"/>
                  <p:cNvGrpSpPr/>
                  <p:nvPr/>
                </p:nvGrpSpPr>
                <p:grpSpPr>
                  <a:xfrm>
                    <a:off x="3480" y="6374"/>
                    <a:ext cx="299" cy="1090"/>
                    <a:chOff x="1502" y="578"/>
                    <a:chExt cx="319" cy="1090"/>
                  </a:xfrm>
                </p:grpSpPr>
                <p:sp>
                  <p:nvSpPr>
                    <p:cNvPr id="63531" name="Line 40"/>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3532" name="Line 41"/>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3533" name="Line 42"/>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3534" name="Line 43"/>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3515" name="Line 44"/>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63516" name="Line 45"/>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63517" name="Line 46"/>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63518" name="Line 47"/>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63519" name="Line 48"/>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63520" name="Line 49"/>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63521" name="Line 50"/>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63522" name="Line 51"/>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63523" name="Line 52"/>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63524" name="Line 53"/>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63525" name="Line 54"/>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63526" name="Line 55"/>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63527" name="Line 56"/>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63528" name="Line 57"/>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63529" name="Line 58"/>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63530" name="Line 59"/>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63505" name="Text Box 60"/>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06" name="Text Box 61"/>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07" name="Text Box 62"/>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08" name="Text Box 63"/>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09" name="Text Box 64"/>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10" name="Text Box 65"/>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63511" name="Text Box 66"/>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63503" name="Text Box 67"/>
              <p:cNvSpPr txBox="1"/>
              <p:nvPr/>
            </p:nvSpPr>
            <p:spPr>
              <a:xfrm>
                <a:off x="3216" y="37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63501" name="Text Box 68"/>
            <p:cNvSpPr txBox="1"/>
            <p:nvPr/>
          </p:nvSpPr>
          <p:spPr>
            <a:xfrm>
              <a:off x="3360" y="18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000000"/>
                                          </p:val>
                                        </p:tav>
                                        <p:tav tm="100000">
                                          <p:val>
                                            <p:strVal val="#ppt_w"/>
                                          </p:val>
                                        </p:tav>
                                      </p:tavLst>
                                    </p:anim>
                                    <p:anim calcmode="lin" valueType="num">
                                      <p:cBhvr>
                                        <p:cTn id="8" dur="500" fill="hold"/>
                                        <p:tgtEl>
                                          <p:spTgt spid="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42772"/>
                                        </p:tgtEl>
                                        <p:attrNameLst>
                                          <p:attrName>style.visibility</p:attrName>
                                        </p:attrNameLst>
                                      </p:cBhvr>
                                      <p:to>
                                        <p:strVal val="visible"/>
                                      </p:to>
                                    </p:set>
                                    <p:animEffect transition="in" filter="wipe(left)">
                                      <p:cBhvr>
                                        <p:cTn id="12" dur="500"/>
                                        <p:tgtEl>
                                          <p:spTgt spid="842772"/>
                                        </p:tgtEl>
                                      </p:cBhvr>
                                    </p:animEffect>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000000"/>
                                          </p:val>
                                        </p:tav>
                                        <p:tav tm="100000">
                                          <p:val>
                                            <p:strVal val="#ppt_w"/>
                                          </p:val>
                                        </p:tav>
                                      </p:tavLst>
                                    </p:anim>
                                    <p:anim calcmode="lin" valueType="num">
                                      <p:cBhvr>
                                        <p:cTn id="17"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2771"/>
                                        </p:tgtEl>
                                        <p:attrNameLst>
                                          <p:attrName>style.visibility</p:attrName>
                                        </p:attrNameLst>
                                      </p:cBhvr>
                                      <p:to>
                                        <p:strVal val="visible"/>
                                      </p:to>
                                    </p:set>
                                    <p:animEffect transition="in" filter="blinds(horizontal)">
                                      <p:cBhvr>
                                        <p:cTn id="22" dur="500"/>
                                        <p:tgtEl>
                                          <p:spTgt spid="8427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42773"/>
                                        </p:tgtEl>
                                        <p:attrNameLst>
                                          <p:attrName>style.visibility</p:attrName>
                                        </p:attrNameLst>
                                      </p:cBhvr>
                                      <p:to>
                                        <p:strVal val="visible"/>
                                      </p:to>
                                    </p:set>
                                    <p:animEffect transition="in" filter="wipe(left)">
                                      <p:cBhvr>
                                        <p:cTn id="27" dur="500"/>
                                        <p:tgtEl>
                                          <p:spTgt spid="842773"/>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842774"/>
                                        </p:tgtEl>
                                        <p:attrNameLst>
                                          <p:attrName>style.visibility</p:attrName>
                                        </p:attrNameLst>
                                      </p:cBhvr>
                                      <p:to>
                                        <p:strVal val="visible"/>
                                      </p:to>
                                    </p:set>
                                    <p:animEffect transition="in" filter="wipe(left)">
                                      <p:cBhvr>
                                        <p:cTn id="31" dur="500"/>
                                        <p:tgtEl>
                                          <p:spTgt spid="842774"/>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842775"/>
                                        </p:tgtEl>
                                        <p:attrNameLst>
                                          <p:attrName>style.visibility</p:attrName>
                                        </p:attrNameLst>
                                      </p:cBhvr>
                                      <p:to>
                                        <p:strVal val="visible"/>
                                      </p:to>
                                    </p:set>
                                    <p:animEffect transition="in" filter="wipe(left)">
                                      <p:cBhvr>
                                        <p:cTn id="35" dur="500"/>
                                        <p:tgtEl>
                                          <p:spTgt spid="842775"/>
                                        </p:tgtEl>
                                      </p:cBhvr>
                                    </p:animEffect>
                                  </p:childTnLst>
                                </p:cTn>
                              </p:par>
                            </p:childTnLst>
                          </p:cTn>
                        </p:par>
                        <p:par>
                          <p:cTn id="36" fill="hold">
                            <p:stCondLst>
                              <p:cond delay="1500"/>
                            </p:stCondLst>
                            <p:childTnLst>
                              <p:par>
                                <p:cTn id="37" presetID="22" presetClass="entr" presetSubtype="8" fill="hold" nodeType="afterEffect">
                                  <p:stCondLst>
                                    <p:cond delay="0"/>
                                  </p:stCondLst>
                                  <p:childTnLst>
                                    <p:set>
                                      <p:cBhvr>
                                        <p:cTn id="38" dur="1" fill="hold">
                                          <p:stCondLst>
                                            <p:cond delay="0"/>
                                          </p:stCondLst>
                                        </p:cTn>
                                        <p:tgtEl>
                                          <p:spTgt spid="842776"/>
                                        </p:tgtEl>
                                        <p:attrNameLst>
                                          <p:attrName>style.visibility</p:attrName>
                                        </p:attrNameLst>
                                      </p:cBhvr>
                                      <p:to>
                                        <p:strVal val="visible"/>
                                      </p:to>
                                    </p:set>
                                    <p:animEffect transition="in" filter="wipe(left)">
                                      <p:cBhvr>
                                        <p:cTn id="39" dur="500"/>
                                        <p:tgtEl>
                                          <p:spTgt spid="842776"/>
                                        </p:tgtEl>
                                      </p:cBhvr>
                                    </p:animEffect>
                                  </p:childTnLst>
                                </p:cTn>
                              </p:par>
                            </p:childTnLst>
                          </p:cTn>
                        </p:par>
                        <p:par>
                          <p:cTn id="40" fill="hold">
                            <p:stCondLst>
                              <p:cond delay="2000"/>
                            </p:stCondLst>
                            <p:childTnLst>
                              <p:par>
                                <p:cTn id="41" presetID="3" presetClass="entr" presetSubtype="10" fill="hold" grpId="0" nodeType="afterEffect">
                                  <p:stCondLst>
                                    <p:cond delay="0"/>
                                  </p:stCondLst>
                                  <p:childTnLst>
                                    <p:set>
                                      <p:cBhvr>
                                        <p:cTn id="42" dur="1" fill="hold">
                                          <p:stCondLst>
                                            <p:cond delay="0"/>
                                          </p:stCondLst>
                                        </p:cTn>
                                        <p:tgtEl>
                                          <p:spTgt spid="842777"/>
                                        </p:tgtEl>
                                        <p:attrNameLst>
                                          <p:attrName>style.visibility</p:attrName>
                                        </p:attrNameLst>
                                      </p:cBhvr>
                                      <p:to>
                                        <p:strVal val="visible"/>
                                      </p:to>
                                    </p:set>
                                    <p:animEffect transition="in" filter="blinds(horizontal)">
                                      <p:cBhvr>
                                        <p:cTn id="43" dur="500"/>
                                        <p:tgtEl>
                                          <p:spTgt spid="842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72" grpId="0" animBg="1"/>
      <p:bldP spid="842773" grpId="0"/>
      <p:bldP spid="842775" grpId="0"/>
      <p:bldP spid="84277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7239000" y="501650"/>
            <a:ext cx="1219200" cy="3429000"/>
            <a:chOff x="4368" y="1872"/>
            <a:chExt cx="768" cy="2160"/>
          </a:xfrm>
        </p:grpSpPr>
        <p:sp>
          <p:nvSpPr>
            <p:cNvPr id="64534" name="Text Box 4"/>
            <p:cNvSpPr txBox="1"/>
            <p:nvPr/>
          </p:nvSpPr>
          <p:spPr>
            <a:xfrm>
              <a:off x="4656" y="37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(c)</a:t>
              </a:r>
              <a:endParaRPr lang="en-US" altLang="zh-CN" sz="2400" b="1" baseline="-25000" dirty="0">
                <a:latin typeface="Times New Roman" panose="02020603050405020304" pitchFamily="18" charset="0"/>
                <a:ea typeface="华文中宋" panose="02010600040101010101" pitchFamily="2" charset="-122"/>
              </a:endParaRPr>
            </a:p>
          </p:txBody>
        </p:sp>
        <p:grpSp>
          <p:nvGrpSpPr>
            <p:cNvPr id="64535" name="Group 5"/>
            <p:cNvGrpSpPr/>
            <p:nvPr/>
          </p:nvGrpSpPr>
          <p:grpSpPr>
            <a:xfrm>
              <a:off x="4368" y="1872"/>
              <a:ext cx="768" cy="1860"/>
              <a:chOff x="4368" y="1968"/>
              <a:chExt cx="768" cy="1860"/>
            </a:xfrm>
          </p:grpSpPr>
          <p:sp>
            <p:nvSpPr>
              <p:cNvPr id="64536" name="Text Box 6"/>
              <p:cNvSpPr txBox="1"/>
              <p:nvPr/>
            </p:nvSpPr>
            <p:spPr>
              <a:xfrm>
                <a:off x="4896" y="196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64537" name="Text Box 7"/>
              <p:cNvSpPr txBox="1"/>
              <p:nvPr/>
            </p:nvSpPr>
            <p:spPr>
              <a:xfrm>
                <a:off x="4368" y="283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64538" name="Line 8"/>
              <p:cNvSpPr/>
              <p:nvPr/>
            </p:nvSpPr>
            <p:spPr>
              <a:xfrm>
                <a:off x="4508" y="2248"/>
                <a:ext cx="554" cy="0"/>
              </a:xfrm>
              <a:prstGeom prst="line">
                <a:avLst/>
              </a:prstGeom>
              <a:ln w="38100" cap="flat" cmpd="sng">
                <a:solidFill>
                  <a:srgbClr val="000000"/>
                </a:solidFill>
                <a:prstDash val="solid"/>
                <a:headEnd type="none" w="med" len="med"/>
                <a:tailEnd type="none" w="med" len="med"/>
              </a:ln>
            </p:spPr>
          </p:sp>
          <p:sp>
            <p:nvSpPr>
              <p:cNvPr id="64539" name="Line 9"/>
              <p:cNvSpPr/>
              <p:nvPr/>
            </p:nvSpPr>
            <p:spPr>
              <a:xfrm>
                <a:off x="4508" y="3828"/>
                <a:ext cx="554" cy="0"/>
              </a:xfrm>
              <a:prstGeom prst="line">
                <a:avLst/>
              </a:prstGeom>
              <a:ln w="38100" cap="flat" cmpd="sng">
                <a:solidFill>
                  <a:srgbClr val="000000"/>
                </a:solidFill>
                <a:prstDash val="solid"/>
                <a:headEnd type="none" w="med" len="med"/>
                <a:tailEnd type="none" w="med" len="med"/>
              </a:ln>
            </p:spPr>
          </p:sp>
          <p:sp>
            <p:nvSpPr>
              <p:cNvPr id="64540" name="Line 10"/>
              <p:cNvSpPr/>
              <p:nvPr/>
            </p:nvSpPr>
            <p:spPr>
              <a:xfrm>
                <a:off x="5040" y="2256"/>
                <a:ext cx="14" cy="1568"/>
              </a:xfrm>
              <a:prstGeom prst="line">
                <a:avLst/>
              </a:prstGeom>
              <a:ln w="38100" cap="flat" cmpd="sng">
                <a:solidFill>
                  <a:srgbClr val="000000"/>
                </a:solidFill>
                <a:prstDash val="solid"/>
                <a:headEnd type="none" w="med" len="med"/>
                <a:tailEnd type="none" w="med" len="med"/>
              </a:ln>
            </p:spPr>
          </p:sp>
          <p:sp>
            <p:nvSpPr>
              <p:cNvPr id="64541" name="Line 11"/>
              <p:cNvSpPr/>
              <p:nvPr/>
            </p:nvSpPr>
            <p:spPr>
              <a:xfrm>
                <a:off x="4583" y="2160"/>
                <a:ext cx="281" cy="0"/>
              </a:xfrm>
              <a:prstGeom prst="line">
                <a:avLst/>
              </a:prstGeom>
              <a:ln w="38100" cap="flat" cmpd="sng">
                <a:solidFill>
                  <a:srgbClr val="000000"/>
                </a:solidFill>
                <a:prstDash val="solid"/>
                <a:headEnd type="none" w="med" len="med"/>
                <a:tailEnd type="triangle" w="med" len="med"/>
              </a:ln>
            </p:spPr>
          </p:sp>
          <p:sp>
            <p:nvSpPr>
              <p:cNvPr id="64542" name="Line 12"/>
              <p:cNvSpPr/>
              <p:nvPr/>
            </p:nvSpPr>
            <p:spPr>
              <a:xfrm>
                <a:off x="4494" y="2381"/>
                <a:ext cx="93" cy="0"/>
              </a:xfrm>
              <a:prstGeom prst="line">
                <a:avLst/>
              </a:prstGeom>
              <a:ln w="38100" cap="flat" cmpd="sng">
                <a:solidFill>
                  <a:srgbClr val="000000"/>
                </a:solidFill>
                <a:prstDash val="solid"/>
                <a:headEnd type="none" w="med" len="med"/>
                <a:tailEnd type="none" w="med" len="med"/>
              </a:ln>
            </p:spPr>
          </p:sp>
          <p:sp>
            <p:nvSpPr>
              <p:cNvPr id="64543" name="Line 13"/>
              <p:cNvSpPr/>
              <p:nvPr/>
            </p:nvSpPr>
            <p:spPr>
              <a:xfrm rot="5400000">
                <a:off x="4495" y="2384"/>
                <a:ext cx="96" cy="0"/>
              </a:xfrm>
              <a:prstGeom prst="line">
                <a:avLst/>
              </a:prstGeom>
              <a:ln w="38100" cap="flat" cmpd="sng">
                <a:solidFill>
                  <a:srgbClr val="000000"/>
                </a:solidFill>
                <a:prstDash val="solid"/>
                <a:headEnd type="none" w="med" len="med"/>
                <a:tailEnd type="none" w="med" len="med"/>
              </a:ln>
            </p:spPr>
          </p:sp>
          <p:sp>
            <p:nvSpPr>
              <p:cNvPr id="64544" name="Line 14"/>
              <p:cNvSpPr/>
              <p:nvPr/>
            </p:nvSpPr>
            <p:spPr>
              <a:xfrm>
                <a:off x="4464" y="3687"/>
                <a:ext cx="93" cy="0"/>
              </a:xfrm>
              <a:prstGeom prst="line">
                <a:avLst/>
              </a:prstGeom>
              <a:ln w="38100" cap="flat" cmpd="sng">
                <a:solidFill>
                  <a:srgbClr val="000000"/>
                </a:solidFill>
                <a:prstDash val="solid"/>
                <a:headEnd type="none" w="med" len="med"/>
                <a:tailEnd type="none" w="med" len="med"/>
              </a:ln>
            </p:spPr>
          </p:sp>
          <p:grpSp>
            <p:nvGrpSpPr>
              <p:cNvPr id="64545" name="Group 15"/>
              <p:cNvGrpSpPr/>
              <p:nvPr/>
            </p:nvGrpSpPr>
            <p:grpSpPr>
              <a:xfrm>
                <a:off x="5014" y="2754"/>
                <a:ext cx="75" cy="656"/>
                <a:chOff x="743" y="567"/>
                <a:chExt cx="187" cy="1639"/>
              </a:xfrm>
            </p:grpSpPr>
            <p:sp>
              <p:nvSpPr>
                <p:cNvPr id="64547" name="Line 16"/>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4548" name="Rectangle 17"/>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64546" name="Text Box 18"/>
              <p:cNvSpPr txBox="1"/>
              <p:nvPr/>
            </p:nvSpPr>
            <p:spPr>
              <a:xfrm>
                <a:off x="4752" y="292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Z</a:t>
                </a:r>
                <a:endParaRPr lang="en-US" altLang="zh-CN" sz="2400" b="1" i="1" baseline="-25000" dirty="0">
                  <a:latin typeface="Times New Roman" panose="02020603050405020304" pitchFamily="18" charset="0"/>
                  <a:ea typeface="华文中宋" panose="02010600040101010101" pitchFamily="2" charset="-122"/>
                </a:endParaRPr>
              </a:p>
            </p:txBody>
          </p:sp>
        </p:grpSp>
      </p:grpSp>
      <p:sp>
        <p:nvSpPr>
          <p:cNvPr id="843795" name="Text Box 19"/>
          <p:cNvSpPr txBox="1"/>
          <p:nvPr/>
        </p:nvSpPr>
        <p:spPr>
          <a:xfrm>
            <a:off x="609600" y="654050"/>
            <a:ext cx="2133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复阻抗的模</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3796" name="Object 20"/>
          <p:cNvGraphicFramePr>
            <a:graphicFrameLocks noChangeAspect="1"/>
          </p:cNvGraphicFramePr>
          <p:nvPr/>
        </p:nvGraphicFramePr>
        <p:xfrm>
          <a:off x="1066800" y="1035050"/>
          <a:ext cx="5426075" cy="1003300"/>
        </p:xfrm>
        <a:graphic>
          <a:graphicData uri="http://schemas.openxmlformats.org/presentationml/2006/ole">
            <mc:AlternateContent xmlns:mc="http://schemas.openxmlformats.org/markup-compatibility/2006">
              <mc:Choice xmlns:v="urn:schemas-microsoft-com:vml" Requires="v">
                <p:oleObj spid="_x0000_s3313" name="" r:id="rId1" imgW="2311400" imgH="444500" progId="Equation.3">
                  <p:embed/>
                </p:oleObj>
              </mc:Choice>
              <mc:Fallback>
                <p:oleObj name="" r:id="rId1" imgW="2311400" imgH="444500" progId="Equation.3">
                  <p:embed/>
                  <p:pic>
                    <p:nvPicPr>
                      <p:cNvPr id="0" name="图片 3312"/>
                      <p:cNvPicPr/>
                      <p:nvPr/>
                    </p:nvPicPr>
                    <p:blipFill>
                      <a:blip r:embed="rId2"/>
                      <a:stretch>
                        <a:fillRect/>
                      </a:stretch>
                    </p:blipFill>
                    <p:spPr>
                      <a:xfrm>
                        <a:off x="1066800" y="1035050"/>
                        <a:ext cx="5426075" cy="1003300"/>
                      </a:xfrm>
                      <a:prstGeom prst="rect">
                        <a:avLst/>
                      </a:prstGeom>
                      <a:noFill/>
                      <a:ln w="38100">
                        <a:noFill/>
                        <a:miter/>
                      </a:ln>
                    </p:spPr>
                  </p:pic>
                </p:oleObj>
              </mc:Fallback>
            </mc:AlternateContent>
          </a:graphicData>
        </a:graphic>
      </p:graphicFrame>
      <p:sp>
        <p:nvSpPr>
          <p:cNvPr id="843797" name="Text Box 21"/>
          <p:cNvSpPr txBox="1"/>
          <p:nvPr/>
        </p:nvSpPr>
        <p:spPr>
          <a:xfrm>
            <a:off x="685800" y="1949450"/>
            <a:ext cx="3810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复阻抗的辐角称为阻抗角</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3798" name="Object 22"/>
          <p:cNvGraphicFramePr>
            <a:graphicFrameLocks noChangeAspect="1"/>
          </p:cNvGraphicFramePr>
          <p:nvPr/>
        </p:nvGraphicFramePr>
        <p:xfrm>
          <a:off x="2867025" y="2254250"/>
          <a:ext cx="2085975" cy="889000"/>
        </p:xfrm>
        <a:graphic>
          <a:graphicData uri="http://schemas.openxmlformats.org/presentationml/2006/ole">
            <mc:AlternateContent xmlns:mc="http://schemas.openxmlformats.org/markup-compatibility/2006">
              <mc:Choice xmlns:v="urn:schemas-microsoft-com:vml" Requires="v">
                <p:oleObj spid="_x0000_s3311" name="" r:id="rId3" imgW="888365" imgH="393700" progId="Equation.3">
                  <p:embed/>
                </p:oleObj>
              </mc:Choice>
              <mc:Fallback>
                <p:oleObj name="" r:id="rId3" imgW="888365" imgH="393700" progId="Equation.3">
                  <p:embed/>
                  <p:pic>
                    <p:nvPicPr>
                      <p:cNvPr id="0" name="图片 3310"/>
                      <p:cNvPicPr/>
                      <p:nvPr/>
                    </p:nvPicPr>
                    <p:blipFill>
                      <a:blip r:embed="rId4"/>
                      <a:stretch>
                        <a:fillRect/>
                      </a:stretch>
                    </p:blipFill>
                    <p:spPr>
                      <a:xfrm>
                        <a:off x="2867025" y="2254250"/>
                        <a:ext cx="2085975" cy="889000"/>
                      </a:xfrm>
                      <a:prstGeom prst="rect">
                        <a:avLst/>
                      </a:prstGeom>
                      <a:noFill/>
                      <a:ln w="38100">
                        <a:noFill/>
                        <a:miter/>
                      </a:ln>
                    </p:spPr>
                  </p:pic>
                </p:oleObj>
              </mc:Fallback>
            </mc:AlternateContent>
          </a:graphicData>
        </a:graphic>
      </p:graphicFrame>
      <p:sp>
        <p:nvSpPr>
          <p:cNvPr id="843799" name="Text Box 23"/>
          <p:cNvSpPr txBox="1"/>
          <p:nvPr/>
        </p:nvSpPr>
        <p:spPr>
          <a:xfrm>
            <a:off x="762000" y="3244850"/>
            <a:ext cx="55626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R</a:t>
            </a:r>
            <a:r>
              <a:rPr lang="zh-CN" altLang="en-US" sz="2400" b="1" dirty="0">
                <a:latin typeface="Times New Roman" panose="02020603050405020304" pitchFamily="18" charset="0"/>
                <a:ea typeface="华文中宋" panose="02010600040101010101" pitchFamily="2" charset="-122"/>
              </a:rPr>
              <a:t>，</a:t>
            </a:r>
            <a:r>
              <a:rPr lang="zh-CN" altLang="en-US" sz="2400" b="1" i="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X</a:t>
            </a:r>
            <a:r>
              <a:rPr lang="zh-CN" altLang="en-US" sz="2400" b="1" dirty="0">
                <a:latin typeface="Times New Roman" panose="02020603050405020304" pitchFamily="18" charset="0"/>
                <a:ea typeface="华文中宋" panose="02010600040101010101" pitchFamily="2" charset="-122"/>
              </a:rPr>
              <a:t>，〡</a:t>
            </a:r>
            <a:r>
              <a:rPr lang="zh-CN" altLang="en-US" sz="2400" b="1" i="1"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Z</a:t>
            </a: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〡三者之间构成直角三角形，称为阻抗三角形，见图（</a:t>
            </a:r>
            <a:r>
              <a:rPr lang="en-US" altLang="zh-CN" sz="2400" b="1" dirty="0">
                <a:latin typeface="Times New Roman" panose="02020603050405020304" pitchFamily="18" charset="0"/>
                <a:ea typeface="华文中宋" panose="02010600040101010101" pitchFamily="2" charset="-122"/>
              </a:rPr>
              <a:t>d</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3800" name="Object 24"/>
          <p:cNvGraphicFramePr>
            <a:graphicFrameLocks noChangeAspect="1"/>
          </p:cNvGraphicFramePr>
          <p:nvPr/>
        </p:nvGraphicFramePr>
        <p:xfrm>
          <a:off x="1776413" y="4083050"/>
          <a:ext cx="3100387" cy="946150"/>
        </p:xfrm>
        <a:graphic>
          <a:graphicData uri="http://schemas.openxmlformats.org/presentationml/2006/ole">
            <mc:AlternateContent xmlns:mc="http://schemas.openxmlformats.org/markup-compatibility/2006">
              <mc:Choice xmlns:v="urn:schemas-microsoft-com:vml" Requires="v">
                <p:oleObj spid="_x0000_s3310" name="" r:id="rId5" imgW="1320165" imgH="419100" progId="Equation.3">
                  <p:embed/>
                </p:oleObj>
              </mc:Choice>
              <mc:Fallback>
                <p:oleObj name="" r:id="rId5" imgW="1320165" imgH="419100" progId="Equation.3">
                  <p:embed/>
                  <p:pic>
                    <p:nvPicPr>
                      <p:cNvPr id="0" name="图片 3309"/>
                      <p:cNvPicPr/>
                      <p:nvPr/>
                    </p:nvPicPr>
                    <p:blipFill>
                      <a:blip r:embed="rId6"/>
                      <a:stretch>
                        <a:fillRect/>
                      </a:stretch>
                    </p:blipFill>
                    <p:spPr>
                      <a:xfrm>
                        <a:off x="1776413" y="4083050"/>
                        <a:ext cx="3100387" cy="946150"/>
                      </a:xfrm>
                      <a:prstGeom prst="rect">
                        <a:avLst/>
                      </a:prstGeom>
                      <a:noFill/>
                      <a:ln w="38100">
                        <a:noFill/>
                        <a:miter/>
                      </a:ln>
                    </p:spPr>
                  </p:pic>
                </p:oleObj>
              </mc:Fallback>
            </mc:AlternateContent>
          </a:graphicData>
        </a:graphic>
      </p:graphicFrame>
      <p:graphicFrame>
        <p:nvGraphicFramePr>
          <p:cNvPr id="843801" name="Object 25"/>
          <p:cNvGraphicFramePr>
            <a:graphicFrameLocks noChangeAspect="1"/>
          </p:cNvGraphicFramePr>
          <p:nvPr/>
        </p:nvGraphicFramePr>
        <p:xfrm>
          <a:off x="2263775" y="6081713"/>
          <a:ext cx="1698625" cy="515937"/>
        </p:xfrm>
        <a:graphic>
          <a:graphicData uri="http://schemas.openxmlformats.org/presentationml/2006/ole">
            <mc:AlternateContent xmlns:mc="http://schemas.openxmlformats.org/markup-compatibility/2006">
              <mc:Choice xmlns:v="urn:schemas-microsoft-com:vml" Requires="v">
                <p:oleObj spid="_x0000_s3308" name="" r:id="rId7" imgW="723900" imgH="228600" progId="Equation.3">
                  <p:embed/>
                </p:oleObj>
              </mc:Choice>
              <mc:Fallback>
                <p:oleObj name="" r:id="rId7" imgW="723900" imgH="228600" progId="Equation.3">
                  <p:embed/>
                  <p:pic>
                    <p:nvPicPr>
                      <p:cNvPr id="0" name="图片 3307"/>
                      <p:cNvPicPr/>
                      <p:nvPr/>
                    </p:nvPicPr>
                    <p:blipFill>
                      <a:blip r:embed="rId8"/>
                      <a:stretch>
                        <a:fillRect/>
                      </a:stretch>
                    </p:blipFill>
                    <p:spPr>
                      <a:xfrm>
                        <a:off x="2263775" y="6081713"/>
                        <a:ext cx="1698625" cy="515937"/>
                      </a:xfrm>
                      <a:prstGeom prst="rect">
                        <a:avLst/>
                      </a:prstGeom>
                      <a:noFill/>
                      <a:ln w="38100">
                        <a:noFill/>
                        <a:miter/>
                      </a:ln>
                    </p:spPr>
                  </p:pic>
                </p:oleObj>
              </mc:Fallback>
            </mc:AlternateContent>
          </a:graphicData>
        </a:graphic>
      </p:graphicFrame>
      <p:graphicFrame>
        <p:nvGraphicFramePr>
          <p:cNvPr id="843802" name="Object 26"/>
          <p:cNvGraphicFramePr>
            <a:graphicFrameLocks noChangeAspect="1"/>
          </p:cNvGraphicFramePr>
          <p:nvPr/>
        </p:nvGraphicFramePr>
        <p:xfrm>
          <a:off x="2389188" y="5149850"/>
          <a:ext cx="1192212" cy="889000"/>
        </p:xfrm>
        <a:graphic>
          <a:graphicData uri="http://schemas.openxmlformats.org/presentationml/2006/ole">
            <mc:AlternateContent xmlns:mc="http://schemas.openxmlformats.org/markup-compatibility/2006">
              <mc:Choice xmlns:v="urn:schemas-microsoft-com:vml" Requires="v">
                <p:oleObj spid="_x0000_s3312" name="" r:id="rId9" imgW="508000" imgH="393700" progId="Equation.3">
                  <p:embed/>
                </p:oleObj>
              </mc:Choice>
              <mc:Fallback>
                <p:oleObj name="" r:id="rId9" imgW="508000" imgH="393700" progId="Equation.3">
                  <p:embed/>
                  <p:pic>
                    <p:nvPicPr>
                      <p:cNvPr id="0" name="图片 3311"/>
                      <p:cNvPicPr/>
                      <p:nvPr/>
                    </p:nvPicPr>
                    <p:blipFill>
                      <a:blip r:embed="rId10"/>
                      <a:stretch>
                        <a:fillRect/>
                      </a:stretch>
                    </p:blipFill>
                    <p:spPr>
                      <a:xfrm>
                        <a:off x="2389188" y="5149850"/>
                        <a:ext cx="1192212" cy="889000"/>
                      </a:xfrm>
                      <a:prstGeom prst="rect">
                        <a:avLst/>
                      </a:prstGeom>
                      <a:noFill/>
                      <a:ln w="38100">
                        <a:noFill/>
                        <a:miter/>
                      </a:ln>
                    </p:spPr>
                  </p:pic>
                </p:oleObj>
              </mc:Fallback>
            </mc:AlternateContent>
          </a:graphicData>
        </a:graphic>
      </p:graphicFrame>
      <p:grpSp>
        <p:nvGrpSpPr>
          <p:cNvPr id="5" name="Group 27"/>
          <p:cNvGrpSpPr/>
          <p:nvPr/>
        </p:nvGrpSpPr>
        <p:grpSpPr>
          <a:xfrm>
            <a:off x="6156325" y="4387850"/>
            <a:ext cx="2895600" cy="1828800"/>
            <a:chOff x="3840" y="2688"/>
            <a:chExt cx="1824" cy="1152"/>
          </a:xfrm>
        </p:grpSpPr>
        <p:sp>
          <p:nvSpPr>
            <p:cNvPr id="64525" name="Line 28"/>
            <p:cNvSpPr/>
            <p:nvPr/>
          </p:nvSpPr>
          <p:spPr>
            <a:xfrm>
              <a:off x="3840" y="3504"/>
              <a:ext cx="1440" cy="0"/>
            </a:xfrm>
            <a:prstGeom prst="line">
              <a:avLst/>
            </a:prstGeom>
            <a:ln w="38100" cap="flat" cmpd="sng">
              <a:solidFill>
                <a:schemeClr val="tx1"/>
              </a:solidFill>
              <a:prstDash val="solid"/>
              <a:headEnd type="none" w="med" len="med"/>
              <a:tailEnd type="none" w="med" len="med"/>
            </a:ln>
          </p:spPr>
        </p:sp>
        <p:sp>
          <p:nvSpPr>
            <p:cNvPr id="64526" name="Line 29"/>
            <p:cNvSpPr/>
            <p:nvPr/>
          </p:nvSpPr>
          <p:spPr>
            <a:xfrm>
              <a:off x="5280" y="2688"/>
              <a:ext cx="0" cy="816"/>
            </a:xfrm>
            <a:prstGeom prst="line">
              <a:avLst/>
            </a:prstGeom>
            <a:ln w="38100" cap="flat" cmpd="sng">
              <a:solidFill>
                <a:schemeClr val="tx1"/>
              </a:solidFill>
              <a:prstDash val="solid"/>
              <a:headEnd type="none" w="med" len="med"/>
              <a:tailEnd type="none" w="med" len="med"/>
            </a:ln>
          </p:spPr>
        </p:sp>
        <p:sp>
          <p:nvSpPr>
            <p:cNvPr id="64527" name="Line 30"/>
            <p:cNvSpPr/>
            <p:nvPr/>
          </p:nvSpPr>
          <p:spPr>
            <a:xfrm flipV="1">
              <a:off x="3840" y="2688"/>
              <a:ext cx="1440" cy="816"/>
            </a:xfrm>
            <a:prstGeom prst="line">
              <a:avLst/>
            </a:prstGeom>
            <a:ln w="38100" cap="flat" cmpd="sng">
              <a:solidFill>
                <a:schemeClr val="tx1"/>
              </a:solidFill>
              <a:prstDash val="solid"/>
              <a:headEnd type="none" w="med" len="med"/>
              <a:tailEnd type="none" w="med" len="med"/>
            </a:ln>
          </p:spPr>
        </p:sp>
        <p:sp>
          <p:nvSpPr>
            <p:cNvPr id="64528" name="Text Box 31"/>
            <p:cNvSpPr txBox="1"/>
            <p:nvPr/>
          </p:nvSpPr>
          <p:spPr>
            <a:xfrm>
              <a:off x="5328" y="292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X</a:t>
              </a:r>
              <a:endParaRPr lang="en-US" altLang="zh-CN" sz="2400" b="1" dirty="0">
                <a:latin typeface="Times New Roman" panose="02020603050405020304" pitchFamily="18" charset="0"/>
                <a:ea typeface="华文中宋" panose="02010600040101010101" pitchFamily="2" charset="-122"/>
              </a:endParaRPr>
            </a:p>
          </p:txBody>
        </p:sp>
        <p:sp>
          <p:nvSpPr>
            <p:cNvPr id="64529" name="Text Box 32"/>
            <p:cNvSpPr txBox="1"/>
            <p:nvPr/>
          </p:nvSpPr>
          <p:spPr>
            <a:xfrm>
              <a:off x="4752" y="3216"/>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graphicFrame>
          <p:nvGraphicFramePr>
            <p:cNvPr id="64530" name="Object 33"/>
            <p:cNvGraphicFramePr>
              <a:graphicFrameLocks noChangeAspect="1"/>
            </p:cNvGraphicFramePr>
            <p:nvPr/>
          </p:nvGraphicFramePr>
          <p:xfrm>
            <a:off x="4212" y="2832"/>
            <a:ext cx="300" cy="361"/>
          </p:xfrm>
          <a:graphic>
            <a:graphicData uri="http://schemas.openxmlformats.org/presentationml/2006/ole">
              <mc:AlternateContent xmlns:mc="http://schemas.openxmlformats.org/markup-compatibility/2006">
                <mc:Choice xmlns:v="urn:schemas-microsoft-com:vml" Requires="v">
                  <p:oleObj spid="_x0000_s3309" name="" r:id="rId11" imgW="203200" imgH="254000" progId="Equation.3">
                    <p:embed/>
                  </p:oleObj>
                </mc:Choice>
                <mc:Fallback>
                  <p:oleObj name="" r:id="rId11" imgW="203200" imgH="254000" progId="Equation.3">
                    <p:embed/>
                    <p:pic>
                      <p:nvPicPr>
                        <p:cNvPr id="0" name="图片 3308"/>
                        <p:cNvPicPr/>
                        <p:nvPr/>
                      </p:nvPicPr>
                      <p:blipFill>
                        <a:blip r:embed="rId12"/>
                        <a:stretch>
                          <a:fillRect/>
                        </a:stretch>
                      </p:blipFill>
                      <p:spPr>
                        <a:xfrm>
                          <a:off x="4212" y="2832"/>
                          <a:ext cx="300" cy="361"/>
                        </a:xfrm>
                        <a:prstGeom prst="rect">
                          <a:avLst/>
                        </a:prstGeom>
                        <a:noFill/>
                        <a:ln w="38100">
                          <a:noFill/>
                          <a:miter/>
                        </a:ln>
                      </p:spPr>
                    </p:pic>
                  </p:oleObj>
                </mc:Fallback>
              </mc:AlternateContent>
            </a:graphicData>
          </a:graphic>
        </p:graphicFrame>
        <p:sp>
          <p:nvSpPr>
            <p:cNvPr id="64531" name="Text Box 34"/>
            <p:cNvSpPr txBox="1"/>
            <p:nvPr/>
          </p:nvSpPr>
          <p:spPr>
            <a:xfrm>
              <a:off x="4272" y="3216"/>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φ</a:t>
              </a:r>
              <a:endParaRPr lang="en-US" altLang="zh-CN" sz="2400" b="1" i="1" dirty="0">
                <a:latin typeface="Times New Roman" panose="02020603050405020304" pitchFamily="18" charset="0"/>
                <a:ea typeface="华文中宋" panose="02010600040101010101" pitchFamily="2" charset="-122"/>
              </a:endParaRPr>
            </a:p>
          </p:txBody>
        </p:sp>
        <p:sp>
          <p:nvSpPr>
            <p:cNvPr id="64532" name="Arc 35"/>
            <p:cNvSpPr/>
            <p:nvPr/>
          </p:nvSpPr>
          <p:spPr>
            <a:xfrm>
              <a:off x="4176" y="3313"/>
              <a:ext cx="144" cy="335"/>
            </a:xfrm>
            <a:custGeom>
              <a:avLst/>
              <a:gdLst>
                <a:gd name="txL" fmla="*/ 0 w 18547"/>
                <a:gd name="txT" fmla="*/ 0 h 21600"/>
                <a:gd name="txR" fmla="*/ 18547 w 18547"/>
                <a:gd name="txB" fmla="*/ 21600 h 21600"/>
              </a:gdLst>
              <a:ahLst/>
              <a:cxnLst>
                <a:cxn ang="0">
                  <a:pos x="0" y="0"/>
                </a:cxn>
                <a:cxn ang="0">
                  <a:pos x="0" y="0"/>
                </a:cxn>
                <a:cxn ang="0">
                  <a:pos x="0" y="0"/>
                </a:cxn>
              </a:cxnLst>
              <a:rect l="txL" t="txT" r="txR" b="txB"/>
              <a:pathLst>
                <a:path w="18547" h="21600" fill="none">
                  <a:moveTo>
                    <a:pt x="-1" y="0"/>
                  </a:moveTo>
                  <a:cubicBezTo>
                    <a:pt x="7604" y="0"/>
                    <a:pt x="14649" y="3999"/>
                    <a:pt x="18547" y="10528"/>
                  </a:cubicBezTo>
                </a:path>
                <a:path w="18547" h="21600" stroke="0">
                  <a:moveTo>
                    <a:pt x="-1" y="0"/>
                  </a:moveTo>
                  <a:cubicBezTo>
                    <a:pt x="7604" y="0"/>
                    <a:pt x="14649" y="3999"/>
                    <a:pt x="18547" y="10528"/>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64533" name="Text Box 36"/>
            <p:cNvSpPr txBox="1"/>
            <p:nvPr/>
          </p:nvSpPr>
          <p:spPr>
            <a:xfrm>
              <a:off x="4608" y="355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(d)</a:t>
              </a:r>
              <a:endParaRPr lang="en-US" altLang="zh-CN" sz="2400" b="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3795"/>
                                        </p:tgtEl>
                                        <p:attrNameLst>
                                          <p:attrName>style.visibility</p:attrName>
                                        </p:attrNameLst>
                                      </p:cBhvr>
                                      <p:to>
                                        <p:strVal val="visible"/>
                                      </p:to>
                                    </p:set>
                                    <p:animEffect transition="in" filter="wipe(left)">
                                      <p:cBhvr>
                                        <p:cTn id="12" dur="500"/>
                                        <p:tgtEl>
                                          <p:spTgt spid="84379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43796"/>
                                        </p:tgtEl>
                                        <p:attrNameLst>
                                          <p:attrName>style.visibility</p:attrName>
                                        </p:attrNameLst>
                                      </p:cBhvr>
                                      <p:to>
                                        <p:strVal val="visible"/>
                                      </p:to>
                                    </p:set>
                                    <p:animEffect transition="in" filter="wipe(left)">
                                      <p:cBhvr>
                                        <p:cTn id="16" dur="500"/>
                                        <p:tgtEl>
                                          <p:spTgt spid="84379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43797"/>
                                        </p:tgtEl>
                                        <p:attrNameLst>
                                          <p:attrName>style.visibility</p:attrName>
                                        </p:attrNameLst>
                                      </p:cBhvr>
                                      <p:to>
                                        <p:strVal val="visible"/>
                                      </p:to>
                                    </p:set>
                                    <p:animEffect transition="in" filter="wipe(left)">
                                      <p:cBhvr>
                                        <p:cTn id="21" dur="500"/>
                                        <p:tgtEl>
                                          <p:spTgt spid="84379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43798"/>
                                        </p:tgtEl>
                                        <p:attrNameLst>
                                          <p:attrName>style.visibility</p:attrName>
                                        </p:attrNameLst>
                                      </p:cBhvr>
                                      <p:to>
                                        <p:strVal val="visible"/>
                                      </p:to>
                                    </p:set>
                                    <p:animEffect transition="in" filter="wipe(left)">
                                      <p:cBhvr>
                                        <p:cTn id="25" dur="500"/>
                                        <p:tgtEl>
                                          <p:spTgt spid="84379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43799"/>
                                        </p:tgtEl>
                                        <p:attrNameLst>
                                          <p:attrName>style.visibility</p:attrName>
                                        </p:attrNameLst>
                                      </p:cBhvr>
                                      <p:to>
                                        <p:strVal val="visible"/>
                                      </p:to>
                                    </p:set>
                                    <p:animEffect transition="in" filter="blinds(horizontal)">
                                      <p:cBhvr>
                                        <p:cTn id="30" dur="500"/>
                                        <p:tgtEl>
                                          <p:spTgt spid="843799"/>
                                        </p:tgtEl>
                                      </p:cBhvr>
                                    </p:animEffect>
                                  </p:childTnLst>
                                </p:cTn>
                              </p:par>
                            </p:childTnLst>
                          </p:cTn>
                        </p:par>
                        <p:par>
                          <p:cTn id="31" fill="hold">
                            <p:stCondLst>
                              <p:cond delay="500"/>
                            </p:stCondLst>
                            <p:childTnLst>
                              <p:par>
                                <p:cTn id="32" presetID="18" presetClass="entr" presetSubtype="12"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strips(down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843800"/>
                                        </p:tgtEl>
                                        <p:attrNameLst>
                                          <p:attrName>style.visibility</p:attrName>
                                        </p:attrNameLst>
                                      </p:cBhvr>
                                      <p:to>
                                        <p:strVal val="visible"/>
                                      </p:to>
                                    </p:set>
                                    <p:animEffect transition="in" filter="wipe(left)">
                                      <p:cBhvr>
                                        <p:cTn id="39" dur="500"/>
                                        <p:tgtEl>
                                          <p:spTgt spid="843800"/>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843802"/>
                                        </p:tgtEl>
                                        <p:attrNameLst>
                                          <p:attrName>style.visibility</p:attrName>
                                        </p:attrNameLst>
                                      </p:cBhvr>
                                      <p:to>
                                        <p:strVal val="visible"/>
                                      </p:to>
                                    </p:set>
                                    <p:animEffect transition="in" filter="wipe(left)">
                                      <p:cBhvr>
                                        <p:cTn id="43" dur="500"/>
                                        <p:tgtEl>
                                          <p:spTgt spid="843802"/>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843801"/>
                                        </p:tgtEl>
                                        <p:attrNameLst>
                                          <p:attrName>style.visibility</p:attrName>
                                        </p:attrNameLst>
                                      </p:cBhvr>
                                      <p:to>
                                        <p:strVal val="visible"/>
                                      </p:to>
                                    </p:set>
                                    <p:animEffect transition="in" filter="wipe(left)">
                                      <p:cBhvr>
                                        <p:cTn id="47" dur="500"/>
                                        <p:tgtEl>
                                          <p:spTgt spid="84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95" grpId="0"/>
      <p:bldP spid="843797" grpId="0"/>
      <p:bldP spid="84379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44803" name="Text Box 3"/>
          <p:cNvSpPr txBox="1"/>
          <p:nvPr/>
        </p:nvSpPr>
        <p:spPr>
          <a:xfrm>
            <a:off x="539750" y="714375"/>
            <a:ext cx="7543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当 </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r>
              <a:rPr lang="en-US" altLang="zh-CN" sz="2400" b="1" dirty="0">
                <a:latin typeface="Times New Roman" panose="02020603050405020304" pitchFamily="18" charset="0"/>
                <a:ea typeface="华文中宋" panose="02010600040101010101" pitchFamily="2" charset="-122"/>
              </a:rPr>
              <a:t>&gt;</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r>
              <a:rPr lang="en-US" altLang="zh-CN" sz="2400" b="1" i="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时， </a:t>
            </a:r>
            <a:r>
              <a:rPr lang="en-US" altLang="zh-CN" sz="2400" b="1" i="1" dirty="0">
                <a:latin typeface="Times New Roman" panose="02020603050405020304" pitchFamily="18" charset="0"/>
                <a:ea typeface="华文中宋" panose="02010600040101010101" pitchFamily="2" charset="-122"/>
              </a:rPr>
              <a:t>X</a:t>
            </a:r>
            <a:r>
              <a:rPr lang="en-US" altLang="zh-CN" sz="2400" b="1" dirty="0">
                <a:latin typeface="Times New Roman" panose="02020603050405020304" pitchFamily="18" charset="0"/>
                <a:ea typeface="华文中宋" panose="02010600040101010101" pitchFamily="2" charset="-122"/>
              </a:rPr>
              <a:t>&gt;0</a:t>
            </a:r>
            <a:r>
              <a:rPr lang="zh-CN" altLang="en-US" sz="2400" b="1" dirty="0">
                <a:latin typeface="Times New Roman" panose="02020603050405020304" pitchFamily="18" charset="0"/>
                <a:ea typeface="华文中宋" panose="02010600040101010101" pitchFamily="2" charset="-122"/>
              </a:rPr>
              <a:t>，电路呈电感性，称为感性电路。</a:t>
            </a:r>
            <a:endParaRPr lang="zh-CN" altLang="en-US" sz="2400" b="1" dirty="0">
              <a:latin typeface="Times New Roman" panose="02020603050405020304" pitchFamily="18" charset="0"/>
              <a:ea typeface="华文中宋" panose="02010600040101010101" pitchFamily="2" charset="-122"/>
            </a:endParaRPr>
          </a:p>
        </p:txBody>
      </p:sp>
      <p:sp>
        <p:nvSpPr>
          <p:cNvPr id="844804" name="Text Box 4"/>
          <p:cNvSpPr txBox="1"/>
          <p:nvPr/>
        </p:nvSpPr>
        <p:spPr>
          <a:xfrm>
            <a:off x="539750" y="1171575"/>
            <a:ext cx="7543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当 </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r>
              <a:rPr lang="en-US" altLang="zh-CN" sz="2400" b="1" dirty="0">
                <a:latin typeface="Times New Roman" panose="02020603050405020304" pitchFamily="18" charset="0"/>
                <a:ea typeface="华文中宋" panose="02010600040101010101" pitchFamily="2" charset="-122"/>
              </a:rPr>
              <a:t>&lt;</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r>
              <a:rPr lang="en-US" altLang="zh-CN" sz="2400" b="1" i="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时， </a:t>
            </a:r>
            <a:r>
              <a:rPr lang="en-US" altLang="zh-CN" sz="2400" b="1" i="1" dirty="0">
                <a:latin typeface="Times New Roman" panose="02020603050405020304" pitchFamily="18" charset="0"/>
                <a:ea typeface="华文中宋" panose="02010600040101010101" pitchFamily="2" charset="-122"/>
              </a:rPr>
              <a:t>X</a:t>
            </a:r>
            <a:r>
              <a:rPr lang="en-US" altLang="zh-CN" sz="2400" b="1" dirty="0">
                <a:latin typeface="Times New Roman" panose="02020603050405020304" pitchFamily="18" charset="0"/>
                <a:ea typeface="华文中宋" panose="02010600040101010101" pitchFamily="2" charset="-122"/>
              </a:rPr>
              <a:t>&lt;0</a:t>
            </a:r>
            <a:r>
              <a:rPr lang="zh-CN" altLang="en-US" sz="2400" b="1" dirty="0">
                <a:latin typeface="Times New Roman" panose="02020603050405020304" pitchFamily="18" charset="0"/>
                <a:ea typeface="华文中宋" panose="02010600040101010101" pitchFamily="2" charset="-122"/>
              </a:rPr>
              <a:t>，电路呈电容性，称为容性电路。</a:t>
            </a:r>
            <a:endParaRPr lang="zh-CN" altLang="en-US" sz="2400" b="1" dirty="0">
              <a:latin typeface="Times New Roman" panose="02020603050405020304" pitchFamily="18" charset="0"/>
              <a:ea typeface="华文中宋" panose="02010600040101010101" pitchFamily="2" charset="-122"/>
            </a:endParaRPr>
          </a:p>
        </p:txBody>
      </p:sp>
      <p:sp>
        <p:nvSpPr>
          <p:cNvPr id="844805" name="Rectangle 5"/>
          <p:cNvSpPr>
            <a:spLocks noChangeArrowheads="1"/>
          </p:cNvSpPr>
          <p:nvPr/>
        </p:nvSpPr>
        <p:spPr bwMode="auto">
          <a:xfrm>
            <a:off x="539750" y="1781175"/>
            <a:ext cx="5181600" cy="14589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3-7】</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RC</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串联电路</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=1kΩ, </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=0.05μF,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=5∠0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 </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=5kHz.</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并画出相量图。</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44806" name="Rectangle 6"/>
          <p:cNvSpPr>
            <a:spLocks noChangeArrowheads="1"/>
          </p:cNvSpPr>
          <p:nvPr/>
        </p:nvSpPr>
        <p:spPr bwMode="auto">
          <a:xfrm>
            <a:off x="684213" y="3232150"/>
            <a:ext cx="25908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电路阻抗</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44807" name="Object 7"/>
          <p:cNvGraphicFramePr>
            <a:graphicFrameLocks noChangeAspect="1"/>
          </p:cNvGraphicFramePr>
          <p:nvPr/>
        </p:nvGraphicFramePr>
        <p:xfrm>
          <a:off x="1835150" y="3619500"/>
          <a:ext cx="4648200" cy="2905125"/>
        </p:xfrm>
        <a:graphic>
          <a:graphicData uri="http://schemas.openxmlformats.org/presentationml/2006/ole">
            <mc:AlternateContent xmlns:mc="http://schemas.openxmlformats.org/markup-compatibility/2006">
              <mc:Choice xmlns:v="urn:schemas-microsoft-com:vml" Requires="v">
                <p:oleObj spid="_x0000_s3314" name="" r:id="rId1" imgW="2235200" imgH="1346200" progId="Equation.3">
                  <p:embed/>
                </p:oleObj>
              </mc:Choice>
              <mc:Fallback>
                <p:oleObj name="" r:id="rId1" imgW="2235200" imgH="1346200" progId="Equation.3">
                  <p:embed/>
                  <p:pic>
                    <p:nvPicPr>
                      <p:cNvPr id="0" name="图片 3313"/>
                      <p:cNvPicPr/>
                      <p:nvPr/>
                    </p:nvPicPr>
                    <p:blipFill>
                      <a:blip r:embed="rId2"/>
                      <a:stretch>
                        <a:fillRect/>
                      </a:stretch>
                    </p:blipFill>
                    <p:spPr>
                      <a:xfrm>
                        <a:off x="1835150" y="3619500"/>
                        <a:ext cx="4648200" cy="2905125"/>
                      </a:xfrm>
                      <a:prstGeom prst="rect">
                        <a:avLst/>
                      </a:prstGeom>
                      <a:noFill/>
                      <a:ln w="38100">
                        <a:noFill/>
                        <a:miter/>
                      </a:ln>
                    </p:spPr>
                  </p:pic>
                </p:oleObj>
              </mc:Fallback>
            </mc:AlternateContent>
          </a:graphicData>
        </a:graphic>
      </p:graphicFrame>
      <p:grpSp>
        <p:nvGrpSpPr>
          <p:cNvPr id="2" name="Group 8"/>
          <p:cNvGrpSpPr/>
          <p:nvPr/>
        </p:nvGrpSpPr>
        <p:grpSpPr>
          <a:xfrm>
            <a:off x="6483350" y="2011363"/>
            <a:ext cx="2590800" cy="2514600"/>
            <a:chOff x="3792" y="1105"/>
            <a:chExt cx="1632" cy="1584"/>
          </a:xfrm>
        </p:grpSpPr>
        <p:sp>
          <p:nvSpPr>
            <p:cNvPr id="65545" name="Text Box 9"/>
            <p:cNvSpPr txBox="1"/>
            <p:nvPr/>
          </p:nvSpPr>
          <p:spPr>
            <a:xfrm>
              <a:off x="4920" y="1728"/>
              <a:ext cx="50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grpSp>
          <p:nvGrpSpPr>
            <p:cNvPr id="65546" name="Group 10"/>
            <p:cNvGrpSpPr/>
            <p:nvPr/>
          </p:nvGrpSpPr>
          <p:grpSpPr>
            <a:xfrm>
              <a:off x="3792" y="1105"/>
              <a:ext cx="1370" cy="1584"/>
              <a:chOff x="3744" y="1105"/>
              <a:chExt cx="1370" cy="1584"/>
            </a:xfrm>
          </p:grpSpPr>
          <p:grpSp>
            <p:nvGrpSpPr>
              <p:cNvPr id="65547" name="Group 11"/>
              <p:cNvGrpSpPr/>
              <p:nvPr/>
            </p:nvGrpSpPr>
            <p:grpSpPr>
              <a:xfrm>
                <a:off x="4806" y="1405"/>
                <a:ext cx="87" cy="845"/>
                <a:chOff x="743" y="567"/>
                <a:chExt cx="187" cy="1639"/>
              </a:xfrm>
            </p:grpSpPr>
            <p:sp>
              <p:nvSpPr>
                <p:cNvPr id="65568" name="Line 12"/>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5569" name="Rectangle 13"/>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5548" name="Group 14"/>
              <p:cNvGrpSpPr/>
              <p:nvPr/>
            </p:nvGrpSpPr>
            <p:grpSpPr>
              <a:xfrm rot="5400000" flipH="1">
                <a:off x="4541" y="1158"/>
                <a:ext cx="154" cy="509"/>
                <a:chOff x="1502" y="578"/>
                <a:chExt cx="319" cy="1090"/>
              </a:xfrm>
            </p:grpSpPr>
            <p:sp>
              <p:nvSpPr>
                <p:cNvPr id="65564" name="Line 15"/>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5565" name="Line 16"/>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5566" name="Line 17"/>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5567" name="Line 18"/>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5549" name="Line 19"/>
              <p:cNvSpPr/>
              <p:nvPr/>
            </p:nvSpPr>
            <p:spPr>
              <a:xfrm>
                <a:off x="3871" y="1410"/>
                <a:ext cx="647" cy="0"/>
              </a:xfrm>
              <a:prstGeom prst="line">
                <a:avLst/>
              </a:prstGeom>
              <a:ln w="38100" cap="flat" cmpd="sng">
                <a:solidFill>
                  <a:srgbClr val="000000"/>
                </a:solidFill>
                <a:prstDash val="solid"/>
                <a:headEnd type="none" w="med" len="med"/>
                <a:tailEnd type="none" w="med" len="med"/>
              </a:ln>
            </p:spPr>
          </p:sp>
          <p:sp>
            <p:nvSpPr>
              <p:cNvPr id="65550" name="Line 20"/>
              <p:cNvSpPr/>
              <p:nvPr/>
            </p:nvSpPr>
            <p:spPr>
              <a:xfrm flipV="1">
                <a:off x="3856" y="2335"/>
                <a:ext cx="1001" cy="0"/>
              </a:xfrm>
              <a:prstGeom prst="line">
                <a:avLst/>
              </a:prstGeom>
              <a:ln w="38100" cap="flat" cmpd="sng">
                <a:solidFill>
                  <a:srgbClr val="000000"/>
                </a:solidFill>
                <a:prstDash val="solid"/>
                <a:headEnd type="none" w="med" len="med"/>
                <a:tailEnd type="none" w="med" len="med"/>
              </a:ln>
            </p:spPr>
          </p:sp>
          <p:sp>
            <p:nvSpPr>
              <p:cNvPr id="65551" name="Line 21"/>
              <p:cNvSpPr/>
              <p:nvPr/>
            </p:nvSpPr>
            <p:spPr>
              <a:xfrm>
                <a:off x="4852" y="2159"/>
                <a:ext cx="0" cy="193"/>
              </a:xfrm>
              <a:prstGeom prst="line">
                <a:avLst/>
              </a:prstGeom>
              <a:ln w="38100" cap="flat" cmpd="sng">
                <a:solidFill>
                  <a:srgbClr val="000000"/>
                </a:solidFill>
                <a:prstDash val="solid"/>
                <a:headEnd type="none" w="med" len="med"/>
                <a:tailEnd type="none" w="med" len="med"/>
              </a:ln>
            </p:spPr>
          </p:sp>
          <p:sp>
            <p:nvSpPr>
              <p:cNvPr id="65552" name="Line 22"/>
              <p:cNvSpPr/>
              <p:nvPr/>
            </p:nvSpPr>
            <p:spPr>
              <a:xfrm>
                <a:off x="3907" y="1314"/>
                <a:ext cx="329" cy="0"/>
              </a:xfrm>
              <a:prstGeom prst="line">
                <a:avLst/>
              </a:prstGeom>
              <a:ln w="38100" cap="flat" cmpd="sng">
                <a:solidFill>
                  <a:srgbClr val="FF5050"/>
                </a:solidFill>
                <a:prstDash val="solid"/>
                <a:headEnd type="none" w="med" len="med"/>
                <a:tailEnd type="triangle" w="med" len="med"/>
              </a:ln>
            </p:spPr>
          </p:sp>
          <p:sp>
            <p:nvSpPr>
              <p:cNvPr id="65553" name="Line 23"/>
              <p:cNvSpPr/>
              <p:nvPr/>
            </p:nvSpPr>
            <p:spPr>
              <a:xfrm>
                <a:off x="3877" y="1565"/>
                <a:ext cx="108" cy="0"/>
              </a:xfrm>
              <a:prstGeom prst="line">
                <a:avLst/>
              </a:prstGeom>
              <a:ln w="38100" cap="flat" cmpd="sng">
                <a:solidFill>
                  <a:srgbClr val="FF5050"/>
                </a:solidFill>
                <a:prstDash val="solid"/>
                <a:headEnd type="none" w="med" len="med"/>
                <a:tailEnd type="none" w="med" len="med"/>
              </a:ln>
            </p:spPr>
          </p:sp>
          <p:sp>
            <p:nvSpPr>
              <p:cNvPr id="65554" name="Line 24"/>
              <p:cNvSpPr/>
              <p:nvPr/>
            </p:nvSpPr>
            <p:spPr>
              <a:xfrm rot="5400000">
                <a:off x="3872" y="1569"/>
                <a:ext cx="124" cy="0"/>
              </a:xfrm>
              <a:prstGeom prst="line">
                <a:avLst/>
              </a:prstGeom>
              <a:ln w="38100" cap="flat" cmpd="sng">
                <a:solidFill>
                  <a:srgbClr val="FF5050"/>
                </a:solidFill>
                <a:prstDash val="solid"/>
                <a:headEnd type="none" w="med" len="med"/>
                <a:tailEnd type="none" w="med" len="med"/>
              </a:ln>
            </p:spPr>
          </p:sp>
          <p:sp>
            <p:nvSpPr>
              <p:cNvPr id="65555" name="Line 25"/>
              <p:cNvSpPr/>
              <p:nvPr/>
            </p:nvSpPr>
            <p:spPr>
              <a:xfrm>
                <a:off x="3860" y="2239"/>
                <a:ext cx="109" cy="0"/>
              </a:xfrm>
              <a:prstGeom prst="line">
                <a:avLst/>
              </a:prstGeom>
              <a:ln w="38100" cap="flat" cmpd="sng">
                <a:solidFill>
                  <a:srgbClr val="FF5050"/>
                </a:solidFill>
                <a:prstDash val="solid"/>
                <a:headEnd type="none" w="med" len="med"/>
                <a:tailEnd type="none" w="med" len="med"/>
              </a:ln>
            </p:spPr>
          </p:sp>
          <p:sp>
            <p:nvSpPr>
              <p:cNvPr id="65556" name="Line 26"/>
              <p:cNvSpPr/>
              <p:nvPr/>
            </p:nvSpPr>
            <p:spPr>
              <a:xfrm>
                <a:off x="5005" y="1639"/>
                <a:ext cx="109" cy="0"/>
              </a:xfrm>
              <a:prstGeom prst="line">
                <a:avLst/>
              </a:prstGeom>
              <a:ln w="38100" cap="flat" cmpd="sng">
                <a:solidFill>
                  <a:srgbClr val="000000"/>
                </a:solidFill>
                <a:prstDash val="solid"/>
                <a:headEnd type="none" w="med" len="med"/>
                <a:tailEnd type="none" w="med" len="med"/>
              </a:ln>
            </p:spPr>
          </p:sp>
          <p:sp>
            <p:nvSpPr>
              <p:cNvPr id="65557" name="Line 27"/>
              <p:cNvSpPr/>
              <p:nvPr/>
            </p:nvSpPr>
            <p:spPr>
              <a:xfrm rot="5400000">
                <a:off x="5001" y="1642"/>
                <a:ext cx="123" cy="0"/>
              </a:xfrm>
              <a:prstGeom prst="line">
                <a:avLst/>
              </a:prstGeom>
              <a:ln w="38100" cap="flat" cmpd="sng">
                <a:solidFill>
                  <a:srgbClr val="000000"/>
                </a:solidFill>
                <a:prstDash val="solid"/>
                <a:headEnd type="none" w="med" len="med"/>
                <a:tailEnd type="none" w="med" len="med"/>
              </a:ln>
            </p:spPr>
          </p:sp>
          <p:sp>
            <p:nvSpPr>
              <p:cNvPr id="65558" name="Line 28"/>
              <p:cNvSpPr/>
              <p:nvPr/>
            </p:nvSpPr>
            <p:spPr>
              <a:xfrm>
                <a:off x="5000" y="2068"/>
                <a:ext cx="109" cy="0"/>
              </a:xfrm>
              <a:prstGeom prst="line">
                <a:avLst/>
              </a:prstGeom>
              <a:ln w="38100" cap="flat" cmpd="sng">
                <a:solidFill>
                  <a:srgbClr val="000000"/>
                </a:solidFill>
                <a:prstDash val="solid"/>
                <a:headEnd type="none" w="med" len="med"/>
                <a:tailEnd type="none" w="med" len="med"/>
              </a:ln>
            </p:spPr>
          </p:sp>
          <p:sp>
            <p:nvSpPr>
              <p:cNvPr id="65559" name="Text Box 29"/>
              <p:cNvSpPr txBox="1"/>
              <p:nvPr/>
            </p:nvSpPr>
            <p:spPr>
              <a:xfrm>
                <a:off x="3744" y="1728"/>
                <a:ext cx="50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Ù</a:t>
                </a:r>
                <a:r>
                  <a:rPr lang="en-US" altLang="zh-CN" sz="2400" b="1" baseline="-25000" dirty="0">
                    <a:solidFill>
                      <a:srgbClr val="FF5050"/>
                    </a:solidFill>
                    <a:latin typeface="Times New Roman" panose="02020603050405020304" pitchFamily="18" charset="0"/>
                    <a:ea typeface="华文中宋" panose="02010600040101010101" pitchFamily="2" charset="-122"/>
                  </a:rPr>
                  <a:t>1</a:t>
                </a:r>
                <a:endParaRPr lang="en-US" altLang="zh-CN" sz="2400" b="1" dirty="0">
                  <a:solidFill>
                    <a:srgbClr val="FF5050"/>
                  </a:solidFill>
                  <a:latin typeface="Times New Roman" panose="02020603050405020304" pitchFamily="18" charset="0"/>
                  <a:ea typeface="华文中宋" panose="02010600040101010101" pitchFamily="2" charset="-122"/>
                </a:endParaRPr>
              </a:p>
            </p:txBody>
          </p:sp>
          <p:sp>
            <p:nvSpPr>
              <p:cNvPr id="65560" name="Text Box 30"/>
              <p:cNvSpPr txBox="1"/>
              <p:nvPr/>
            </p:nvSpPr>
            <p:spPr>
              <a:xfrm>
                <a:off x="4552" y="1968"/>
                <a:ext cx="3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sp>
            <p:nvSpPr>
              <p:cNvPr id="65561" name="Text Box 31"/>
              <p:cNvSpPr txBox="1"/>
              <p:nvPr/>
            </p:nvSpPr>
            <p:spPr>
              <a:xfrm>
                <a:off x="4304" y="1105"/>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Ì</a:t>
                </a:r>
                <a:endParaRPr lang="en-US" altLang="zh-CN" sz="2400" b="1" dirty="0">
                  <a:solidFill>
                    <a:srgbClr val="FF5050"/>
                  </a:solidFill>
                  <a:latin typeface="Times New Roman" panose="02020603050405020304" pitchFamily="18" charset="0"/>
                  <a:ea typeface="华文中宋" panose="02010600040101010101" pitchFamily="2" charset="-122"/>
                </a:endParaRPr>
              </a:p>
            </p:txBody>
          </p:sp>
          <p:sp>
            <p:nvSpPr>
              <p:cNvPr id="65562" name="Text Box 32"/>
              <p:cNvSpPr txBox="1"/>
              <p:nvPr/>
            </p:nvSpPr>
            <p:spPr>
              <a:xfrm>
                <a:off x="4304" y="143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844833" name="Rectangle 33"/>
              <p:cNvSpPr>
                <a:spLocks noChangeArrowheads="1"/>
              </p:cNvSpPr>
              <p:nvPr/>
            </p:nvSpPr>
            <p:spPr bwMode="auto">
              <a:xfrm>
                <a:off x="4272" y="2352"/>
                <a:ext cx="384" cy="337"/>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4803"/>
                                        </p:tgtEl>
                                        <p:attrNameLst>
                                          <p:attrName>style.visibility</p:attrName>
                                        </p:attrNameLst>
                                      </p:cBhvr>
                                      <p:to>
                                        <p:strVal val="visible"/>
                                      </p:to>
                                    </p:set>
                                    <p:animEffect transition="in" filter="wipe(left)">
                                      <p:cBhvr>
                                        <p:cTn id="7" dur="500"/>
                                        <p:tgtEl>
                                          <p:spTgt spid="84480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44804"/>
                                        </p:tgtEl>
                                        <p:attrNameLst>
                                          <p:attrName>style.visibility</p:attrName>
                                        </p:attrNameLst>
                                      </p:cBhvr>
                                      <p:to>
                                        <p:strVal val="visible"/>
                                      </p:to>
                                    </p:set>
                                    <p:animEffect transition="in" filter="wipe(left)">
                                      <p:cBhvr>
                                        <p:cTn id="11" dur="500"/>
                                        <p:tgtEl>
                                          <p:spTgt spid="84480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44805"/>
                                        </p:tgtEl>
                                        <p:attrNameLst>
                                          <p:attrName>style.visibility</p:attrName>
                                        </p:attrNameLst>
                                      </p:cBhvr>
                                      <p:to>
                                        <p:strVal val="visible"/>
                                      </p:to>
                                    </p:set>
                                    <p:animEffect transition="in" filter="blinds(horizontal)">
                                      <p:cBhvr>
                                        <p:cTn id="16" dur="500"/>
                                        <p:tgtEl>
                                          <p:spTgt spid="844805"/>
                                        </p:tgtEl>
                                      </p:cBhvr>
                                    </p:animEffect>
                                  </p:childTnLst>
                                </p:cTn>
                              </p:par>
                            </p:childTnLst>
                          </p:cTn>
                        </p:par>
                        <p:par>
                          <p:cTn id="17" fill="hold">
                            <p:stCondLst>
                              <p:cond delay="500"/>
                            </p:stCondLst>
                            <p:childTnLst>
                              <p:par>
                                <p:cTn id="18" presetID="17" presetClass="entr" presetSubtype="1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000000"/>
                                          </p:val>
                                        </p:tav>
                                        <p:tav tm="100000">
                                          <p:val>
                                            <p:strVal val="#ppt_w"/>
                                          </p:val>
                                        </p:tav>
                                      </p:tavLst>
                                    </p:anim>
                                    <p:anim calcmode="lin" valueType="num">
                                      <p:cBhvr>
                                        <p:cTn id="21"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44806"/>
                                        </p:tgtEl>
                                        <p:attrNameLst>
                                          <p:attrName>style.visibility</p:attrName>
                                        </p:attrNameLst>
                                      </p:cBhvr>
                                      <p:to>
                                        <p:strVal val="visible"/>
                                      </p:to>
                                    </p:set>
                                    <p:animEffect transition="in" filter="wipe(left)">
                                      <p:cBhvr>
                                        <p:cTn id="26" dur="500"/>
                                        <p:tgtEl>
                                          <p:spTgt spid="844806"/>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844807"/>
                                        </p:tgtEl>
                                        <p:attrNameLst>
                                          <p:attrName>style.visibility</p:attrName>
                                        </p:attrNameLst>
                                      </p:cBhvr>
                                      <p:to>
                                        <p:strVal val="visible"/>
                                      </p:to>
                                    </p:set>
                                    <p:animEffect transition="in" filter="strips(downRight)">
                                      <p:cBhvr>
                                        <p:cTn id="31" dur="500"/>
                                        <p:tgtEl>
                                          <p:spTgt spid="84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3" grpId="0"/>
      <p:bldP spid="844804" grpId="0"/>
      <p:bldP spid="844805" grpId="0"/>
      <p:bldP spid="84480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45827" name="Rectangle 3"/>
          <p:cNvSpPr/>
          <p:nvPr/>
        </p:nvSpPr>
        <p:spPr>
          <a:xfrm>
            <a:off x="609600" y="484188"/>
            <a:ext cx="1066800" cy="534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电流</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5828" name="Object 4"/>
          <p:cNvGraphicFramePr>
            <a:graphicFrameLocks noChangeAspect="1"/>
          </p:cNvGraphicFramePr>
          <p:nvPr/>
        </p:nvGraphicFramePr>
        <p:xfrm>
          <a:off x="1816100" y="457200"/>
          <a:ext cx="3836988" cy="1463675"/>
        </p:xfrm>
        <a:graphic>
          <a:graphicData uri="http://schemas.openxmlformats.org/presentationml/2006/ole">
            <mc:AlternateContent xmlns:mc="http://schemas.openxmlformats.org/markup-compatibility/2006">
              <mc:Choice xmlns:v="urn:schemas-microsoft-com:vml" Requires="v">
                <p:oleObj spid="_x0000_s3315" name="" r:id="rId1" imgW="1727200" imgH="685800" progId="Equation.DSMT4">
                  <p:embed/>
                </p:oleObj>
              </mc:Choice>
              <mc:Fallback>
                <p:oleObj name="" r:id="rId1" imgW="1727200" imgH="685800" progId="Equation.DSMT4">
                  <p:embed/>
                  <p:pic>
                    <p:nvPicPr>
                      <p:cNvPr id="0" name="图片 3314"/>
                      <p:cNvPicPr/>
                      <p:nvPr/>
                    </p:nvPicPr>
                    <p:blipFill>
                      <a:blip r:embed="rId2"/>
                      <a:stretch>
                        <a:fillRect/>
                      </a:stretch>
                    </p:blipFill>
                    <p:spPr>
                      <a:xfrm>
                        <a:off x="1816100" y="457200"/>
                        <a:ext cx="3836988" cy="1463675"/>
                      </a:xfrm>
                      <a:prstGeom prst="rect">
                        <a:avLst/>
                      </a:prstGeom>
                      <a:noFill/>
                      <a:ln w="38100">
                        <a:noFill/>
                        <a:miter/>
                      </a:ln>
                    </p:spPr>
                  </p:pic>
                </p:oleObj>
              </mc:Fallback>
            </mc:AlternateContent>
          </a:graphicData>
        </a:graphic>
      </p:graphicFrame>
      <p:sp>
        <p:nvSpPr>
          <p:cNvPr id="845829" name="Text Box 5"/>
          <p:cNvSpPr txBox="1"/>
          <p:nvPr/>
        </p:nvSpPr>
        <p:spPr>
          <a:xfrm>
            <a:off x="533400" y="1931988"/>
            <a:ext cx="3429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电阻两端电压相量</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45830" name="Object 6"/>
          <p:cNvGraphicFramePr>
            <a:graphicFrameLocks noChangeAspect="1"/>
          </p:cNvGraphicFramePr>
          <p:nvPr/>
        </p:nvGraphicFramePr>
        <p:xfrm>
          <a:off x="701675" y="2487613"/>
          <a:ext cx="5526088" cy="1044575"/>
        </p:xfrm>
        <a:graphic>
          <a:graphicData uri="http://schemas.openxmlformats.org/presentationml/2006/ole">
            <mc:AlternateContent xmlns:mc="http://schemas.openxmlformats.org/markup-compatibility/2006">
              <mc:Choice xmlns:v="urn:schemas-microsoft-com:vml" Requires="v">
                <p:oleObj spid="_x0000_s3316" name="" r:id="rId3" imgW="2451100" imgH="482600" progId="Equation.3">
                  <p:embed/>
                </p:oleObj>
              </mc:Choice>
              <mc:Fallback>
                <p:oleObj name="" r:id="rId3" imgW="2451100" imgH="482600" progId="Equation.3">
                  <p:embed/>
                  <p:pic>
                    <p:nvPicPr>
                      <p:cNvPr id="0" name="图片 3315"/>
                      <p:cNvPicPr/>
                      <p:nvPr/>
                    </p:nvPicPr>
                    <p:blipFill>
                      <a:blip r:embed="rId4"/>
                      <a:stretch>
                        <a:fillRect/>
                      </a:stretch>
                    </p:blipFill>
                    <p:spPr>
                      <a:xfrm>
                        <a:off x="701675" y="2487613"/>
                        <a:ext cx="5526088" cy="1044575"/>
                      </a:xfrm>
                      <a:prstGeom prst="rect">
                        <a:avLst/>
                      </a:prstGeom>
                      <a:noFill/>
                      <a:ln w="38100">
                        <a:noFill/>
                        <a:miter/>
                      </a:ln>
                    </p:spPr>
                  </p:pic>
                </p:oleObj>
              </mc:Fallback>
            </mc:AlternateContent>
          </a:graphicData>
        </a:graphic>
      </p:graphicFrame>
      <p:sp>
        <p:nvSpPr>
          <p:cNvPr id="845831" name="Text Box 7"/>
          <p:cNvSpPr txBox="1"/>
          <p:nvPr/>
        </p:nvSpPr>
        <p:spPr>
          <a:xfrm>
            <a:off x="609600" y="3532188"/>
            <a:ext cx="7086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电路的相量图见图</a:t>
            </a:r>
            <a:r>
              <a:rPr lang="en-US" altLang="zh-CN" sz="2400" b="1" dirty="0">
                <a:latin typeface="Times New Roman" panose="02020603050405020304" pitchFamily="18" charset="0"/>
                <a:ea typeface="华文中宋" panose="02010600040101010101" pitchFamily="2" charset="-122"/>
              </a:rPr>
              <a:t>(c)</a:t>
            </a:r>
            <a:r>
              <a:rPr lang="zh-CN" altLang="en-US" sz="2400" b="1" dirty="0">
                <a:latin typeface="Times New Roman" panose="02020603050405020304" pitchFamily="18" charset="0"/>
                <a:ea typeface="华文中宋" panose="02010600040101010101" pitchFamily="2" charset="-122"/>
              </a:rPr>
              <a:t>，阻抗三角形见图</a:t>
            </a:r>
            <a:r>
              <a:rPr lang="en-US" altLang="zh-CN" sz="2400" b="1" dirty="0">
                <a:latin typeface="Times New Roman" panose="02020603050405020304" pitchFamily="18" charset="0"/>
                <a:ea typeface="华文中宋" panose="02010600040101010101" pitchFamily="2" charset="-122"/>
              </a:rPr>
              <a:t>(b) </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grpSp>
        <p:nvGrpSpPr>
          <p:cNvPr id="2" name="Group 8"/>
          <p:cNvGrpSpPr/>
          <p:nvPr/>
        </p:nvGrpSpPr>
        <p:grpSpPr>
          <a:xfrm>
            <a:off x="6400800" y="484188"/>
            <a:ext cx="2590800" cy="2514600"/>
            <a:chOff x="3792" y="1105"/>
            <a:chExt cx="1632" cy="1584"/>
          </a:xfrm>
        </p:grpSpPr>
        <p:sp>
          <p:nvSpPr>
            <p:cNvPr id="66603" name="Text Box 9"/>
            <p:cNvSpPr txBox="1"/>
            <p:nvPr/>
          </p:nvSpPr>
          <p:spPr>
            <a:xfrm>
              <a:off x="4920" y="1728"/>
              <a:ext cx="50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grpSp>
          <p:nvGrpSpPr>
            <p:cNvPr id="66604" name="Group 10"/>
            <p:cNvGrpSpPr/>
            <p:nvPr/>
          </p:nvGrpSpPr>
          <p:grpSpPr>
            <a:xfrm>
              <a:off x="3792" y="1105"/>
              <a:ext cx="1370" cy="1584"/>
              <a:chOff x="3744" y="1105"/>
              <a:chExt cx="1370" cy="1584"/>
            </a:xfrm>
          </p:grpSpPr>
          <p:grpSp>
            <p:nvGrpSpPr>
              <p:cNvPr id="66605" name="Group 11"/>
              <p:cNvGrpSpPr/>
              <p:nvPr/>
            </p:nvGrpSpPr>
            <p:grpSpPr>
              <a:xfrm>
                <a:off x="4806" y="1405"/>
                <a:ext cx="87" cy="845"/>
                <a:chOff x="743" y="567"/>
                <a:chExt cx="187" cy="1639"/>
              </a:xfrm>
            </p:grpSpPr>
            <p:sp>
              <p:nvSpPr>
                <p:cNvPr id="66626" name="Line 12"/>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66627" name="Rectangle 13"/>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66606" name="Group 14"/>
              <p:cNvGrpSpPr/>
              <p:nvPr/>
            </p:nvGrpSpPr>
            <p:grpSpPr>
              <a:xfrm rot="5400000" flipH="1">
                <a:off x="4541" y="1158"/>
                <a:ext cx="154" cy="509"/>
                <a:chOff x="1502" y="578"/>
                <a:chExt cx="319" cy="1090"/>
              </a:xfrm>
            </p:grpSpPr>
            <p:sp>
              <p:nvSpPr>
                <p:cNvPr id="66622" name="Line 15"/>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66623" name="Line 16"/>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66624" name="Line 17"/>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66625" name="Line 18"/>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66607" name="Line 19"/>
              <p:cNvSpPr/>
              <p:nvPr/>
            </p:nvSpPr>
            <p:spPr>
              <a:xfrm>
                <a:off x="3871" y="1410"/>
                <a:ext cx="647" cy="0"/>
              </a:xfrm>
              <a:prstGeom prst="line">
                <a:avLst/>
              </a:prstGeom>
              <a:ln w="38100" cap="flat" cmpd="sng">
                <a:solidFill>
                  <a:srgbClr val="000000"/>
                </a:solidFill>
                <a:prstDash val="solid"/>
                <a:headEnd type="none" w="med" len="med"/>
                <a:tailEnd type="none" w="med" len="med"/>
              </a:ln>
            </p:spPr>
          </p:sp>
          <p:sp>
            <p:nvSpPr>
              <p:cNvPr id="66608" name="Line 20"/>
              <p:cNvSpPr/>
              <p:nvPr/>
            </p:nvSpPr>
            <p:spPr>
              <a:xfrm flipV="1">
                <a:off x="3856" y="2335"/>
                <a:ext cx="1001" cy="0"/>
              </a:xfrm>
              <a:prstGeom prst="line">
                <a:avLst/>
              </a:prstGeom>
              <a:ln w="38100" cap="flat" cmpd="sng">
                <a:solidFill>
                  <a:srgbClr val="000000"/>
                </a:solidFill>
                <a:prstDash val="solid"/>
                <a:headEnd type="none" w="med" len="med"/>
                <a:tailEnd type="none" w="med" len="med"/>
              </a:ln>
            </p:spPr>
          </p:sp>
          <p:sp>
            <p:nvSpPr>
              <p:cNvPr id="66609" name="Line 21"/>
              <p:cNvSpPr/>
              <p:nvPr/>
            </p:nvSpPr>
            <p:spPr>
              <a:xfrm>
                <a:off x="4852" y="2159"/>
                <a:ext cx="0" cy="193"/>
              </a:xfrm>
              <a:prstGeom prst="line">
                <a:avLst/>
              </a:prstGeom>
              <a:ln w="38100" cap="flat" cmpd="sng">
                <a:solidFill>
                  <a:srgbClr val="000000"/>
                </a:solidFill>
                <a:prstDash val="solid"/>
                <a:headEnd type="none" w="med" len="med"/>
                <a:tailEnd type="none" w="med" len="med"/>
              </a:ln>
            </p:spPr>
          </p:sp>
          <p:sp>
            <p:nvSpPr>
              <p:cNvPr id="66610" name="Line 22"/>
              <p:cNvSpPr/>
              <p:nvPr/>
            </p:nvSpPr>
            <p:spPr>
              <a:xfrm>
                <a:off x="3907" y="1314"/>
                <a:ext cx="329" cy="0"/>
              </a:xfrm>
              <a:prstGeom prst="line">
                <a:avLst/>
              </a:prstGeom>
              <a:ln w="38100" cap="flat" cmpd="sng">
                <a:solidFill>
                  <a:srgbClr val="FF5050"/>
                </a:solidFill>
                <a:prstDash val="solid"/>
                <a:headEnd type="none" w="med" len="med"/>
                <a:tailEnd type="triangle" w="med" len="med"/>
              </a:ln>
            </p:spPr>
          </p:sp>
          <p:sp>
            <p:nvSpPr>
              <p:cNvPr id="66611" name="Line 23"/>
              <p:cNvSpPr/>
              <p:nvPr/>
            </p:nvSpPr>
            <p:spPr>
              <a:xfrm>
                <a:off x="3877" y="1565"/>
                <a:ext cx="108" cy="0"/>
              </a:xfrm>
              <a:prstGeom prst="line">
                <a:avLst/>
              </a:prstGeom>
              <a:ln w="38100" cap="flat" cmpd="sng">
                <a:solidFill>
                  <a:srgbClr val="FF5050"/>
                </a:solidFill>
                <a:prstDash val="solid"/>
                <a:headEnd type="none" w="med" len="med"/>
                <a:tailEnd type="none" w="med" len="med"/>
              </a:ln>
            </p:spPr>
          </p:sp>
          <p:sp>
            <p:nvSpPr>
              <p:cNvPr id="66612" name="Line 24"/>
              <p:cNvSpPr/>
              <p:nvPr/>
            </p:nvSpPr>
            <p:spPr>
              <a:xfrm rot="5400000">
                <a:off x="3872" y="1569"/>
                <a:ext cx="124" cy="0"/>
              </a:xfrm>
              <a:prstGeom prst="line">
                <a:avLst/>
              </a:prstGeom>
              <a:ln w="38100" cap="flat" cmpd="sng">
                <a:solidFill>
                  <a:srgbClr val="FF5050"/>
                </a:solidFill>
                <a:prstDash val="solid"/>
                <a:headEnd type="none" w="med" len="med"/>
                <a:tailEnd type="none" w="med" len="med"/>
              </a:ln>
            </p:spPr>
          </p:sp>
          <p:sp>
            <p:nvSpPr>
              <p:cNvPr id="66613" name="Line 25"/>
              <p:cNvSpPr/>
              <p:nvPr/>
            </p:nvSpPr>
            <p:spPr>
              <a:xfrm>
                <a:off x="3860" y="2239"/>
                <a:ext cx="109" cy="0"/>
              </a:xfrm>
              <a:prstGeom prst="line">
                <a:avLst/>
              </a:prstGeom>
              <a:ln w="38100" cap="flat" cmpd="sng">
                <a:solidFill>
                  <a:srgbClr val="FF5050"/>
                </a:solidFill>
                <a:prstDash val="solid"/>
                <a:headEnd type="none" w="med" len="med"/>
                <a:tailEnd type="none" w="med" len="med"/>
              </a:ln>
            </p:spPr>
          </p:sp>
          <p:sp>
            <p:nvSpPr>
              <p:cNvPr id="66614" name="Line 26"/>
              <p:cNvSpPr/>
              <p:nvPr/>
            </p:nvSpPr>
            <p:spPr>
              <a:xfrm>
                <a:off x="5005" y="1639"/>
                <a:ext cx="109" cy="0"/>
              </a:xfrm>
              <a:prstGeom prst="line">
                <a:avLst/>
              </a:prstGeom>
              <a:ln w="38100" cap="flat" cmpd="sng">
                <a:solidFill>
                  <a:srgbClr val="000000"/>
                </a:solidFill>
                <a:prstDash val="solid"/>
                <a:headEnd type="none" w="med" len="med"/>
                <a:tailEnd type="none" w="med" len="med"/>
              </a:ln>
            </p:spPr>
          </p:sp>
          <p:sp>
            <p:nvSpPr>
              <p:cNvPr id="66615" name="Line 27"/>
              <p:cNvSpPr/>
              <p:nvPr/>
            </p:nvSpPr>
            <p:spPr>
              <a:xfrm rot="5400000">
                <a:off x="5001" y="1642"/>
                <a:ext cx="123" cy="0"/>
              </a:xfrm>
              <a:prstGeom prst="line">
                <a:avLst/>
              </a:prstGeom>
              <a:ln w="38100" cap="flat" cmpd="sng">
                <a:solidFill>
                  <a:srgbClr val="000000"/>
                </a:solidFill>
                <a:prstDash val="solid"/>
                <a:headEnd type="none" w="med" len="med"/>
                <a:tailEnd type="none" w="med" len="med"/>
              </a:ln>
            </p:spPr>
          </p:sp>
          <p:sp>
            <p:nvSpPr>
              <p:cNvPr id="66616" name="Line 28"/>
              <p:cNvSpPr/>
              <p:nvPr/>
            </p:nvSpPr>
            <p:spPr>
              <a:xfrm>
                <a:off x="5000" y="2068"/>
                <a:ext cx="109" cy="0"/>
              </a:xfrm>
              <a:prstGeom prst="line">
                <a:avLst/>
              </a:prstGeom>
              <a:ln w="38100" cap="flat" cmpd="sng">
                <a:solidFill>
                  <a:srgbClr val="000000"/>
                </a:solidFill>
                <a:prstDash val="solid"/>
                <a:headEnd type="none" w="med" len="med"/>
                <a:tailEnd type="none" w="med" len="med"/>
              </a:ln>
            </p:spPr>
          </p:sp>
          <p:sp>
            <p:nvSpPr>
              <p:cNvPr id="66617" name="Text Box 29"/>
              <p:cNvSpPr txBox="1"/>
              <p:nvPr/>
            </p:nvSpPr>
            <p:spPr>
              <a:xfrm>
                <a:off x="3744" y="1728"/>
                <a:ext cx="50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Ù</a:t>
                </a:r>
                <a:r>
                  <a:rPr lang="en-US" altLang="zh-CN" sz="2400" b="1" baseline="-25000" dirty="0">
                    <a:solidFill>
                      <a:srgbClr val="FF5050"/>
                    </a:solidFill>
                    <a:latin typeface="Times New Roman" panose="02020603050405020304" pitchFamily="18" charset="0"/>
                    <a:ea typeface="华文中宋" panose="02010600040101010101" pitchFamily="2" charset="-122"/>
                  </a:rPr>
                  <a:t>1</a:t>
                </a:r>
                <a:endParaRPr lang="en-US" altLang="zh-CN" sz="2400" b="1" dirty="0">
                  <a:solidFill>
                    <a:srgbClr val="FF5050"/>
                  </a:solidFill>
                  <a:latin typeface="Times New Roman" panose="02020603050405020304" pitchFamily="18" charset="0"/>
                  <a:ea typeface="华文中宋" panose="02010600040101010101" pitchFamily="2" charset="-122"/>
                </a:endParaRPr>
              </a:p>
            </p:txBody>
          </p:sp>
          <p:sp>
            <p:nvSpPr>
              <p:cNvPr id="66618" name="Text Box 30"/>
              <p:cNvSpPr txBox="1"/>
              <p:nvPr/>
            </p:nvSpPr>
            <p:spPr>
              <a:xfrm>
                <a:off x="4552" y="1968"/>
                <a:ext cx="3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sp>
            <p:nvSpPr>
              <p:cNvPr id="66619" name="Text Box 31"/>
              <p:cNvSpPr txBox="1"/>
              <p:nvPr/>
            </p:nvSpPr>
            <p:spPr>
              <a:xfrm>
                <a:off x="4304" y="1105"/>
                <a:ext cx="336"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Ì</a:t>
                </a:r>
                <a:endParaRPr lang="en-US" altLang="zh-CN" sz="2400" b="1" dirty="0">
                  <a:solidFill>
                    <a:srgbClr val="FF5050"/>
                  </a:solidFill>
                  <a:latin typeface="Times New Roman" panose="02020603050405020304" pitchFamily="18" charset="0"/>
                  <a:ea typeface="华文中宋" panose="02010600040101010101" pitchFamily="2" charset="-122"/>
                </a:endParaRPr>
              </a:p>
            </p:txBody>
          </p:sp>
          <p:sp>
            <p:nvSpPr>
              <p:cNvPr id="66620" name="Text Box 32"/>
              <p:cNvSpPr txBox="1"/>
              <p:nvPr/>
            </p:nvSpPr>
            <p:spPr>
              <a:xfrm>
                <a:off x="4304" y="143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845857" name="Rectangle 33"/>
              <p:cNvSpPr>
                <a:spLocks noChangeArrowheads="1"/>
              </p:cNvSpPr>
              <p:nvPr/>
            </p:nvSpPr>
            <p:spPr bwMode="auto">
              <a:xfrm>
                <a:off x="4272" y="2352"/>
                <a:ext cx="384" cy="337"/>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6" name="Group 69"/>
          <p:cNvGrpSpPr/>
          <p:nvPr/>
        </p:nvGrpSpPr>
        <p:grpSpPr>
          <a:xfrm>
            <a:off x="4964113" y="3933825"/>
            <a:ext cx="3352800" cy="2743200"/>
            <a:chOff x="3127" y="2478"/>
            <a:chExt cx="2112" cy="1728"/>
          </a:xfrm>
        </p:grpSpPr>
        <p:grpSp>
          <p:nvGrpSpPr>
            <p:cNvPr id="66586" name="Group 47"/>
            <p:cNvGrpSpPr/>
            <p:nvPr/>
          </p:nvGrpSpPr>
          <p:grpSpPr>
            <a:xfrm>
              <a:off x="3127" y="2478"/>
              <a:ext cx="2112" cy="1728"/>
              <a:chOff x="2880" y="2352"/>
              <a:chExt cx="2112" cy="1728"/>
            </a:xfrm>
          </p:grpSpPr>
          <p:sp>
            <p:nvSpPr>
              <p:cNvPr id="66589" name="Text Box 48"/>
              <p:cNvSpPr txBox="1"/>
              <p:nvPr/>
            </p:nvSpPr>
            <p:spPr>
              <a:xfrm>
                <a:off x="3456" y="379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66590" name="Line 49"/>
              <p:cNvSpPr/>
              <p:nvPr/>
            </p:nvSpPr>
            <p:spPr>
              <a:xfrm>
                <a:off x="2940" y="3493"/>
                <a:ext cx="1630" cy="0"/>
              </a:xfrm>
              <a:prstGeom prst="line">
                <a:avLst/>
              </a:prstGeom>
              <a:ln w="38100" cap="flat" cmpd="sng">
                <a:solidFill>
                  <a:schemeClr val="tx1"/>
                </a:solidFill>
                <a:prstDash val="solid"/>
                <a:headEnd type="none" w="med" len="med"/>
                <a:tailEnd type="triangle" w="med" len="med"/>
              </a:ln>
            </p:spPr>
          </p:sp>
          <p:sp>
            <p:nvSpPr>
              <p:cNvPr id="66591" name="Line 50"/>
              <p:cNvSpPr/>
              <p:nvPr/>
            </p:nvSpPr>
            <p:spPr>
              <a:xfrm flipV="1">
                <a:off x="3121" y="2444"/>
                <a:ext cx="0" cy="1300"/>
              </a:xfrm>
              <a:prstGeom prst="line">
                <a:avLst/>
              </a:prstGeom>
              <a:ln w="38100" cap="flat" cmpd="sng">
                <a:solidFill>
                  <a:schemeClr val="tx1"/>
                </a:solidFill>
                <a:prstDash val="solid"/>
                <a:headEnd type="none" w="med" len="med"/>
                <a:tailEnd type="triangle" w="med" len="med"/>
              </a:ln>
            </p:spPr>
          </p:sp>
          <p:sp>
            <p:nvSpPr>
              <p:cNvPr id="66592" name="Line 51"/>
              <p:cNvSpPr/>
              <p:nvPr/>
            </p:nvSpPr>
            <p:spPr>
              <a:xfrm flipV="1">
                <a:off x="3121" y="3024"/>
                <a:ext cx="815" cy="421"/>
              </a:xfrm>
              <a:prstGeom prst="line">
                <a:avLst/>
              </a:prstGeom>
              <a:ln w="38100" cap="flat" cmpd="sng">
                <a:solidFill>
                  <a:schemeClr val="accent2"/>
                </a:solidFill>
                <a:prstDash val="solid"/>
                <a:headEnd type="none" w="med" len="med"/>
                <a:tailEnd type="triangle" w="med" len="med"/>
              </a:ln>
            </p:spPr>
          </p:sp>
          <p:sp>
            <p:nvSpPr>
              <p:cNvPr id="66593" name="Text Box 52"/>
              <p:cNvSpPr txBox="1"/>
              <p:nvPr/>
            </p:nvSpPr>
            <p:spPr>
              <a:xfrm>
                <a:off x="3216" y="2352"/>
                <a:ext cx="54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66594" name="Text Box 53"/>
              <p:cNvSpPr txBox="1"/>
              <p:nvPr/>
            </p:nvSpPr>
            <p:spPr>
              <a:xfrm>
                <a:off x="4570" y="3382"/>
                <a:ext cx="42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66595" name="Text Box 54"/>
              <p:cNvSpPr txBox="1"/>
              <p:nvPr/>
            </p:nvSpPr>
            <p:spPr>
              <a:xfrm>
                <a:off x="2880" y="3434"/>
                <a:ext cx="3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0</a:t>
                </a:r>
                <a:endParaRPr lang="en-US" altLang="zh-CN" sz="2400" b="1" dirty="0">
                  <a:latin typeface="Times New Roman" panose="02020603050405020304" pitchFamily="18" charset="0"/>
                  <a:ea typeface="华文中宋" panose="02010600040101010101" pitchFamily="2" charset="-122"/>
                </a:endParaRPr>
              </a:p>
            </p:txBody>
          </p:sp>
          <p:sp>
            <p:nvSpPr>
              <p:cNvPr id="66596" name="Text Box 55"/>
              <p:cNvSpPr txBox="1"/>
              <p:nvPr/>
            </p:nvSpPr>
            <p:spPr>
              <a:xfrm>
                <a:off x="4147" y="2592"/>
                <a:ext cx="365"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Ì</a:t>
                </a:r>
                <a:r>
                  <a:rPr lang="en-US" altLang="zh-CN" sz="2400" b="1" i="1" dirty="0">
                    <a:solidFill>
                      <a:schemeClr val="accent2"/>
                    </a:solidFill>
                    <a:latin typeface="Times New Roman" panose="02020603050405020304" pitchFamily="18" charset="0"/>
                    <a:ea typeface="华文中宋" panose="02010600040101010101" pitchFamily="2" charset="-122"/>
                  </a:rPr>
                  <a:t> </a:t>
                </a:r>
                <a:endParaRPr lang="en-US" altLang="zh-CN" sz="2400" b="1" i="1" baseline="-25000" dirty="0">
                  <a:solidFill>
                    <a:schemeClr val="accent2"/>
                  </a:solidFill>
                  <a:latin typeface="Times New Roman" panose="02020603050405020304" pitchFamily="18" charset="0"/>
                  <a:ea typeface="华文中宋" panose="02010600040101010101" pitchFamily="2" charset="-122"/>
                </a:endParaRPr>
              </a:p>
            </p:txBody>
          </p:sp>
          <p:sp>
            <p:nvSpPr>
              <p:cNvPr id="66597" name="Line 56"/>
              <p:cNvSpPr/>
              <p:nvPr/>
            </p:nvSpPr>
            <p:spPr>
              <a:xfrm>
                <a:off x="3121" y="3493"/>
                <a:ext cx="1026" cy="0"/>
              </a:xfrm>
              <a:prstGeom prst="line">
                <a:avLst/>
              </a:prstGeom>
              <a:ln w="38100" cap="flat" cmpd="sng">
                <a:solidFill>
                  <a:srgbClr val="FF5050"/>
                </a:solidFill>
                <a:prstDash val="solid"/>
                <a:headEnd type="none" w="med" len="med"/>
                <a:tailEnd type="triangle" w="med" len="med"/>
              </a:ln>
            </p:spPr>
          </p:sp>
          <p:sp>
            <p:nvSpPr>
              <p:cNvPr id="66598" name="Line 57"/>
              <p:cNvSpPr/>
              <p:nvPr/>
            </p:nvSpPr>
            <p:spPr>
              <a:xfrm flipV="1">
                <a:off x="3120" y="2721"/>
                <a:ext cx="1440" cy="783"/>
              </a:xfrm>
              <a:prstGeom prst="line">
                <a:avLst/>
              </a:prstGeom>
              <a:ln w="38100" cap="flat" cmpd="sng">
                <a:solidFill>
                  <a:srgbClr val="FF5050"/>
                </a:solidFill>
                <a:prstDash val="solid"/>
                <a:headEnd type="none" w="med" len="med"/>
                <a:tailEnd type="triangle" w="med" len="med"/>
              </a:ln>
            </p:spPr>
          </p:sp>
          <p:sp>
            <p:nvSpPr>
              <p:cNvPr id="66599" name="Rectangle 58"/>
              <p:cNvSpPr/>
              <p:nvPr/>
            </p:nvSpPr>
            <p:spPr>
              <a:xfrm>
                <a:off x="3264" y="2928"/>
                <a:ext cx="321"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Ù</a:t>
                </a:r>
                <a:r>
                  <a:rPr lang="en-US" altLang="zh-CN" sz="2400" b="1" baseline="-25000" dirty="0">
                    <a:solidFill>
                      <a:schemeClr val="accent2"/>
                    </a:solidFill>
                    <a:latin typeface="Times New Roman" panose="02020603050405020304" pitchFamily="18" charset="0"/>
                    <a:ea typeface="华文中宋" panose="02010600040101010101" pitchFamily="2" charset="-122"/>
                  </a:rPr>
                  <a:t>2</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66600" name="Line 59"/>
              <p:cNvSpPr/>
              <p:nvPr/>
            </p:nvSpPr>
            <p:spPr>
              <a:xfrm>
                <a:off x="3936" y="3024"/>
                <a:ext cx="240" cy="480"/>
              </a:xfrm>
              <a:prstGeom prst="line">
                <a:avLst/>
              </a:prstGeom>
              <a:ln w="38100" cap="flat" cmpd="sng">
                <a:solidFill>
                  <a:schemeClr val="accent2"/>
                </a:solidFill>
                <a:prstDash val="solid"/>
                <a:headEnd type="none" w="med" len="med"/>
                <a:tailEnd type="triangle" w="med" len="med"/>
              </a:ln>
            </p:spPr>
          </p:sp>
          <p:sp>
            <p:nvSpPr>
              <p:cNvPr id="66601" name="Rectangle 60"/>
              <p:cNvSpPr/>
              <p:nvPr/>
            </p:nvSpPr>
            <p:spPr>
              <a:xfrm>
                <a:off x="4032" y="3072"/>
                <a:ext cx="350"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Ù</a:t>
                </a:r>
                <a:r>
                  <a:rPr lang="en-US" altLang="zh-CN" sz="2400" b="1" baseline="-25000" dirty="0">
                    <a:solidFill>
                      <a:schemeClr val="accent2"/>
                    </a:solidFill>
                    <a:latin typeface="Times New Roman" panose="02020603050405020304" pitchFamily="18" charset="0"/>
                    <a:ea typeface="华文中宋" panose="02010600040101010101" pitchFamily="2" charset="-122"/>
                  </a:rPr>
                  <a:t>C</a:t>
                </a:r>
                <a:endParaRPr lang="en-US" altLang="zh-CN" sz="2400" b="1" baseline="-25000" dirty="0">
                  <a:solidFill>
                    <a:schemeClr val="accent2"/>
                  </a:solidFill>
                  <a:latin typeface="Times New Roman" panose="02020603050405020304" pitchFamily="18" charset="0"/>
                  <a:ea typeface="华文中宋" panose="02010600040101010101" pitchFamily="2" charset="-122"/>
                </a:endParaRPr>
              </a:p>
            </p:txBody>
          </p:sp>
          <p:sp>
            <p:nvSpPr>
              <p:cNvPr id="66602" name="Rectangle 61"/>
              <p:cNvSpPr/>
              <p:nvPr/>
            </p:nvSpPr>
            <p:spPr>
              <a:xfrm>
                <a:off x="3617" y="3504"/>
                <a:ext cx="321"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Ù</a:t>
                </a:r>
                <a:r>
                  <a:rPr lang="en-US" altLang="zh-CN" sz="2400" b="1" baseline="-25000" dirty="0">
                    <a:solidFill>
                      <a:srgbClr val="FF5050"/>
                    </a:solidFill>
                    <a:latin typeface="Times New Roman" panose="02020603050405020304" pitchFamily="18" charset="0"/>
                    <a:ea typeface="华文中宋" panose="02010600040101010101" pitchFamily="2" charset="-122"/>
                  </a:rPr>
                  <a:t>1</a:t>
                </a:r>
                <a:endParaRPr lang="en-US" altLang="zh-CN" sz="2400" b="1" baseline="-25000" dirty="0">
                  <a:solidFill>
                    <a:srgbClr val="FF5050"/>
                  </a:solidFill>
                  <a:latin typeface="Times New Roman" panose="02020603050405020304" pitchFamily="18" charset="0"/>
                  <a:ea typeface="华文中宋" panose="02010600040101010101" pitchFamily="2" charset="-122"/>
                </a:endParaRPr>
              </a:p>
            </p:txBody>
          </p:sp>
        </p:grpSp>
        <p:sp>
          <p:nvSpPr>
            <p:cNvPr id="66587" name="Arc 63"/>
            <p:cNvSpPr/>
            <p:nvPr/>
          </p:nvSpPr>
          <p:spPr>
            <a:xfrm>
              <a:off x="3648" y="3475"/>
              <a:ext cx="96" cy="19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66588" name="Text Box 65"/>
            <p:cNvSpPr txBox="1"/>
            <p:nvPr/>
          </p:nvSpPr>
          <p:spPr>
            <a:xfrm>
              <a:off x="3744" y="3339"/>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φ</a:t>
              </a:r>
              <a:endParaRPr lang="en-US" altLang="zh-CN" sz="2400" b="1" i="1" dirty="0">
                <a:latin typeface="Times New Roman" panose="02020603050405020304" pitchFamily="18" charset="0"/>
                <a:ea typeface="华文中宋" panose="02010600040101010101" pitchFamily="2" charset="-122"/>
              </a:endParaRPr>
            </a:p>
          </p:txBody>
        </p:sp>
      </p:grpSp>
      <p:grpSp>
        <p:nvGrpSpPr>
          <p:cNvPr id="8" name="Group 67"/>
          <p:cNvGrpSpPr/>
          <p:nvPr/>
        </p:nvGrpSpPr>
        <p:grpSpPr>
          <a:xfrm>
            <a:off x="1147763" y="4078288"/>
            <a:ext cx="3352800" cy="2590800"/>
            <a:chOff x="723" y="2569"/>
            <a:chExt cx="2112" cy="1632"/>
          </a:xfrm>
        </p:grpSpPr>
        <p:grpSp>
          <p:nvGrpSpPr>
            <p:cNvPr id="66571" name="Group 34"/>
            <p:cNvGrpSpPr/>
            <p:nvPr/>
          </p:nvGrpSpPr>
          <p:grpSpPr>
            <a:xfrm>
              <a:off x="723" y="2569"/>
              <a:ext cx="2112" cy="1632"/>
              <a:chOff x="432" y="2496"/>
              <a:chExt cx="2112" cy="1632"/>
            </a:xfrm>
          </p:grpSpPr>
          <p:sp>
            <p:nvSpPr>
              <p:cNvPr id="66574" name="Text Box 35"/>
              <p:cNvSpPr txBox="1"/>
              <p:nvPr/>
            </p:nvSpPr>
            <p:spPr>
              <a:xfrm>
                <a:off x="1008" y="3840"/>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(b)</a:t>
                </a:r>
                <a:endParaRPr lang="en-US" altLang="zh-CN" sz="2400" b="1" dirty="0">
                  <a:latin typeface="Times New Roman" panose="02020603050405020304" pitchFamily="18" charset="0"/>
                  <a:ea typeface="华文中宋" panose="02010600040101010101" pitchFamily="2" charset="-122"/>
                </a:endParaRPr>
              </a:p>
            </p:txBody>
          </p:sp>
          <p:sp>
            <p:nvSpPr>
              <p:cNvPr id="66575" name="Line 36"/>
              <p:cNvSpPr/>
              <p:nvPr/>
            </p:nvSpPr>
            <p:spPr>
              <a:xfrm>
                <a:off x="492" y="2991"/>
                <a:ext cx="1630" cy="0"/>
              </a:xfrm>
              <a:prstGeom prst="line">
                <a:avLst/>
              </a:prstGeom>
              <a:ln w="38100" cap="flat" cmpd="sng">
                <a:solidFill>
                  <a:schemeClr val="tx1"/>
                </a:solidFill>
                <a:prstDash val="solid"/>
                <a:headEnd type="none" w="med" len="med"/>
                <a:tailEnd type="triangle" w="med" len="med"/>
              </a:ln>
            </p:spPr>
          </p:sp>
          <p:sp>
            <p:nvSpPr>
              <p:cNvPr id="66576" name="Line 37"/>
              <p:cNvSpPr/>
              <p:nvPr/>
            </p:nvSpPr>
            <p:spPr>
              <a:xfrm flipV="1">
                <a:off x="673" y="2518"/>
                <a:ext cx="0" cy="1300"/>
              </a:xfrm>
              <a:prstGeom prst="line">
                <a:avLst/>
              </a:prstGeom>
              <a:ln w="38100" cap="flat" cmpd="sng">
                <a:solidFill>
                  <a:schemeClr val="tx1"/>
                </a:solidFill>
                <a:prstDash val="solid"/>
                <a:headEnd type="none" w="med" len="med"/>
                <a:tailEnd type="triangle" w="med" len="med"/>
              </a:ln>
            </p:spPr>
          </p:sp>
          <p:sp>
            <p:nvSpPr>
              <p:cNvPr id="66577" name="Line 38"/>
              <p:cNvSpPr/>
              <p:nvPr/>
            </p:nvSpPr>
            <p:spPr>
              <a:xfrm>
                <a:off x="673" y="2991"/>
                <a:ext cx="1087" cy="591"/>
              </a:xfrm>
              <a:prstGeom prst="line">
                <a:avLst/>
              </a:prstGeom>
              <a:ln w="38100" cap="flat" cmpd="sng">
                <a:solidFill>
                  <a:srgbClr val="FF5050"/>
                </a:solidFill>
                <a:prstDash val="solid"/>
                <a:headEnd type="none" w="med" len="med"/>
                <a:tailEnd type="triangle" w="med" len="med"/>
              </a:ln>
            </p:spPr>
          </p:sp>
          <p:sp>
            <p:nvSpPr>
              <p:cNvPr id="66578" name="Line 39"/>
              <p:cNvSpPr/>
              <p:nvPr/>
            </p:nvSpPr>
            <p:spPr>
              <a:xfrm>
                <a:off x="1760" y="2991"/>
                <a:ext cx="0" cy="591"/>
              </a:xfrm>
              <a:prstGeom prst="line">
                <a:avLst/>
              </a:prstGeom>
              <a:ln w="38100" cap="flat" cmpd="sng">
                <a:solidFill>
                  <a:schemeClr val="accent2"/>
                </a:solidFill>
                <a:prstDash val="solid"/>
                <a:headEnd type="none" w="med" len="med"/>
                <a:tailEnd type="triangle" w="med" len="med"/>
              </a:ln>
            </p:spPr>
          </p:sp>
          <p:sp>
            <p:nvSpPr>
              <p:cNvPr id="66579" name="Text Box 40"/>
              <p:cNvSpPr txBox="1"/>
              <p:nvPr/>
            </p:nvSpPr>
            <p:spPr>
              <a:xfrm>
                <a:off x="1277" y="2695"/>
                <a:ext cx="422" cy="28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R</a:t>
                </a:r>
                <a:endParaRPr lang="en-US" altLang="zh-CN" sz="2400" b="1" dirty="0">
                  <a:solidFill>
                    <a:schemeClr val="accent2"/>
                  </a:solidFill>
                  <a:latin typeface="Times New Roman" panose="02020603050405020304" pitchFamily="18" charset="0"/>
                  <a:ea typeface="华文中宋" panose="02010600040101010101" pitchFamily="2" charset="-122"/>
                </a:endParaRPr>
              </a:p>
            </p:txBody>
          </p:sp>
          <p:sp>
            <p:nvSpPr>
              <p:cNvPr id="66580" name="Text Box 41"/>
              <p:cNvSpPr txBox="1"/>
              <p:nvPr/>
            </p:nvSpPr>
            <p:spPr>
              <a:xfrm>
                <a:off x="969" y="3264"/>
                <a:ext cx="42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Z</a:t>
                </a:r>
                <a:endParaRPr lang="en-US" altLang="zh-CN" sz="2400" b="1" dirty="0">
                  <a:solidFill>
                    <a:srgbClr val="FF5050"/>
                  </a:solidFill>
                  <a:latin typeface="Times New Roman" panose="02020603050405020304" pitchFamily="18" charset="0"/>
                  <a:ea typeface="华文中宋" panose="02010600040101010101" pitchFamily="2" charset="-122"/>
                </a:endParaRPr>
              </a:p>
            </p:txBody>
          </p:sp>
          <p:sp>
            <p:nvSpPr>
              <p:cNvPr id="66581" name="Text Box 42"/>
              <p:cNvSpPr txBox="1"/>
              <p:nvPr/>
            </p:nvSpPr>
            <p:spPr>
              <a:xfrm>
                <a:off x="768" y="2496"/>
                <a:ext cx="543"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endParaRPr lang="en-US" altLang="zh-CN" sz="2400" b="1" dirty="0">
                  <a:latin typeface="Times New Roman" panose="02020603050405020304" pitchFamily="18" charset="0"/>
                  <a:ea typeface="华文中宋" panose="02010600040101010101" pitchFamily="2" charset="-122"/>
                </a:endParaRPr>
              </a:p>
            </p:txBody>
          </p:sp>
          <p:sp>
            <p:nvSpPr>
              <p:cNvPr id="66582" name="Text Box 43"/>
              <p:cNvSpPr txBox="1"/>
              <p:nvPr/>
            </p:nvSpPr>
            <p:spPr>
              <a:xfrm>
                <a:off x="2122" y="2880"/>
                <a:ext cx="42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66583" name="Text Box 44"/>
              <p:cNvSpPr txBox="1"/>
              <p:nvPr/>
            </p:nvSpPr>
            <p:spPr>
              <a:xfrm>
                <a:off x="432" y="2932"/>
                <a:ext cx="3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0</a:t>
                </a:r>
                <a:endParaRPr lang="en-US" altLang="zh-CN" sz="2400" b="1" dirty="0">
                  <a:latin typeface="Times New Roman" panose="02020603050405020304" pitchFamily="18" charset="0"/>
                  <a:ea typeface="华文中宋" panose="02010600040101010101" pitchFamily="2" charset="-122"/>
                </a:endParaRPr>
              </a:p>
            </p:txBody>
          </p:sp>
          <p:sp>
            <p:nvSpPr>
              <p:cNvPr id="66584" name="Text Box 45"/>
              <p:cNvSpPr txBox="1"/>
              <p:nvPr/>
            </p:nvSpPr>
            <p:spPr>
              <a:xfrm>
                <a:off x="1795" y="3216"/>
                <a:ext cx="461"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a:t>
                </a:r>
                <a:r>
                  <a:rPr lang="en-US" altLang="zh-CN" sz="2400" b="1" dirty="0">
                    <a:solidFill>
                      <a:schemeClr val="accent2"/>
                    </a:solidFill>
                    <a:latin typeface="Times New Roman" panose="02020603050405020304" pitchFamily="18" charset="0"/>
                    <a:ea typeface="华文中宋" panose="02010600040101010101" pitchFamily="2" charset="-122"/>
                  </a:rPr>
                  <a:t>j</a:t>
                </a:r>
                <a:r>
                  <a:rPr lang="en-US" altLang="zh-CN" sz="2400" b="1" i="1" dirty="0">
                    <a:solidFill>
                      <a:schemeClr val="accent2"/>
                    </a:solidFill>
                    <a:latin typeface="Times New Roman" panose="02020603050405020304" pitchFamily="18" charset="0"/>
                    <a:ea typeface="华文中宋" panose="02010600040101010101" pitchFamily="2" charset="-122"/>
                  </a:rPr>
                  <a:t>X</a:t>
                </a:r>
                <a:r>
                  <a:rPr lang="en-US" altLang="zh-CN" sz="2400" b="1" i="1" baseline="-25000" dirty="0">
                    <a:solidFill>
                      <a:schemeClr val="accent2"/>
                    </a:solidFill>
                    <a:latin typeface="Times New Roman" panose="02020603050405020304" pitchFamily="18" charset="0"/>
                    <a:ea typeface="华文中宋" panose="02010600040101010101" pitchFamily="2" charset="-122"/>
                  </a:rPr>
                  <a:t>C</a:t>
                </a:r>
                <a:endParaRPr lang="en-US" altLang="zh-CN" sz="2400" b="1" i="1" baseline="-25000" dirty="0">
                  <a:solidFill>
                    <a:schemeClr val="accent2"/>
                  </a:solidFill>
                  <a:latin typeface="Times New Roman" panose="02020603050405020304" pitchFamily="18" charset="0"/>
                  <a:ea typeface="华文中宋" panose="02010600040101010101" pitchFamily="2" charset="-122"/>
                </a:endParaRPr>
              </a:p>
            </p:txBody>
          </p:sp>
          <p:sp>
            <p:nvSpPr>
              <p:cNvPr id="66585" name="Line 46"/>
              <p:cNvSpPr/>
              <p:nvPr/>
            </p:nvSpPr>
            <p:spPr>
              <a:xfrm>
                <a:off x="673" y="2991"/>
                <a:ext cx="1026" cy="0"/>
              </a:xfrm>
              <a:prstGeom prst="line">
                <a:avLst/>
              </a:prstGeom>
              <a:ln w="38100" cap="flat" cmpd="sng">
                <a:solidFill>
                  <a:schemeClr val="accent2"/>
                </a:solidFill>
                <a:prstDash val="solid"/>
                <a:headEnd type="none" w="med" len="med"/>
                <a:tailEnd type="triangle" w="med" len="med"/>
              </a:ln>
            </p:spPr>
          </p:sp>
        </p:grpSp>
        <p:sp>
          <p:nvSpPr>
            <p:cNvPr id="66572" name="Arc 62"/>
            <p:cNvSpPr/>
            <p:nvPr/>
          </p:nvSpPr>
          <p:spPr>
            <a:xfrm flipV="1">
              <a:off x="1251" y="3049"/>
              <a:ext cx="96" cy="19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66573" name="Text Box 66"/>
            <p:cNvSpPr txBox="1"/>
            <p:nvPr/>
          </p:nvSpPr>
          <p:spPr>
            <a:xfrm>
              <a:off x="1347" y="3049"/>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φ</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45827"/>
                                        </p:tgtEl>
                                        <p:attrNameLst>
                                          <p:attrName>style.visibility</p:attrName>
                                        </p:attrNameLst>
                                      </p:cBhvr>
                                      <p:to>
                                        <p:strVal val="visible"/>
                                      </p:to>
                                    </p:set>
                                    <p:animEffect transition="in" filter="wipe(left)">
                                      <p:cBhvr>
                                        <p:cTn id="13" dur="500"/>
                                        <p:tgtEl>
                                          <p:spTgt spid="845827"/>
                                        </p:tgtEl>
                                      </p:cBhvr>
                                    </p:animEffect>
                                  </p:childTnLst>
                                </p:cTn>
                              </p:par>
                            </p:childTnLst>
                          </p:cTn>
                        </p:par>
                        <p:par>
                          <p:cTn id="14" fill="hold">
                            <p:stCondLst>
                              <p:cond delay="500"/>
                            </p:stCondLst>
                            <p:childTnLst>
                              <p:par>
                                <p:cTn id="15" presetID="4" presetClass="entr" presetSubtype="16" fill="hold" nodeType="afterEffect">
                                  <p:stCondLst>
                                    <p:cond delay="0"/>
                                  </p:stCondLst>
                                  <p:childTnLst>
                                    <p:set>
                                      <p:cBhvr>
                                        <p:cTn id="16" dur="1" fill="hold">
                                          <p:stCondLst>
                                            <p:cond delay="0"/>
                                          </p:stCondLst>
                                        </p:cTn>
                                        <p:tgtEl>
                                          <p:spTgt spid="845828"/>
                                        </p:tgtEl>
                                        <p:attrNameLst>
                                          <p:attrName>style.visibility</p:attrName>
                                        </p:attrNameLst>
                                      </p:cBhvr>
                                      <p:to>
                                        <p:strVal val="visible"/>
                                      </p:to>
                                    </p:set>
                                    <p:animEffect transition="in" filter="box(in)">
                                      <p:cBhvr>
                                        <p:cTn id="17" dur="500"/>
                                        <p:tgtEl>
                                          <p:spTgt spid="8458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45829"/>
                                        </p:tgtEl>
                                        <p:attrNameLst>
                                          <p:attrName>style.visibility</p:attrName>
                                        </p:attrNameLst>
                                      </p:cBhvr>
                                      <p:to>
                                        <p:strVal val="visible"/>
                                      </p:to>
                                    </p:set>
                                    <p:animEffect transition="in" filter="wipe(left)">
                                      <p:cBhvr>
                                        <p:cTn id="22" dur="500"/>
                                        <p:tgtEl>
                                          <p:spTgt spid="845829"/>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845830"/>
                                        </p:tgtEl>
                                        <p:attrNameLst>
                                          <p:attrName>style.visibility</p:attrName>
                                        </p:attrNameLst>
                                      </p:cBhvr>
                                      <p:to>
                                        <p:strVal val="visible"/>
                                      </p:to>
                                    </p:set>
                                    <p:animEffect transition="in" filter="blinds(horizontal)">
                                      <p:cBhvr>
                                        <p:cTn id="26" dur="500"/>
                                        <p:tgtEl>
                                          <p:spTgt spid="8458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45831"/>
                                        </p:tgtEl>
                                        <p:attrNameLst>
                                          <p:attrName>style.visibility</p:attrName>
                                        </p:attrNameLst>
                                      </p:cBhvr>
                                      <p:to>
                                        <p:strVal val="visible"/>
                                      </p:to>
                                    </p:set>
                                    <p:animEffect transition="in" filter="wipe(left)">
                                      <p:cBhvr>
                                        <p:cTn id="31" dur="500"/>
                                        <p:tgtEl>
                                          <p:spTgt spid="845831"/>
                                        </p:tgtEl>
                                      </p:cBhvr>
                                    </p:animEffect>
                                  </p:childTnLst>
                                </p:cTn>
                              </p:par>
                            </p:childTnLst>
                          </p:cTn>
                        </p:par>
                        <p:par>
                          <p:cTn id="32" fill="hold">
                            <p:stCondLst>
                              <p:cond delay="500"/>
                            </p:stCondLst>
                            <p:childTnLst>
                              <p:par>
                                <p:cTn id="33" presetID="23" presetClass="entr" presetSubtype="16"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000000"/>
                                          </p:val>
                                        </p:tav>
                                        <p:tav tm="100000">
                                          <p:val>
                                            <p:strVal val="#ppt_w"/>
                                          </p:val>
                                        </p:tav>
                                      </p:tavLst>
                                    </p:anim>
                                    <p:anim calcmode="lin" valueType="num">
                                      <p:cBhvr>
                                        <p:cTn id="36" dur="500" fill="hold"/>
                                        <p:tgtEl>
                                          <p:spTgt spid="8"/>
                                        </p:tgtEl>
                                        <p:attrNameLst>
                                          <p:attrName>ppt_h</p:attrName>
                                        </p:attrNameLst>
                                      </p:cBhvr>
                                      <p:tavLst>
                                        <p:tav tm="0">
                                          <p:val>
                                            <p:fltVal val="0.000000"/>
                                          </p:val>
                                        </p:tav>
                                        <p:tav tm="100000">
                                          <p:val>
                                            <p:strVal val="#ppt_h"/>
                                          </p:val>
                                        </p:tav>
                                      </p:tavLst>
                                    </p:anim>
                                  </p:childTnLst>
                                </p:cTn>
                              </p:par>
                            </p:childTnLst>
                          </p:cTn>
                        </p:par>
                        <p:par>
                          <p:cTn id="37" fill="hold">
                            <p:stCondLst>
                              <p:cond delay="1000"/>
                            </p:stCondLst>
                            <p:childTnLst>
                              <p:par>
                                <p:cTn id="38" presetID="23" presetClass="entr" presetSubtype="16"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p:cTn id="40" dur="500" fill="hold"/>
                                        <p:tgtEl>
                                          <p:spTgt spid="6"/>
                                        </p:tgtEl>
                                        <p:attrNameLst>
                                          <p:attrName>ppt_w</p:attrName>
                                        </p:attrNameLst>
                                      </p:cBhvr>
                                      <p:tavLst>
                                        <p:tav tm="0">
                                          <p:val>
                                            <p:fltVal val="0.000000"/>
                                          </p:val>
                                        </p:tav>
                                        <p:tav tm="100000">
                                          <p:val>
                                            <p:strVal val="#ppt_w"/>
                                          </p:val>
                                        </p:tav>
                                      </p:tavLst>
                                    </p:anim>
                                    <p:anim calcmode="lin" valueType="num">
                                      <p:cBhvr>
                                        <p:cTn id="41" dur="500" fill="hold"/>
                                        <p:tgtEl>
                                          <p:spTgt spid="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27" grpId="0"/>
      <p:bldP spid="845829" grpId="0"/>
      <p:bldP spid="84583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46851" name="Object 3"/>
          <p:cNvGraphicFramePr>
            <a:graphicFrameLocks noChangeAspect="1"/>
          </p:cNvGraphicFramePr>
          <p:nvPr/>
        </p:nvGraphicFramePr>
        <p:xfrm>
          <a:off x="3575050" y="2927350"/>
          <a:ext cx="1431925" cy="590550"/>
        </p:xfrm>
        <a:graphic>
          <a:graphicData uri="http://schemas.openxmlformats.org/presentationml/2006/ole">
            <mc:AlternateContent xmlns:mc="http://schemas.openxmlformats.org/markup-compatibility/2006">
              <mc:Choice xmlns:v="urn:schemas-microsoft-com:vml" Requires="v">
                <p:oleObj spid="_x0000_s3323" name="" r:id="rId1" imgW="469900" imgH="76200" progId="Equation.3">
                  <p:embed/>
                </p:oleObj>
              </mc:Choice>
              <mc:Fallback>
                <p:oleObj name="" r:id="rId1" imgW="469900" imgH="76200" progId="Equation.3">
                  <p:embed/>
                  <p:pic>
                    <p:nvPicPr>
                      <p:cNvPr id="0" name="图片 3322"/>
                      <p:cNvPicPr/>
                      <p:nvPr/>
                    </p:nvPicPr>
                    <p:blipFill>
                      <a:blip r:embed="rId2">
                        <a:clrChange>
                          <a:clrFrom>
                            <a:srgbClr val="000000"/>
                          </a:clrFrom>
                          <a:clrTo>
                            <a:srgbClr val="000099"/>
                          </a:clrTo>
                        </a:clrChange>
                      </a:blip>
                      <a:stretch>
                        <a:fillRect/>
                      </a:stretch>
                    </p:blipFill>
                    <p:spPr>
                      <a:xfrm>
                        <a:off x="3575050" y="2927350"/>
                        <a:ext cx="1431925" cy="590550"/>
                      </a:xfrm>
                      <a:prstGeom prst="rect">
                        <a:avLst/>
                      </a:prstGeom>
                      <a:noFill/>
                      <a:ln w="38100">
                        <a:noFill/>
                        <a:miter/>
                      </a:ln>
                    </p:spPr>
                  </p:pic>
                </p:oleObj>
              </mc:Fallback>
            </mc:AlternateContent>
          </a:graphicData>
        </a:graphic>
      </p:graphicFrame>
      <p:graphicFrame>
        <p:nvGraphicFramePr>
          <p:cNvPr id="846852" name="Object 4"/>
          <p:cNvGraphicFramePr>
            <a:graphicFrameLocks noChangeAspect="1"/>
          </p:cNvGraphicFramePr>
          <p:nvPr/>
        </p:nvGraphicFramePr>
        <p:xfrm>
          <a:off x="5464175" y="3009900"/>
          <a:ext cx="2211388" cy="603250"/>
        </p:xfrm>
        <a:graphic>
          <a:graphicData uri="http://schemas.openxmlformats.org/presentationml/2006/ole">
            <mc:AlternateContent xmlns:mc="http://schemas.openxmlformats.org/markup-compatibility/2006">
              <mc:Choice xmlns:v="urn:schemas-microsoft-com:vml" Requires="v">
                <p:oleObj spid="_x0000_s3320" name="" r:id="rId3" imgW="863600" imgH="101600" progId="Equation.3">
                  <p:embed/>
                </p:oleObj>
              </mc:Choice>
              <mc:Fallback>
                <p:oleObj name="" r:id="rId3" imgW="863600" imgH="101600" progId="Equation.3">
                  <p:embed/>
                  <p:pic>
                    <p:nvPicPr>
                      <p:cNvPr id="0" name="图片 3319"/>
                      <p:cNvPicPr/>
                      <p:nvPr/>
                    </p:nvPicPr>
                    <p:blipFill>
                      <a:blip r:embed="rId4">
                        <a:clrChange>
                          <a:clrFrom>
                            <a:srgbClr val="000000"/>
                          </a:clrFrom>
                          <a:clrTo>
                            <a:srgbClr val="000099"/>
                          </a:clrTo>
                        </a:clrChange>
                      </a:blip>
                      <a:stretch>
                        <a:fillRect/>
                      </a:stretch>
                    </p:blipFill>
                    <p:spPr>
                      <a:xfrm>
                        <a:off x="5464175" y="3009900"/>
                        <a:ext cx="2211388" cy="603250"/>
                      </a:xfrm>
                      <a:prstGeom prst="rect">
                        <a:avLst/>
                      </a:prstGeom>
                      <a:noFill/>
                      <a:ln w="38100">
                        <a:noFill/>
                        <a:miter/>
                      </a:ln>
                    </p:spPr>
                  </p:pic>
                </p:oleObj>
              </mc:Fallback>
            </mc:AlternateContent>
          </a:graphicData>
        </a:graphic>
      </p:graphicFrame>
      <p:graphicFrame>
        <p:nvGraphicFramePr>
          <p:cNvPr id="846853" name="Object 5"/>
          <p:cNvGraphicFramePr>
            <a:graphicFrameLocks noChangeAspect="1"/>
          </p:cNvGraphicFramePr>
          <p:nvPr/>
        </p:nvGraphicFramePr>
        <p:xfrm>
          <a:off x="3482975" y="1631950"/>
          <a:ext cx="4191000" cy="1323975"/>
        </p:xfrm>
        <a:graphic>
          <a:graphicData uri="http://schemas.openxmlformats.org/presentationml/2006/ole">
            <mc:AlternateContent xmlns:mc="http://schemas.openxmlformats.org/markup-compatibility/2006">
              <mc:Choice xmlns:v="urn:schemas-microsoft-com:vml" Requires="v">
                <p:oleObj spid="_x0000_s3322" name="" r:id="rId5" imgW="1586865" imgH="482600" progId="Equation.3">
                  <p:embed/>
                </p:oleObj>
              </mc:Choice>
              <mc:Fallback>
                <p:oleObj name="" r:id="rId5" imgW="1586865" imgH="482600" progId="Equation.3">
                  <p:embed/>
                  <p:pic>
                    <p:nvPicPr>
                      <p:cNvPr id="0" name="图片 3321"/>
                      <p:cNvPicPr/>
                      <p:nvPr/>
                    </p:nvPicPr>
                    <p:blipFill>
                      <a:blip r:embed="rId6"/>
                      <a:stretch>
                        <a:fillRect/>
                      </a:stretch>
                    </p:blipFill>
                    <p:spPr>
                      <a:xfrm>
                        <a:off x="3482975" y="1631950"/>
                        <a:ext cx="4191000" cy="1323975"/>
                      </a:xfrm>
                      <a:prstGeom prst="rect">
                        <a:avLst/>
                      </a:prstGeom>
                      <a:noFill/>
                      <a:ln w="38100">
                        <a:noFill/>
                        <a:miter/>
                      </a:ln>
                    </p:spPr>
                  </p:pic>
                </p:oleObj>
              </mc:Fallback>
            </mc:AlternateContent>
          </a:graphicData>
        </a:graphic>
      </p:graphicFrame>
      <p:grpSp>
        <p:nvGrpSpPr>
          <p:cNvPr id="2" name="Group 6"/>
          <p:cNvGrpSpPr/>
          <p:nvPr/>
        </p:nvGrpSpPr>
        <p:grpSpPr>
          <a:xfrm>
            <a:off x="1157288" y="4714875"/>
            <a:ext cx="1447800" cy="1738313"/>
            <a:chOff x="672" y="2688"/>
            <a:chExt cx="912" cy="1095"/>
          </a:xfrm>
        </p:grpSpPr>
        <p:sp>
          <p:nvSpPr>
            <p:cNvPr id="67620" name="Line 7"/>
            <p:cNvSpPr/>
            <p:nvPr/>
          </p:nvSpPr>
          <p:spPr>
            <a:xfrm flipH="1">
              <a:off x="1536" y="3444"/>
              <a:ext cx="0" cy="313"/>
            </a:xfrm>
            <a:prstGeom prst="line">
              <a:avLst/>
            </a:prstGeom>
            <a:ln w="38100" cap="flat" cmpd="sng">
              <a:solidFill>
                <a:schemeClr val="tx1"/>
              </a:solidFill>
              <a:prstDash val="solid"/>
              <a:headEnd type="none" w="med" len="med"/>
              <a:tailEnd type="none" w="med" len="med"/>
            </a:ln>
          </p:spPr>
        </p:sp>
        <p:sp>
          <p:nvSpPr>
            <p:cNvPr id="67621" name="Rectangle 8"/>
            <p:cNvSpPr/>
            <p:nvPr/>
          </p:nvSpPr>
          <p:spPr>
            <a:xfrm>
              <a:off x="1486" y="3233"/>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22" name="Oval 9"/>
            <p:cNvSpPr/>
            <p:nvPr/>
          </p:nvSpPr>
          <p:spPr>
            <a:xfrm>
              <a:off x="768" y="3724"/>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23" name="Oval 10"/>
            <p:cNvSpPr/>
            <p:nvPr/>
          </p:nvSpPr>
          <p:spPr>
            <a:xfrm>
              <a:off x="752" y="2939"/>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24" name="Text Box 11"/>
            <p:cNvSpPr txBox="1"/>
            <p:nvPr/>
          </p:nvSpPr>
          <p:spPr>
            <a:xfrm>
              <a:off x="672" y="292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7625" name="Object 12"/>
            <p:cNvGraphicFramePr>
              <a:graphicFrameLocks noChangeAspect="1"/>
            </p:cNvGraphicFramePr>
            <p:nvPr/>
          </p:nvGraphicFramePr>
          <p:xfrm>
            <a:off x="720" y="3264"/>
            <a:ext cx="195" cy="240"/>
          </p:xfrm>
          <a:graphic>
            <a:graphicData uri="http://schemas.openxmlformats.org/presentationml/2006/ole">
              <mc:AlternateContent xmlns:mc="http://schemas.openxmlformats.org/markup-compatibility/2006">
                <mc:Choice xmlns:v="urn:schemas-microsoft-com:vml" Requires="v">
                  <p:oleObj spid="_x0000_s3317" name="" r:id="rId7" imgW="25400" imgH="76200" progId="Equation.3">
                    <p:embed/>
                  </p:oleObj>
                </mc:Choice>
                <mc:Fallback>
                  <p:oleObj name="" r:id="rId7" imgW="25400" imgH="76200" progId="Equation.3">
                    <p:embed/>
                    <p:pic>
                      <p:nvPicPr>
                        <p:cNvPr id="0" name="图片 3316"/>
                        <p:cNvPicPr/>
                        <p:nvPr/>
                      </p:nvPicPr>
                      <p:blipFill>
                        <a:blip r:embed="rId8">
                          <a:clrChange>
                            <a:clrFrom>
                              <a:srgbClr val="000000"/>
                            </a:clrFrom>
                            <a:clrTo>
                              <a:srgbClr val="FF0000"/>
                            </a:clrTo>
                          </a:clrChange>
                        </a:blip>
                        <a:stretch>
                          <a:fillRect/>
                        </a:stretch>
                      </p:blipFill>
                      <p:spPr>
                        <a:xfrm>
                          <a:off x="720" y="3264"/>
                          <a:ext cx="195" cy="240"/>
                        </a:xfrm>
                        <a:prstGeom prst="rect">
                          <a:avLst/>
                        </a:prstGeom>
                        <a:noFill/>
                        <a:ln w="38100">
                          <a:noFill/>
                          <a:miter/>
                        </a:ln>
                      </p:spPr>
                    </p:pic>
                  </p:oleObj>
                </mc:Fallback>
              </mc:AlternateContent>
            </a:graphicData>
          </a:graphic>
        </p:graphicFrame>
        <p:sp>
          <p:nvSpPr>
            <p:cNvPr id="67626" name="Line 13"/>
            <p:cNvSpPr/>
            <p:nvPr/>
          </p:nvSpPr>
          <p:spPr>
            <a:xfrm>
              <a:off x="816" y="3744"/>
              <a:ext cx="720" cy="0"/>
            </a:xfrm>
            <a:prstGeom prst="line">
              <a:avLst/>
            </a:prstGeom>
            <a:ln w="38100" cap="flat" cmpd="sng">
              <a:solidFill>
                <a:srgbClr val="000000"/>
              </a:solidFill>
              <a:prstDash val="solid"/>
              <a:headEnd type="none" w="med" len="med"/>
              <a:tailEnd type="none" w="med" len="med"/>
            </a:ln>
          </p:spPr>
        </p:sp>
        <p:sp>
          <p:nvSpPr>
            <p:cNvPr id="67627" name="Line 14"/>
            <p:cNvSpPr/>
            <p:nvPr/>
          </p:nvSpPr>
          <p:spPr>
            <a:xfrm>
              <a:off x="816" y="2964"/>
              <a:ext cx="720" cy="0"/>
            </a:xfrm>
            <a:prstGeom prst="line">
              <a:avLst/>
            </a:prstGeom>
            <a:ln w="38100" cap="flat" cmpd="sng">
              <a:solidFill>
                <a:srgbClr val="000000"/>
              </a:solidFill>
              <a:prstDash val="solid"/>
              <a:headEnd type="none" w="med" len="med"/>
              <a:tailEnd type="none" w="med" len="med"/>
            </a:ln>
          </p:spPr>
        </p:sp>
        <p:sp>
          <p:nvSpPr>
            <p:cNvPr id="67628" name="Line 15"/>
            <p:cNvSpPr/>
            <p:nvPr/>
          </p:nvSpPr>
          <p:spPr>
            <a:xfrm>
              <a:off x="1536" y="2964"/>
              <a:ext cx="0" cy="265"/>
            </a:xfrm>
            <a:prstGeom prst="line">
              <a:avLst/>
            </a:prstGeom>
            <a:ln w="38100" cap="flat" cmpd="sng">
              <a:solidFill>
                <a:srgbClr val="000000"/>
              </a:solidFill>
              <a:prstDash val="solid"/>
              <a:headEnd type="none" w="med" len="med"/>
              <a:tailEnd type="none" w="med" len="med"/>
            </a:ln>
          </p:spPr>
        </p:sp>
        <p:graphicFrame>
          <p:nvGraphicFramePr>
            <p:cNvPr id="67629" name="Object 16"/>
            <p:cNvGraphicFramePr>
              <a:graphicFrameLocks noChangeAspect="1"/>
            </p:cNvGraphicFramePr>
            <p:nvPr/>
          </p:nvGraphicFramePr>
          <p:xfrm>
            <a:off x="1270" y="3234"/>
            <a:ext cx="196" cy="195"/>
          </p:xfrm>
          <a:graphic>
            <a:graphicData uri="http://schemas.openxmlformats.org/presentationml/2006/ole">
              <mc:AlternateContent xmlns:mc="http://schemas.openxmlformats.org/markup-compatibility/2006">
                <mc:Choice xmlns:v="urn:schemas-microsoft-com:vml" Requires="v">
                  <p:oleObj spid="_x0000_s3318" name="" r:id="rId9" imgW="25400" imgH="25400" progId="Equation.3">
                    <p:embed/>
                  </p:oleObj>
                </mc:Choice>
                <mc:Fallback>
                  <p:oleObj name="" r:id="rId9" imgW="25400" imgH="25400" progId="Equation.3">
                    <p:embed/>
                    <p:pic>
                      <p:nvPicPr>
                        <p:cNvPr id="0" name="图片 3317"/>
                        <p:cNvPicPr/>
                        <p:nvPr/>
                      </p:nvPicPr>
                      <p:blipFill>
                        <a:blip r:embed="rId10">
                          <a:clrChange>
                            <a:clrFrom>
                              <a:srgbClr val="000000"/>
                            </a:clrFrom>
                            <a:clrTo>
                              <a:srgbClr val="0033CC"/>
                            </a:clrTo>
                          </a:clrChange>
                        </a:blip>
                        <a:stretch>
                          <a:fillRect/>
                        </a:stretch>
                      </p:blipFill>
                      <p:spPr>
                        <a:xfrm>
                          <a:off x="1270" y="3234"/>
                          <a:ext cx="196" cy="195"/>
                        </a:xfrm>
                        <a:prstGeom prst="rect">
                          <a:avLst/>
                        </a:prstGeom>
                        <a:noFill/>
                        <a:ln w="38100">
                          <a:noFill/>
                          <a:miter/>
                        </a:ln>
                      </p:spPr>
                    </p:pic>
                  </p:oleObj>
                </mc:Fallback>
              </mc:AlternateContent>
            </a:graphicData>
          </a:graphic>
        </p:graphicFrame>
        <p:sp>
          <p:nvSpPr>
            <p:cNvPr id="67630" name="Text Box 17"/>
            <p:cNvSpPr txBox="1"/>
            <p:nvPr/>
          </p:nvSpPr>
          <p:spPr>
            <a:xfrm>
              <a:off x="672" y="3456"/>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grpSp>
          <p:nvGrpSpPr>
            <p:cNvPr id="67631" name="Group 18"/>
            <p:cNvGrpSpPr/>
            <p:nvPr/>
          </p:nvGrpSpPr>
          <p:grpSpPr>
            <a:xfrm>
              <a:off x="960" y="2688"/>
              <a:ext cx="437" cy="227"/>
              <a:chOff x="960" y="2640"/>
              <a:chExt cx="437" cy="227"/>
            </a:xfrm>
          </p:grpSpPr>
          <p:sp>
            <p:nvSpPr>
              <p:cNvPr id="67632" name="Line 19"/>
              <p:cNvSpPr/>
              <p:nvPr/>
            </p:nvSpPr>
            <p:spPr>
              <a:xfrm>
                <a:off x="960" y="2832"/>
                <a:ext cx="288" cy="0"/>
              </a:xfrm>
              <a:prstGeom prst="line">
                <a:avLst/>
              </a:prstGeom>
              <a:ln w="38100" cap="flat" cmpd="sng">
                <a:solidFill>
                  <a:srgbClr val="FF0000"/>
                </a:solidFill>
                <a:prstDash val="solid"/>
                <a:headEnd type="none" w="med" len="med"/>
                <a:tailEnd type="triangle" w="med" len="med"/>
              </a:ln>
            </p:spPr>
          </p:sp>
          <p:graphicFrame>
            <p:nvGraphicFramePr>
              <p:cNvPr id="67633" name="Object 20"/>
              <p:cNvGraphicFramePr>
                <a:graphicFrameLocks noChangeAspect="1"/>
              </p:cNvGraphicFramePr>
              <p:nvPr/>
            </p:nvGraphicFramePr>
            <p:xfrm>
              <a:off x="1248" y="2640"/>
              <a:ext cx="149" cy="227"/>
            </p:xfrm>
            <a:graphic>
              <a:graphicData uri="http://schemas.openxmlformats.org/presentationml/2006/ole">
                <mc:AlternateContent xmlns:mc="http://schemas.openxmlformats.org/markup-compatibility/2006">
                  <mc:Choice xmlns:v="urn:schemas-microsoft-com:vml" Requires="v">
                    <p:oleObj spid="_x0000_s3321" name="" r:id="rId11" imgW="12700" imgH="12700" progId="Equation.3">
                      <p:embed/>
                    </p:oleObj>
                  </mc:Choice>
                  <mc:Fallback>
                    <p:oleObj name="" r:id="rId11" imgW="12700" imgH="12700" progId="Equation.3">
                      <p:embed/>
                      <p:pic>
                        <p:nvPicPr>
                          <p:cNvPr id="0" name="图片 3320"/>
                          <p:cNvPicPr/>
                          <p:nvPr/>
                        </p:nvPicPr>
                        <p:blipFill>
                          <a:blip r:embed="rId12">
                            <a:clrChange>
                              <a:clrFrom>
                                <a:srgbClr val="000000"/>
                              </a:clrFrom>
                              <a:clrTo>
                                <a:srgbClr val="FF0000"/>
                              </a:clrTo>
                            </a:clrChange>
                          </a:blip>
                          <a:stretch>
                            <a:fillRect/>
                          </a:stretch>
                        </p:blipFill>
                        <p:spPr>
                          <a:xfrm>
                            <a:off x="1248" y="2640"/>
                            <a:ext cx="149" cy="227"/>
                          </a:xfrm>
                          <a:prstGeom prst="rect">
                            <a:avLst/>
                          </a:prstGeom>
                          <a:noFill/>
                          <a:ln w="38100">
                            <a:noFill/>
                            <a:miter/>
                          </a:ln>
                        </p:spPr>
                      </p:pic>
                    </p:oleObj>
                  </mc:Fallback>
                </mc:AlternateContent>
              </a:graphicData>
            </a:graphic>
          </p:graphicFrame>
        </p:grpSp>
      </p:grpSp>
      <p:grpSp>
        <p:nvGrpSpPr>
          <p:cNvPr id="4" name="Group 21"/>
          <p:cNvGrpSpPr/>
          <p:nvPr/>
        </p:nvGrpSpPr>
        <p:grpSpPr>
          <a:xfrm>
            <a:off x="1157288" y="1666875"/>
            <a:ext cx="1830387" cy="2576513"/>
            <a:chOff x="672" y="768"/>
            <a:chExt cx="1153" cy="1623"/>
          </a:xfrm>
        </p:grpSpPr>
        <p:sp>
          <p:nvSpPr>
            <p:cNvPr id="67597" name="Line 22"/>
            <p:cNvSpPr/>
            <p:nvPr/>
          </p:nvSpPr>
          <p:spPr>
            <a:xfrm flipH="1">
              <a:off x="1536" y="1524"/>
              <a:ext cx="0" cy="313"/>
            </a:xfrm>
            <a:prstGeom prst="line">
              <a:avLst/>
            </a:prstGeom>
            <a:ln w="38100" cap="flat" cmpd="sng">
              <a:solidFill>
                <a:schemeClr val="tx1"/>
              </a:solidFill>
              <a:prstDash val="solid"/>
              <a:headEnd type="none" w="med" len="med"/>
              <a:tailEnd type="none" w="med" len="med"/>
            </a:ln>
          </p:spPr>
        </p:sp>
        <p:sp>
          <p:nvSpPr>
            <p:cNvPr id="67598" name="Rectangle 23"/>
            <p:cNvSpPr/>
            <p:nvPr/>
          </p:nvSpPr>
          <p:spPr>
            <a:xfrm>
              <a:off x="1486" y="1313"/>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599" name="Oval 24"/>
            <p:cNvSpPr/>
            <p:nvPr/>
          </p:nvSpPr>
          <p:spPr>
            <a:xfrm>
              <a:off x="768" y="2320"/>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00" name="Oval 25"/>
            <p:cNvSpPr/>
            <p:nvPr/>
          </p:nvSpPr>
          <p:spPr>
            <a:xfrm>
              <a:off x="752" y="1019"/>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01" name="Text Box 26"/>
            <p:cNvSpPr txBox="1"/>
            <p:nvPr/>
          </p:nvSpPr>
          <p:spPr>
            <a:xfrm>
              <a:off x="672" y="1008"/>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7602" name="Object 27"/>
            <p:cNvGraphicFramePr>
              <a:graphicFrameLocks noChangeAspect="1"/>
            </p:cNvGraphicFramePr>
            <p:nvPr/>
          </p:nvGraphicFramePr>
          <p:xfrm>
            <a:off x="720" y="1524"/>
            <a:ext cx="195" cy="240"/>
          </p:xfrm>
          <a:graphic>
            <a:graphicData uri="http://schemas.openxmlformats.org/presentationml/2006/ole">
              <mc:AlternateContent xmlns:mc="http://schemas.openxmlformats.org/markup-compatibility/2006">
                <mc:Choice xmlns:v="urn:schemas-microsoft-com:vml" Requires="v">
                  <p:oleObj spid="_x0000_s3319" name="" r:id="rId13" imgW="25400" imgH="76200" progId="Equation.3">
                    <p:embed/>
                  </p:oleObj>
                </mc:Choice>
                <mc:Fallback>
                  <p:oleObj name="" r:id="rId13" imgW="25400" imgH="76200" progId="Equation.3">
                    <p:embed/>
                    <p:pic>
                      <p:nvPicPr>
                        <p:cNvPr id="0" name="图片 3318"/>
                        <p:cNvPicPr/>
                        <p:nvPr/>
                      </p:nvPicPr>
                      <p:blipFill>
                        <a:blip r:embed="rId14">
                          <a:clrChange>
                            <a:clrFrom>
                              <a:srgbClr val="000000"/>
                            </a:clrFrom>
                            <a:clrTo>
                              <a:srgbClr val="FF0000"/>
                            </a:clrTo>
                          </a:clrChange>
                        </a:blip>
                        <a:stretch>
                          <a:fillRect/>
                        </a:stretch>
                      </p:blipFill>
                      <p:spPr>
                        <a:xfrm>
                          <a:off x="720" y="1524"/>
                          <a:ext cx="195" cy="240"/>
                        </a:xfrm>
                        <a:prstGeom prst="rect">
                          <a:avLst/>
                        </a:prstGeom>
                        <a:noFill/>
                        <a:ln w="38100">
                          <a:noFill/>
                          <a:miter/>
                        </a:ln>
                      </p:spPr>
                    </p:pic>
                  </p:oleObj>
                </mc:Fallback>
              </mc:AlternateContent>
            </a:graphicData>
          </a:graphic>
        </p:graphicFrame>
        <p:sp>
          <p:nvSpPr>
            <p:cNvPr id="67603" name="Rectangle 28"/>
            <p:cNvSpPr/>
            <p:nvPr/>
          </p:nvSpPr>
          <p:spPr>
            <a:xfrm>
              <a:off x="1488" y="1837"/>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7604" name="Line 29"/>
            <p:cNvSpPr/>
            <p:nvPr/>
          </p:nvSpPr>
          <p:spPr>
            <a:xfrm>
              <a:off x="1536" y="2052"/>
              <a:ext cx="0" cy="288"/>
            </a:xfrm>
            <a:prstGeom prst="line">
              <a:avLst/>
            </a:prstGeom>
            <a:ln w="38100" cap="flat" cmpd="sng">
              <a:solidFill>
                <a:srgbClr val="000000"/>
              </a:solidFill>
              <a:prstDash val="solid"/>
              <a:headEnd type="none" w="med" len="med"/>
              <a:tailEnd type="none" w="med" len="med"/>
            </a:ln>
          </p:spPr>
        </p:sp>
        <p:sp>
          <p:nvSpPr>
            <p:cNvPr id="67605" name="Line 30"/>
            <p:cNvSpPr/>
            <p:nvPr/>
          </p:nvSpPr>
          <p:spPr>
            <a:xfrm>
              <a:off x="816" y="2340"/>
              <a:ext cx="720" cy="0"/>
            </a:xfrm>
            <a:prstGeom prst="line">
              <a:avLst/>
            </a:prstGeom>
            <a:ln w="38100" cap="flat" cmpd="sng">
              <a:solidFill>
                <a:srgbClr val="000000"/>
              </a:solidFill>
              <a:prstDash val="solid"/>
              <a:headEnd type="none" w="med" len="med"/>
              <a:tailEnd type="none" w="med" len="med"/>
            </a:ln>
          </p:spPr>
        </p:sp>
        <p:sp>
          <p:nvSpPr>
            <p:cNvPr id="67606" name="Line 31"/>
            <p:cNvSpPr/>
            <p:nvPr/>
          </p:nvSpPr>
          <p:spPr>
            <a:xfrm>
              <a:off x="816" y="1044"/>
              <a:ext cx="720" cy="0"/>
            </a:xfrm>
            <a:prstGeom prst="line">
              <a:avLst/>
            </a:prstGeom>
            <a:ln w="38100" cap="flat" cmpd="sng">
              <a:solidFill>
                <a:srgbClr val="000000"/>
              </a:solidFill>
              <a:prstDash val="solid"/>
              <a:headEnd type="none" w="med" len="med"/>
              <a:tailEnd type="none" w="med" len="med"/>
            </a:ln>
          </p:spPr>
        </p:sp>
        <p:sp>
          <p:nvSpPr>
            <p:cNvPr id="67607" name="Line 32"/>
            <p:cNvSpPr/>
            <p:nvPr/>
          </p:nvSpPr>
          <p:spPr>
            <a:xfrm>
              <a:off x="1536" y="1044"/>
              <a:ext cx="0" cy="265"/>
            </a:xfrm>
            <a:prstGeom prst="line">
              <a:avLst/>
            </a:prstGeom>
            <a:ln w="38100" cap="flat" cmpd="sng">
              <a:solidFill>
                <a:srgbClr val="000000"/>
              </a:solidFill>
              <a:prstDash val="solid"/>
              <a:headEnd type="none" w="med" len="med"/>
              <a:tailEnd type="none" w="med" len="med"/>
            </a:ln>
          </p:spPr>
        </p:sp>
        <p:graphicFrame>
          <p:nvGraphicFramePr>
            <p:cNvPr id="67608" name="Object 33"/>
            <p:cNvGraphicFramePr>
              <a:graphicFrameLocks noChangeAspect="1"/>
            </p:cNvGraphicFramePr>
            <p:nvPr/>
          </p:nvGraphicFramePr>
          <p:xfrm>
            <a:off x="1584" y="1284"/>
            <a:ext cx="241" cy="273"/>
          </p:xfrm>
          <a:graphic>
            <a:graphicData uri="http://schemas.openxmlformats.org/presentationml/2006/ole">
              <mc:AlternateContent xmlns:mc="http://schemas.openxmlformats.org/markup-compatibility/2006">
                <mc:Choice xmlns:v="urn:schemas-microsoft-com:vml" Requires="v">
                  <p:oleObj spid="_x0000_s3324" name="" r:id="rId15" imgW="76200" imgH="114300" progId="Equation.3">
                    <p:embed/>
                  </p:oleObj>
                </mc:Choice>
                <mc:Fallback>
                  <p:oleObj name="" r:id="rId15" imgW="76200" imgH="114300" progId="Equation.3">
                    <p:embed/>
                    <p:pic>
                      <p:nvPicPr>
                        <p:cNvPr id="0" name="图片 3323"/>
                        <p:cNvPicPr/>
                        <p:nvPr/>
                      </p:nvPicPr>
                      <p:blipFill>
                        <a:blip r:embed="rId16">
                          <a:clrChange>
                            <a:clrFrom>
                              <a:srgbClr val="000000"/>
                            </a:clrFrom>
                            <a:clrTo>
                              <a:srgbClr val="FF0000"/>
                            </a:clrTo>
                          </a:clrChange>
                        </a:blip>
                        <a:stretch>
                          <a:fillRect/>
                        </a:stretch>
                      </p:blipFill>
                      <p:spPr>
                        <a:xfrm>
                          <a:off x="1584" y="1284"/>
                          <a:ext cx="241" cy="273"/>
                        </a:xfrm>
                        <a:prstGeom prst="rect">
                          <a:avLst/>
                        </a:prstGeom>
                        <a:noFill/>
                        <a:ln w="38100">
                          <a:noFill/>
                          <a:miter/>
                        </a:ln>
                      </p:spPr>
                    </p:pic>
                  </p:oleObj>
                </mc:Fallback>
              </mc:AlternateContent>
            </a:graphicData>
          </a:graphic>
        </p:graphicFrame>
        <p:graphicFrame>
          <p:nvGraphicFramePr>
            <p:cNvPr id="67609" name="Object 34"/>
            <p:cNvGraphicFramePr>
              <a:graphicFrameLocks noChangeAspect="1"/>
            </p:cNvGraphicFramePr>
            <p:nvPr/>
          </p:nvGraphicFramePr>
          <p:xfrm>
            <a:off x="1584" y="1812"/>
            <a:ext cx="241" cy="273"/>
          </p:xfrm>
          <a:graphic>
            <a:graphicData uri="http://schemas.openxmlformats.org/presentationml/2006/ole">
              <mc:AlternateContent xmlns:mc="http://schemas.openxmlformats.org/markup-compatibility/2006">
                <mc:Choice xmlns:v="urn:schemas-microsoft-com:vml" Requires="v">
                  <p:oleObj spid="_x0000_s3327" name="" r:id="rId17" imgW="76200" imgH="114300" progId="Equation.3">
                    <p:embed/>
                  </p:oleObj>
                </mc:Choice>
                <mc:Fallback>
                  <p:oleObj name="" r:id="rId17" imgW="76200" imgH="114300" progId="Equation.3">
                    <p:embed/>
                    <p:pic>
                      <p:nvPicPr>
                        <p:cNvPr id="0" name="图片 3326"/>
                        <p:cNvPicPr/>
                        <p:nvPr/>
                      </p:nvPicPr>
                      <p:blipFill>
                        <a:blip r:embed="rId18">
                          <a:clrChange>
                            <a:clrFrom>
                              <a:srgbClr val="000000"/>
                            </a:clrFrom>
                            <a:clrTo>
                              <a:srgbClr val="FF0000"/>
                            </a:clrTo>
                          </a:clrChange>
                        </a:blip>
                        <a:stretch>
                          <a:fillRect/>
                        </a:stretch>
                      </p:blipFill>
                      <p:spPr>
                        <a:xfrm>
                          <a:off x="1584" y="1812"/>
                          <a:ext cx="241" cy="273"/>
                        </a:xfrm>
                        <a:prstGeom prst="rect">
                          <a:avLst/>
                        </a:prstGeom>
                        <a:noFill/>
                        <a:ln w="38100">
                          <a:noFill/>
                          <a:miter/>
                        </a:ln>
                      </p:spPr>
                    </p:pic>
                  </p:oleObj>
                </mc:Fallback>
              </mc:AlternateContent>
            </a:graphicData>
          </a:graphic>
        </p:graphicFrame>
        <p:graphicFrame>
          <p:nvGraphicFramePr>
            <p:cNvPr id="67610" name="Object 35"/>
            <p:cNvGraphicFramePr>
              <a:graphicFrameLocks noChangeAspect="1"/>
            </p:cNvGraphicFramePr>
            <p:nvPr/>
          </p:nvGraphicFramePr>
          <p:xfrm>
            <a:off x="1248" y="1284"/>
            <a:ext cx="241" cy="256"/>
          </p:xfrm>
          <a:graphic>
            <a:graphicData uri="http://schemas.openxmlformats.org/presentationml/2006/ole">
              <mc:AlternateContent xmlns:mc="http://schemas.openxmlformats.org/markup-compatibility/2006">
                <mc:Choice xmlns:v="urn:schemas-microsoft-com:vml" Requires="v">
                  <p:oleObj spid="_x0000_s3325" name="" r:id="rId19" imgW="76200" imgH="101600" progId="Equation.3">
                    <p:embed/>
                  </p:oleObj>
                </mc:Choice>
                <mc:Fallback>
                  <p:oleObj name="" r:id="rId19" imgW="76200" imgH="101600" progId="Equation.3">
                    <p:embed/>
                    <p:pic>
                      <p:nvPicPr>
                        <p:cNvPr id="0" name="图片 3324"/>
                        <p:cNvPicPr/>
                        <p:nvPr/>
                      </p:nvPicPr>
                      <p:blipFill>
                        <a:blip r:embed="rId20">
                          <a:clrChange>
                            <a:clrFrom>
                              <a:srgbClr val="000000"/>
                            </a:clrFrom>
                            <a:clrTo>
                              <a:srgbClr val="0033CC"/>
                            </a:clrTo>
                          </a:clrChange>
                        </a:blip>
                        <a:stretch>
                          <a:fillRect/>
                        </a:stretch>
                      </p:blipFill>
                      <p:spPr>
                        <a:xfrm>
                          <a:off x="1248" y="1284"/>
                          <a:ext cx="241" cy="256"/>
                        </a:xfrm>
                        <a:prstGeom prst="rect">
                          <a:avLst/>
                        </a:prstGeom>
                        <a:noFill/>
                        <a:ln w="38100">
                          <a:noFill/>
                          <a:miter/>
                        </a:ln>
                      </p:spPr>
                    </p:pic>
                  </p:oleObj>
                </mc:Fallback>
              </mc:AlternateContent>
            </a:graphicData>
          </a:graphic>
        </p:graphicFrame>
        <p:graphicFrame>
          <p:nvGraphicFramePr>
            <p:cNvPr id="67611" name="Object 36"/>
            <p:cNvGraphicFramePr>
              <a:graphicFrameLocks noChangeAspect="1"/>
            </p:cNvGraphicFramePr>
            <p:nvPr/>
          </p:nvGraphicFramePr>
          <p:xfrm>
            <a:off x="1248" y="1812"/>
            <a:ext cx="241" cy="256"/>
          </p:xfrm>
          <a:graphic>
            <a:graphicData uri="http://schemas.openxmlformats.org/presentationml/2006/ole">
              <mc:AlternateContent xmlns:mc="http://schemas.openxmlformats.org/markup-compatibility/2006">
                <mc:Choice xmlns:v="urn:schemas-microsoft-com:vml" Requires="v">
                  <p:oleObj spid="_x0000_s3329" name="" r:id="rId21" imgW="76200" imgH="101600" progId="Equation.3">
                    <p:embed/>
                  </p:oleObj>
                </mc:Choice>
                <mc:Fallback>
                  <p:oleObj name="" r:id="rId21" imgW="76200" imgH="101600" progId="Equation.3">
                    <p:embed/>
                    <p:pic>
                      <p:nvPicPr>
                        <p:cNvPr id="0" name="图片 3328"/>
                        <p:cNvPicPr/>
                        <p:nvPr/>
                      </p:nvPicPr>
                      <p:blipFill>
                        <a:blip r:embed="rId22">
                          <a:clrChange>
                            <a:clrFrom>
                              <a:srgbClr val="000000"/>
                            </a:clrFrom>
                            <a:clrTo>
                              <a:srgbClr val="0033CC"/>
                            </a:clrTo>
                          </a:clrChange>
                        </a:blip>
                        <a:stretch>
                          <a:fillRect/>
                        </a:stretch>
                      </p:blipFill>
                      <p:spPr>
                        <a:xfrm>
                          <a:off x="1248" y="1812"/>
                          <a:ext cx="241" cy="256"/>
                        </a:xfrm>
                        <a:prstGeom prst="rect">
                          <a:avLst/>
                        </a:prstGeom>
                        <a:noFill/>
                        <a:ln w="38100">
                          <a:noFill/>
                          <a:miter/>
                        </a:ln>
                      </p:spPr>
                    </p:pic>
                  </p:oleObj>
                </mc:Fallback>
              </mc:AlternateContent>
            </a:graphicData>
          </a:graphic>
        </p:graphicFrame>
        <p:sp>
          <p:nvSpPr>
            <p:cNvPr id="67612" name="Text Box 37"/>
            <p:cNvSpPr txBox="1"/>
            <p:nvPr/>
          </p:nvSpPr>
          <p:spPr>
            <a:xfrm>
              <a:off x="1536" y="1056"/>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
          <p:nvSpPr>
            <p:cNvPr id="67613" name="Text Box 38"/>
            <p:cNvSpPr txBox="1"/>
            <p:nvPr/>
          </p:nvSpPr>
          <p:spPr>
            <a:xfrm>
              <a:off x="1536" y="1380"/>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7614" name="Text Box 39"/>
            <p:cNvSpPr txBox="1"/>
            <p:nvPr/>
          </p:nvSpPr>
          <p:spPr>
            <a:xfrm>
              <a:off x="672" y="2064"/>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7615" name="Text Box 40"/>
            <p:cNvSpPr txBox="1"/>
            <p:nvPr/>
          </p:nvSpPr>
          <p:spPr>
            <a:xfrm>
              <a:off x="1536" y="1584"/>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
          <p:nvSpPr>
            <p:cNvPr id="67616" name="Text Box 41"/>
            <p:cNvSpPr txBox="1"/>
            <p:nvPr/>
          </p:nvSpPr>
          <p:spPr>
            <a:xfrm>
              <a:off x="1536" y="1956"/>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grpSp>
          <p:nvGrpSpPr>
            <p:cNvPr id="67617" name="Group 42"/>
            <p:cNvGrpSpPr/>
            <p:nvPr/>
          </p:nvGrpSpPr>
          <p:grpSpPr>
            <a:xfrm>
              <a:off x="1008" y="768"/>
              <a:ext cx="437" cy="227"/>
              <a:chOff x="960" y="2640"/>
              <a:chExt cx="437" cy="227"/>
            </a:xfrm>
          </p:grpSpPr>
          <p:sp>
            <p:nvSpPr>
              <p:cNvPr id="67618" name="Line 43"/>
              <p:cNvSpPr/>
              <p:nvPr/>
            </p:nvSpPr>
            <p:spPr>
              <a:xfrm>
                <a:off x="960" y="2832"/>
                <a:ext cx="288" cy="0"/>
              </a:xfrm>
              <a:prstGeom prst="line">
                <a:avLst/>
              </a:prstGeom>
              <a:ln w="38100" cap="flat" cmpd="sng">
                <a:solidFill>
                  <a:srgbClr val="FF0000"/>
                </a:solidFill>
                <a:prstDash val="solid"/>
                <a:headEnd type="none" w="med" len="med"/>
                <a:tailEnd type="triangle" w="med" len="med"/>
              </a:ln>
            </p:spPr>
          </p:sp>
          <p:graphicFrame>
            <p:nvGraphicFramePr>
              <p:cNvPr id="67619" name="Object 44"/>
              <p:cNvGraphicFramePr>
                <a:graphicFrameLocks noChangeAspect="1"/>
              </p:cNvGraphicFramePr>
              <p:nvPr/>
            </p:nvGraphicFramePr>
            <p:xfrm>
              <a:off x="1248" y="2640"/>
              <a:ext cx="149" cy="227"/>
            </p:xfrm>
            <a:graphic>
              <a:graphicData uri="http://schemas.openxmlformats.org/presentationml/2006/ole">
                <mc:AlternateContent xmlns:mc="http://schemas.openxmlformats.org/markup-compatibility/2006">
                  <mc:Choice xmlns:v="urn:schemas-microsoft-com:vml" Requires="v">
                    <p:oleObj spid="_x0000_s3326" name="" r:id="rId23" imgW="12700" imgH="12700" progId="Equation.3">
                      <p:embed/>
                    </p:oleObj>
                  </mc:Choice>
                  <mc:Fallback>
                    <p:oleObj name="" r:id="rId23" imgW="12700" imgH="12700" progId="Equation.3">
                      <p:embed/>
                      <p:pic>
                        <p:nvPicPr>
                          <p:cNvPr id="0" name="图片 3325"/>
                          <p:cNvPicPr/>
                          <p:nvPr/>
                        </p:nvPicPr>
                        <p:blipFill>
                          <a:blip r:embed="rId24">
                            <a:clrChange>
                              <a:clrFrom>
                                <a:srgbClr val="000000"/>
                              </a:clrFrom>
                              <a:clrTo>
                                <a:srgbClr val="FF0000"/>
                              </a:clrTo>
                            </a:clrChange>
                          </a:blip>
                          <a:stretch>
                            <a:fillRect/>
                          </a:stretch>
                        </p:blipFill>
                        <p:spPr>
                          <a:xfrm>
                            <a:off x="1248" y="2640"/>
                            <a:ext cx="149" cy="227"/>
                          </a:xfrm>
                          <a:prstGeom prst="rect">
                            <a:avLst/>
                          </a:prstGeom>
                          <a:noFill/>
                          <a:ln w="38100">
                            <a:noFill/>
                            <a:miter/>
                          </a:ln>
                        </p:spPr>
                      </p:pic>
                    </p:oleObj>
                  </mc:Fallback>
                </mc:AlternateContent>
              </a:graphicData>
            </a:graphic>
          </p:graphicFrame>
        </p:grpSp>
      </p:grpSp>
      <p:sp>
        <p:nvSpPr>
          <p:cNvPr id="846893" name="AutoShape 45"/>
          <p:cNvSpPr/>
          <p:nvPr/>
        </p:nvSpPr>
        <p:spPr>
          <a:xfrm>
            <a:off x="1766888" y="4257675"/>
            <a:ext cx="381000" cy="457200"/>
          </a:xfrm>
          <a:prstGeom prst="downArrow">
            <a:avLst>
              <a:gd name="adj1" fmla="val 50000"/>
              <a:gd name="adj2" fmla="val 30000"/>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46894" name="Rectangle 46"/>
          <p:cNvSpPr/>
          <p:nvPr/>
        </p:nvSpPr>
        <p:spPr>
          <a:xfrm>
            <a:off x="511175" y="641350"/>
            <a:ext cx="4267200" cy="609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latin typeface="Times New Roman" panose="02020603050405020304" pitchFamily="18" charset="0"/>
                <a:ea typeface="华文中宋" panose="02010600040101010101" pitchFamily="2" charset="-122"/>
              </a:rPr>
              <a:t>3.4.2  </a:t>
            </a:r>
            <a:r>
              <a:rPr lang="zh-CN" altLang="en-US" sz="2800" b="1" dirty="0">
                <a:latin typeface="Times New Roman" panose="02020603050405020304" pitchFamily="18" charset="0"/>
                <a:ea typeface="华文中宋" panose="02010600040101010101" pitchFamily="2" charset="-122"/>
              </a:rPr>
              <a:t>阻抗的串联和并联</a:t>
            </a:r>
            <a:endParaRPr lang="zh-CN" altLang="en-US" sz="2800" b="1" dirty="0">
              <a:latin typeface="Times New Roman" panose="02020603050405020304" pitchFamily="18" charset="0"/>
              <a:ea typeface="华文中宋" panose="02010600040101010101" pitchFamily="2" charset="-122"/>
            </a:endParaRPr>
          </a:p>
        </p:txBody>
      </p:sp>
      <p:sp>
        <p:nvSpPr>
          <p:cNvPr id="846895" name="Text Box 47"/>
          <p:cNvSpPr txBox="1"/>
          <p:nvPr/>
        </p:nvSpPr>
        <p:spPr>
          <a:xfrm>
            <a:off x="663575" y="1327150"/>
            <a:ext cx="2362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一、阻抗的串联</a:t>
            </a:r>
            <a:endParaRPr lang="zh-CN" altLang="en-US" sz="2400" b="1" dirty="0">
              <a:latin typeface="Times New Roman" panose="02020603050405020304" pitchFamily="18" charset="0"/>
              <a:ea typeface="华文中宋" panose="02010600040101010101" pitchFamily="2" charset="-122"/>
            </a:endParaRPr>
          </a:p>
        </p:txBody>
      </p:sp>
      <p:sp>
        <p:nvSpPr>
          <p:cNvPr id="846896" name="Text Box 48"/>
          <p:cNvSpPr txBox="1"/>
          <p:nvPr/>
        </p:nvSpPr>
        <p:spPr>
          <a:xfrm>
            <a:off x="3254375" y="3689350"/>
            <a:ext cx="5562600" cy="180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可以看出，这里的分析方法和结论与直流电阻电路串联很类似。与直流电阻电路类似，</a:t>
            </a:r>
            <a:r>
              <a:rPr lang="en-US" altLang="zh-CN" sz="2800" b="1" i="1" dirty="0">
                <a:latin typeface="Times New Roman" panose="02020603050405020304" pitchFamily="18" charset="0"/>
                <a:ea typeface="华文中宋" panose="02010600040101010101" pitchFamily="2" charset="-122"/>
              </a:rPr>
              <a:t>Z </a:t>
            </a:r>
            <a:r>
              <a:rPr lang="zh-CN" altLang="en-US" sz="2800" b="1" dirty="0">
                <a:latin typeface="Times New Roman" panose="02020603050405020304" pitchFamily="18" charset="0"/>
                <a:ea typeface="华文中宋" panose="02010600040101010101" pitchFamily="2" charset="-122"/>
              </a:rPr>
              <a:t>称为等效阻抗。</a:t>
            </a:r>
            <a:endParaRPr lang="zh-CN" altLang="en-US" sz="2800" b="1" dirty="0">
              <a:latin typeface="Times New Roman" panose="02020603050405020304" pitchFamily="18" charset="0"/>
              <a:ea typeface="华文中宋" panose="02010600040101010101" pitchFamily="2" charset="-122"/>
            </a:endParaRPr>
          </a:p>
        </p:txBody>
      </p:sp>
      <p:sp>
        <p:nvSpPr>
          <p:cNvPr id="846897" name="Text Box 49"/>
          <p:cNvSpPr txBox="1"/>
          <p:nvPr/>
        </p:nvSpPr>
        <p:spPr>
          <a:xfrm>
            <a:off x="3178175" y="5562600"/>
            <a:ext cx="57150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与直流电阻电路串联时的分压公式类似，这里是</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6894"/>
                                        </p:tgtEl>
                                        <p:attrNameLst>
                                          <p:attrName>style.visibility</p:attrName>
                                        </p:attrNameLst>
                                      </p:cBhvr>
                                      <p:to>
                                        <p:strVal val="visible"/>
                                      </p:to>
                                    </p:set>
                                    <p:animEffect transition="in" filter="wipe(left)">
                                      <p:cBhvr>
                                        <p:cTn id="7" dur="500"/>
                                        <p:tgtEl>
                                          <p:spTgt spid="84689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46895"/>
                                        </p:tgtEl>
                                        <p:attrNameLst>
                                          <p:attrName>style.visibility</p:attrName>
                                        </p:attrNameLst>
                                      </p:cBhvr>
                                      <p:to>
                                        <p:strVal val="visible"/>
                                      </p:to>
                                    </p:set>
                                    <p:animEffect transition="in" filter="wipe(left)">
                                      <p:cBhvr>
                                        <p:cTn id="11" dur="500"/>
                                        <p:tgtEl>
                                          <p:spTgt spid="846895"/>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272"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strVal val="2/3*#ppt_w"/>
                                          </p:val>
                                        </p:tav>
                                        <p:tav tm="100000">
                                          <p:val>
                                            <p:strVal val="#ppt_w"/>
                                          </p:val>
                                        </p:tav>
                                      </p:tavLst>
                                    </p:anim>
                                    <p:anim calcmode="lin" valueType="num">
                                      <p:cBhvr>
                                        <p:cTn id="17" dur="500" fill="hold"/>
                                        <p:tgtEl>
                                          <p:spTgt spid="4"/>
                                        </p:tgtEl>
                                        <p:attrNameLst>
                                          <p:attrName>ppt_h</p:attrName>
                                        </p:attrNameLst>
                                      </p:cBhvr>
                                      <p:tavLst>
                                        <p:tav tm="0">
                                          <p:val>
                                            <p:strVal val="2/3*#ppt_h"/>
                                          </p:val>
                                        </p:tav>
                                        <p:tav tm="100000">
                                          <p:val>
                                            <p:strVal val="#ppt_h"/>
                                          </p:val>
                                        </p:tav>
                                      </p:tavLst>
                                    </p:anim>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846893"/>
                                        </p:tgtEl>
                                        <p:attrNameLst>
                                          <p:attrName>style.visibility</p:attrName>
                                        </p:attrNameLst>
                                      </p:cBhvr>
                                      <p:to>
                                        <p:strVal val="visible"/>
                                      </p:to>
                                    </p:set>
                                    <p:animEffect transition="in" filter="wipe(up)">
                                      <p:cBhvr>
                                        <p:cTn id="21" dur="500"/>
                                        <p:tgtEl>
                                          <p:spTgt spid="846893"/>
                                        </p:tgtEl>
                                      </p:cBhvr>
                                    </p:animEffect>
                                  </p:childTnLst>
                                </p:cTn>
                              </p:par>
                            </p:childTnLst>
                          </p:cTn>
                        </p:par>
                        <p:par>
                          <p:cTn id="22" fill="hold">
                            <p:stCondLst>
                              <p:cond delay="1000"/>
                            </p:stCondLst>
                            <p:childTnLst>
                              <p:par>
                                <p:cTn id="23" presetID="23" presetClass="entr" presetSubtype="272"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strVal val="2/3*#ppt_w"/>
                                          </p:val>
                                        </p:tav>
                                        <p:tav tm="100000">
                                          <p:val>
                                            <p:strVal val="#ppt_w"/>
                                          </p:val>
                                        </p:tav>
                                      </p:tavLst>
                                    </p:anim>
                                    <p:anim calcmode="lin" valueType="num">
                                      <p:cBhvr>
                                        <p:cTn id="26"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846853"/>
                                        </p:tgtEl>
                                        <p:attrNameLst>
                                          <p:attrName>style.visibility</p:attrName>
                                        </p:attrNameLst>
                                      </p:cBhvr>
                                      <p:to>
                                        <p:strVal val="visible"/>
                                      </p:to>
                                    </p:set>
                                    <p:animEffect transition="in" filter="box(out)">
                                      <p:cBhvr>
                                        <p:cTn id="31" dur="500"/>
                                        <p:tgtEl>
                                          <p:spTgt spid="84685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846851"/>
                                        </p:tgtEl>
                                        <p:attrNameLst>
                                          <p:attrName>style.visibility</p:attrName>
                                        </p:attrNameLst>
                                      </p:cBhvr>
                                      <p:to>
                                        <p:strVal val="visible"/>
                                      </p:to>
                                    </p:set>
                                    <p:animEffect transition="in" filter="wipe(left)">
                                      <p:cBhvr>
                                        <p:cTn id="35" dur="500"/>
                                        <p:tgtEl>
                                          <p:spTgt spid="846851"/>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846852"/>
                                        </p:tgtEl>
                                        <p:attrNameLst>
                                          <p:attrName>style.visibility</p:attrName>
                                        </p:attrNameLst>
                                      </p:cBhvr>
                                      <p:to>
                                        <p:strVal val="visible"/>
                                      </p:to>
                                    </p:set>
                                    <p:animEffect transition="in" filter="wipe(left)">
                                      <p:cBhvr>
                                        <p:cTn id="39" dur="500"/>
                                        <p:tgtEl>
                                          <p:spTgt spid="84685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846896"/>
                                        </p:tgtEl>
                                        <p:attrNameLst>
                                          <p:attrName>style.visibility</p:attrName>
                                        </p:attrNameLst>
                                      </p:cBhvr>
                                      <p:to>
                                        <p:strVal val="visible"/>
                                      </p:to>
                                    </p:set>
                                    <p:animEffect transition="in" filter="blinds(horizontal)">
                                      <p:cBhvr>
                                        <p:cTn id="44" dur="500"/>
                                        <p:tgtEl>
                                          <p:spTgt spid="84689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846897"/>
                                        </p:tgtEl>
                                        <p:attrNameLst>
                                          <p:attrName>style.visibility</p:attrName>
                                        </p:attrNameLst>
                                      </p:cBhvr>
                                      <p:to>
                                        <p:strVal val="visible"/>
                                      </p:to>
                                    </p:set>
                                    <p:animEffect transition="in" filter="blinds(horizontal)">
                                      <p:cBhvr>
                                        <p:cTn id="49" dur="500"/>
                                        <p:tgtEl>
                                          <p:spTgt spid="846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93" grpId="0" animBg="1"/>
      <p:bldP spid="846894" grpId="0"/>
      <p:bldP spid="846895" grpId="0"/>
      <p:bldP spid="846896" grpId="0"/>
      <p:bldP spid="84689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47875" name="Object 3"/>
          <p:cNvGraphicFramePr>
            <a:graphicFrameLocks noChangeAspect="1"/>
          </p:cNvGraphicFramePr>
          <p:nvPr/>
        </p:nvGraphicFramePr>
        <p:xfrm>
          <a:off x="1828800" y="2105025"/>
          <a:ext cx="2362200" cy="947738"/>
        </p:xfrm>
        <a:graphic>
          <a:graphicData uri="http://schemas.openxmlformats.org/presentationml/2006/ole">
            <mc:AlternateContent xmlns:mc="http://schemas.openxmlformats.org/markup-compatibility/2006">
              <mc:Choice xmlns:v="urn:schemas-microsoft-com:vml" Requires="v">
                <p:oleObj spid="_x0000_s3328" name="" r:id="rId1" imgW="1282700" imgH="406400" progId="Equation.3">
                  <p:embed/>
                </p:oleObj>
              </mc:Choice>
              <mc:Fallback>
                <p:oleObj name="" r:id="rId1" imgW="1282700" imgH="406400" progId="Equation.3">
                  <p:embed/>
                  <p:pic>
                    <p:nvPicPr>
                      <p:cNvPr id="0" name="图片 3327"/>
                      <p:cNvPicPr/>
                      <p:nvPr/>
                    </p:nvPicPr>
                    <p:blipFill>
                      <a:blip r:embed="rId2">
                        <a:clrChange>
                          <a:clrFrom>
                            <a:srgbClr val="000000"/>
                          </a:clrFrom>
                          <a:clrTo>
                            <a:srgbClr val="000099"/>
                          </a:clrTo>
                        </a:clrChange>
                      </a:blip>
                      <a:stretch>
                        <a:fillRect/>
                      </a:stretch>
                    </p:blipFill>
                    <p:spPr>
                      <a:xfrm>
                        <a:off x="1828800" y="2105025"/>
                        <a:ext cx="2362200" cy="947738"/>
                      </a:xfrm>
                      <a:prstGeom prst="rect">
                        <a:avLst/>
                      </a:prstGeom>
                      <a:noFill/>
                      <a:ln w="38100">
                        <a:noFill/>
                        <a:miter/>
                      </a:ln>
                    </p:spPr>
                  </p:pic>
                </p:oleObj>
              </mc:Fallback>
            </mc:AlternateContent>
          </a:graphicData>
        </a:graphic>
      </p:graphicFrame>
      <p:sp>
        <p:nvSpPr>
          <p:cNvPr id="847876" name="Text Box 4"/>
          <p:cNvSpPr txBox="1"/>
          <p:nvPr/>
        </p:nvSpPr>
        <p:spPr>
          <a:xfrm>
            <a:off x="685800" y="581025"/>
            <a:ext cx="2057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分压公式：</a:t>
            </a:r>
            <a:endParaRPr lang="zh-CN" altLang="en-US" sz="2800" b="1" dirty="0">
              <a:solidFill>
                <a:schemeClr val="accent2"/>
              </a:solidFill>
              <a:latin typeface="Times New Roman" panose="02020603050405020304" pitchFamily="18" charset="0"/>
              <a:ea typeface="华文中宋" panose="02010600040101010101" pitchFamily="2" charset="-122"/>
            </a:endParaRPr>
          </a:p>
        </p:txBody>
      </p:sp>
      <p:graphicFrame>
        <p:nvGraphicFramePr>
          <p:cNvPr id="847877" name="Object 5"/>
          <p:cNvGraphicFramePr>
            <a:graphicFrameLocks noChangeAspect="1"/>
          </p:cNvGraphicFramePr>
          <p:nvPr/>
        </p:nvGraphicFramePr>
        <p:xfrm>
          <a:off x="1833563" y="1114425"/>
          <a:ext cx="2357437" cy="930275"/>
        </p:xfrm>
        <a:graphic>
          <a:graphicData uri="http://schemas.openxmlformats.org/presentationml/2006/ole">
            <mc:AlternateContent xmlns:mc="http://schemas.openxmlformats.org/markup-compatibility/2006">
              <mc:Choice xmlns:v="urn:schemas-microsoft-com:vml" Requires="v">
                <p:oleObj spid="_x0000_s3330" name="" r:id="rId3" imgW="1270000" imgH="381000" progId="Equation.3">
                  <p:embed/>
                </p:oleObj>
              </mc:Choice>
              <mc:Fallback>
                <p:oleObj name="" r:id="rId3" imgW="1270000" imgH="381000" progId="Equation.3">
                  <p:embed/>
                  <p:pic>
                    <p:nvPicPr>
                      <p:cNvPr id="0" name="图片 3329"/>
                      <p:cNvPicPr/>
                      <p:nvPr/>
                    </p:nvPicPr>
                    <p:blipFill>
                      <a:blip r:embed="rId4">
                        <a:clrChange>
                          <a:clrFrom>
                            <a:srgbClr val="000000"/>
                          </a:clrFrom>
                          <a:clrTo>
                            <a:srgbClr val="000099"/>
                          </a:clrTo>
                        </a:clrChange>
                      </a:blip>
                      <a:stretch>
                        <a:fillRect/>
                      </a:stretch>
                    </p:blipFill>
                    <p:spPr>
                      <a:xfrm>
                        <a:off x="1833563" y="1114425"/>
                        <a:ext cx="2357437" cy="930275"/>
                      </a:xfrm>
                      <a:prstGeom prst="rect">
                        <a:avLst/>
                      </a:prstGeom>
                      <a:noFill/>
                      <a:ln w="38100">
                        <a:noFill/>
                        <a:miter/>
                      </a:ln>
                    </p:spPr>
                  </p:pic>
                </p:oleObj>
              </mc:Fallback>
            </mc:AlternateContent>
          </a:graphicData>
        </a:graphic>
      </p:graphicFrame>
      <p:grpSp>
        <p:nvGrpSpPr>
          <p:cNvPr id="2" name="Group 6"/>
          <p:cNvGrpSpPr/>
          <p:nvPr/>
        </p:nvGrpSpPr>
        <p:grpSpPr>
          <a:xfrm>
            <a:off x="6705600" y="733425"/>
            <a:ext cx="1830388" cy="2576513"/>
            <a:chOff x="672" y="768"/>
            <a:chExt cx="1153" cy="1623"/>
          </a:xfrm>
        </p:grpSpPr>
        <p:sp>
          <p:nvSpPr>
            <p:cNvPr id="68645" name="Line 7"/>
            <p:cNvSpPr/>
            <p:nvPr/>
          </p:nvSpPr>
          <p:spPr>
            <a:xfrm flipH="1">
              <a:off x="1536" y="1524"/>
              <a:ext cx="0" cy="313"/>
            </a:xfrm>
            <a:prstGeom prst="line">
              <a:avLst/>
            </a:prstGeom>
            <a:ln w="38100" cap="flat" cmpd="sng">
              <a:solidFill>
                <a:schemeClr val="tx1"/>
              </a:solidFill>
              <a:prstDash val="solid"/>
              <a:headEnd type="none" w="med" len="med"/>
              <a:tailEnd type="none" w="med" len="med"/>
            </a:ln>
          </p:spPr>
        </p:sp>
        <p:sp>
          <p:nvSpPr>
            <p:cNvPr id="68646" name="Rectangle 8"/>
            <p:cNvSpPr/>
            <p:nvPr/>
          </p:nvSpPr>
          <p:spPr>
            <a:xfrm>
              <a:off x="1486" y="1313"/>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47" name="Oval 9"/>
            <p:cNvSpPr/>
            <p:nvPr/>
          </p:nvSpPr>
          <p:spPr>
            <a:xfrm>
              <a:off x="768" y="2320"/>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48" name="Oval 10"/>
            <p:cNvSpPr/>
            <p:nvPr/>
          </p:nvSpPr>
          <p:spPr>
            <a:xfrm>
              <a:off x="752" y="1019"/>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49" name="Text Box 11"/>
            <p:cNvSpPr txBox="1"/>
            <p:nvPr/>
          </p:nvSpPr>
          <p:spPr>
            <a:xfrm>
              <a:off x="672" y="1008"/>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8650" name="Object 12"/>
            <p:cNvGraphicFramePr>
              <a:graphicFrameLocks noChangeAspect="1"/>
            </p:cNvGraphicFramePr>
            <p:nvPr/>
          </p:nvGraphicFramePr>
          <p:xfrm>
            <a:off x="720" y="1524"/>
            <a:ext cx="195" cy="240"/>
          </p:xfrm>
          <a:graphic>
            <a:graphicData uri="http://schemas.openxmlformats.org/presentationml/2006/ole">
              <mc:AlternateContent xmlns:mc="http://schemas.openxmlformats.org/markup-compatibility/2006">
                <mc:Choice xmlns:v="urn:schemas-microsoft-com:vml" Requires="v">
                  <p:oleObj spid="_x0000_s3334" name="" r:id="rId5" imgW="25400" imgH="76200" progId="Equation.3">
                    <p:embed/>
                  </p:oleObj>
                </mc:Choice>
                <mc:Fallback>
                  <p:oleObj name="" r:id="rId5" imgW="25400" imgH="76200" progId="Equation.3">
                    <p:embed/>
                    <p:pic>
                      <p:nvPicPr>
                        <p:cNvPr id="0" name="图片 3333"/>
                        <p:cNvPicPr/>
                        <p:nvPr/>
                      </p:nvPicPr>
                      <p:blipFill>
                        <a:blip r:embed="rId6">
                          <a:clrChange>
                            <a:clrFrom>
                              <a:srgbClr val="000000"/>
                            </a:clrFrom>
                            <a:clrTo>
                              <a:srgbClr val="FF0000"/>
                            </a:clrTo>
                          </a:clrChange>
                        </a:blip>
                        <a:stretch>
                          <a:fillRect/>
                        </a:stretch>
                      </p:blipFill>
                      <p:spPr>
                        <a:xfrm>
                          <a:off x="720" y="1524"/>
                          <a:ext cx="195" cy="240"/>
                        </a:xfrm>
                        <a:prstGeom prst="rect">
                          <a:avLst/>
                        </a:prstGeom>
                        <a:noFill/>
                        <a:ln w="38100">
                          <a:noFill/>
                          <a:miter/>
                        </a:ln>
                      </p:spPr>
                    </p:pic>
                  </p:oleObj>
                </mc:Fallback>
              </mc:AlternateContent>
            </a:graphicData>
          </a:graphic>
        </p:graphicFrame>
        <p:sp>
          <p:nvSpPr>
            <p:cNvPr id="68651" name="Rectangle 13"/>
            <p:cNvSpPr/>
            <p:nvPr/>
          </p:nvSpPr>
          <p:spPr>
            <a:xfrm>
              <a:off x="1488" y="1837"/>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52" name="Line 14"/>
            <p:cNvSpPr/>
            <p:nvPr/>
          </p:nvSpPr>
          <p:spPr>
            <a:xfrm>
              <a:off x="1536" y="2052"/>
              <a:ext cx="0" cy="288"/>
            </a:xfrm>
            <a:prstGeom prst="line">
              <a:avLst/>
            </a:prstGeom>
            <a:ln w="38100" cap="flat" cmpd="sng">
              <a:solidFill>
                <a:srgbClr val="000000"/>
              </a:solidFill>
              <a:prstDash val="solid"/>
              <a:headEnd type="none" w="med" len="med"/>
              <a:tailEnd type="none" w="med" len="med"/>
            </a:ln>
          </p:spPr>
        </p:sp>
        <p:sp>
          <p:nvSpPr>
            <p:cNvPr id="68653" name="Line 15"/>
            <p:cNvSpPr/>
            <p:nvPr/>
          </p:nvSpPr>
          <p:spPr>
            <a:xfrm>
              <a:off x="816" y="2340"/>
              <a:ext cx="720" cy="0"/>
            </a:xfrm>
            <a:prstGeom prst="line">
              <a:avLst/>
            </a:prstGeom>
            <a:ln w="38100" cap="flat" cmpd="sng">
              <a:solidFill>
                <a:srgbClr val="000000"/>
              </a:solidFill>
              <a:prstDash val="solid"/>
              <a:headEnd type="none" w="med" len="med"/>
              <a:tailEnd type="none" w="med" len="med"/>
            </a:ln>
          </p:spPr>
        </p:sp>
        <p:sp>
          <p:nvSpPr>
            <p:cNvPr id="68654" name="Line 16"/>
            <p:cNvSpPr/>
            <p:nvPr/>
          </p:nvSpPr>
          <p:spPr>
            <a:xfrm>
              <a:off x="816" y="1044"/>
              <a:ext cx="720" cy="0"/>
            </a:xfrm>
            <a:prstGeom prst="line">
              <a:avLst/>
            </a:prstGeom>
            <a:ln w="38100" cap="flat" cmpd="sng">
              <a:solidFill>
                <a:srgbClr val="000000"/>
              </a:solidFill>
              <a:prstDash val="solid"/>
              <a:headEnd type="none" w="med" len="med"/>
              <a:tailEnd type="none" w="med" len="med"/>
            </a:ln>
          </p:spPr>
        </p:sp>
        <p:sp>
          <p:nvSpPr>
            <p:cNvPr id="68655" name="Line 17"/>
            <p:cNvSpPr/>
            <p:nvPr/>
          </p:nvSpPr>
          <p:spPr>
            <a:xfrm>
              <a:off x="1536" y="1044"/>
              <a:ext cx="0" cy="265"/>
            </a:xfrm>
            <a:prstGeom prst="line">
              <a:avLst/>
            </a:prstGeom>
            <a:ln w="38100" cap="flat" cmpd="sng">
              <a:solidFill>
                <a:srgbClr val="000000"/>
              </a:solidFill>
              <a:prstDash val="solid"/>
              <a:headEnd type="none" w="med" len="med"/>
              <a:tailEnd type="none" w="med" len="med"/>
            </a:ln>
          </p:spPr>
        </p:sp>
        <p:graphicFrame>
          <p:nvGraphicFramePr>
            <p:cNvPr id="68656" name="Object 18"/>
            <p:cNvGraphicFramePr>
              <a:graphicFrameLocks noChangeAspect="1"/>
            </p:cNvGraphicFramePr>
            <p:nvPr/>
          </p:nvGraphicFramePr>
          <p:xfrm>
            <a:off x="1584" y="1284"/>
            <a:ext cx="241" cy="273"/>
          </p:xfrm>
          <a:graphic>
            <a:graphicData uri="http://schemas.openxmlformats.org/presentationml/2006/ole">
              <mc:AlternateContent xmlns:mc="http://schemas.openxmlformats.org/markup-compatibility/2006">
                <mc:Choice xmlns:v="urn:schemas-microsoft-com:vml" Requires="v">
                  <p:oleObj spid="_x0000_s3332" name="" r:id="rId7" imgW="76200" imgH="114300" progId="Equation.3">
                    <p:embed/>
                  </p:oleObj>
                </mc:Choice>
                <mc:Fallback>
                  <p:oleObj name="" r:id="rId7" imgW="76200" imgH="114300" progId="Equation.3">
                    <p:embed/>
                    <p:pic>
                      <p:nvPicPr>
                        <p:cNvPr id="0" name="图片 3331"/>
                        <p:cNvPicPr/>
                        <p:nvPr/>
                      </p:nvPicPr>
                      <p:blipFill>
                        <a:blip r:embed="rId8">
                          <a:clrChange>
                            <a:clrFrom>
                              <a:srgbClr val="000000"/>
                            </a:clrFrom>
                            <a:clrTo>
                              <a:srgbClr val="FF0000"/>
                            </a:clrTo>
                          </a:clrChange>
                        </a:blip>
                        <a:stretch>
                          <a:fillRect/>
                        </a:stretch>
                      </p:blipFill>
                      <p:spPr>
                        <a:xfrm>
                          <a:off x="1584" y="1284"/>
                          <a:ext cx="241" cy="273"/>
                        </a:xfrm>
                        <a:prstGeom prst="rect">
                          <a:avLst/>
                        </a:prstGeom>
                        <a:noFill/>
                        <a:ln w="38100">
                          <a:noFill/>
                          <a:miter/>
                        </a:ln>
                      </p:spPr>
                    </p:pic>
                  </p:oleObj>
                </mc:Fallback>
              </mc:AlternateContent>
            </a:graphicData>
          </a:graphic>
        </p:graphicFrame>
        <p:graphicFrame>
          <p:nvGraphicFramePr>
            <p:cNvPr id="68657" name="Object 19"/>
            <p:cNvGraphicFramePr>
              <a:graphicFrameLocks noChangeAspect="1"/>
            </p:cNvGraphicFramePr>
            <p:nvPr/>
          </p:nvGraphicFramePr>
          <p:xfrm>
            <a:off x="1584" y="1812"/>
            <a:ext cx="241" cy="273"/>
          </p:xfrm>
          <a:graphic>
            <a:graphicData uri="http://schemas.openxmlformats.org/presentationml/2006/ole">
              <mc:AlternateContent xmlns:mc="http://schemas.openxmlformats.org/markup-compatibility/2006">
                <mc:Choice xmlns:v="urn:schemas-microsoft-com:vml" Requires="v">
                  <p:oleObj spid="_x0000_s3333" name="" r:id="rId9" imgW="76200" imgH="114300" progId="Equation.3">
                    <p:embed/>
                  </p:oleObj>
                </mc:Choice>
                <mc:Fallback>
                  <p:oleObj name="" r:id="rId9" imgW="76200" imgH="114300" progId="Equation.3">
                    <p:embed/>
                    <p:pic>
                      <p:nvPicPr>
                        <p:cNvPr id="0" name="图片 3332"/>
                        <p:cNvPicPr/>
                        <p:nvPr/>
                      </p:nvPicPr>
                      <p:blipFill>
                        <a:blip r:embed="rId10">
                          <a:clrChange>
                            <a:clrFrom>
                              <a:srgbClr val="000000"/>
                            </a:clrFrom>
                            <a:clrTo>
                              <a:srgbClr val="FF0000"/>
                            </a:clrTo>
                          </a:clrChange>
                        </a:blip>
                        <a:stretch>
                          <a:fillRect/>
                        </a:stretch>
                      </p:blipFill>
                      <p:spPr>
                        <a:xfrm>
                          <a:off x="1584" y="1812"/>
                          <a:ext cx="241" cy="273"/>
                        </a:xfrm>
                        <a:prstGeom prst="rect">
                          <a:avLst/>
                        </a:prstGeom>
                        <a:noFill/>
                        <a:ln w="38100">
                          <a:noFill/>
                          <a:miter/>
                        </a:ln>
                      </p:spPr>
                    </p:pic>
                  </p:oleObj>
                </mc:Fallback>
              </mc:AlternateContent>
            </a:graphicData>
          </a:graphic>
        </p:graphicFrame>
        <p:graphicFrame>
          <p:nvGraphicFramePr>
            <p:cNvPr id="68658" name="Object 20"/>
            <p:cNvGraphicFramePr>
              <a:graphicFrameLocks noChangeAspect="1"/>
            </p:cNvGraphicFramePr>
            <p:nvPr/>
          </p:nvGraphicFramePr>
          <p:xfrm>
            <a:off x="1248" y="1284"/>
            <a:ext cx="241" cy="256"/>
          </p:xfrm>
          <a:graphic>
            <a:graphicData uri="http://schemas.openxmlformats.org/presentationml/2006/ole">
              <mc:AlternateContent xmlns:mc="http://schemas.openxmlformats.org/markup-compatibility/2006">
                <mc:Choice xmlns:v="urn:schemas-microsoft-com:vml" Requires="v">
                  <p:oleObj spid="_x0000_s3335" name="" r:id="rId11" imgW="76200" imgH="101600" progId="Equation.3">
                    <p:embed/>
                  </p:oleObj>
                </mc:Choice>
                <mc:Fallback>
                  <p:oleObj name="" r:id="rId11" imgW="76200" imgH="101600" progId="Equation.3">
                    <p:embed/>
                    <p:pic>
                      <p:nvPicPr>
                        <p:cNvPr id="0" name="图片 3334"/>
                        <p:cNvPicPr/>
                        <p:nvPr/>
                      </p:nvPicPr>
                      <p:blipFill>
                        <a:blip r:embed="rId12">
                          <a:clrChange>
                            <a:clrFrom>
                              <a:srgbClr val="000000"/>
                            </a:clrFrom>
                            <a:clrTo>
                              <a:srgbClr val="0033CC"/>
                            </a:clrTo>
                          </a:clrChange>
                        </a:blip>
                        <a:stretch>
                          <a:fillRect/>
                        </a:stretch>
                      </p:blipFill>
                      <p:spPr>
                        <a:xfrm>
                          <a:off x="1248" y="1284"/>
                          <a:ext cx="241" cy="256"/>
                        </a:xfrm>
                        <a:prstGeom prst="rect">
                          <a:avLst/>
                        </a:prstGeom>
                        <a:noFill/>
                        <a:ln w="38100">
                          <a:noFill/>
                          <a:miter/>
                        </a:ln>
                      </p:spPr>
                    </p:pic>
                  </p:oleObj>
                </mc:Fallback>
              </mc:AlternateContent>
            </a:graphicData>
          </a:graphic>
        </p:graphicFrame>
        <p:graphicFrame>
          <p:nvGraphicFramePr>
            <p:cNvPr id="68659" name="Object 21"/>
            <p:cNvGraphicFramePr>
              <a:graphicFrameLocks noChangeAspect="1"/>
            </p:cNvGraphicFramePr>
            <p:nvPr/>
          </p:nvGraphicFramePr>
          <p:xfrm>
            <a:off x="1248" y="1812"/>
            <a:ext cx="241" cy="256"/>
          </p:xfrm>
          <a:graphic>
            <a:graphicData uri="http://schemas.openxmlformats.org/presentationml/2006/ole">
              <mc:AlternateContent xmlns:mc="http://schemas.openxmlformats.org/markup-compatibility/2006">
                <mc:Choice xmlns:v="urn:schemas-microsoft-com:vml" Requires="v">
                  <p:oleObj spid="_x0000_s3336" name="" r:id="rId13" imgW="76200" imgH="101600" progId="Equation.3">
                    <p:embed/>
                  </p:oleObj>
                </mc:Choice>
                <mc:Fallback>
                  <p:oleObj name="" r:id="rId13" imgW="76200" imgH="101600" progId="Equation.3">
                    <p:embed/>
                    <p:pic>
                      <p:nvPicPr>
                        <p:cNvPr id="0" name="图片 3335"/>
                        <p:cNvPicPr/>
                        <p:nvPr/>
                      </p:nvPicPr>
                      <p:blipFill>
                        <a:blip r:embed="rId14">
                          <a:clrChange>
                            <a:clrFrom>
                              <a:srgbClr val="000000"/>
                            </a:clrFrom>
                            <a:clrTo>
                              <a:srgbClr val="0033CC"/>
                            </a:clrTo>
                          </a:clrChange>
                        </a:blip>
                        <a:stretch>
                          <a:fillRect/>
                        </a:stretch>
                      </p:blipFill>
                      <p:spPr>
                        <a:xfrm>
                          <a:off x="1248" y="1812"/>
                          <a:ext cx="241" cy="256"/>
                        </a:xfrm>
                        <a:prstGeom prst="rect">
                          <a:avLst/>
                        </a:prstGeom>
                        <a:noFill/>
                        <a:ln w="38100">
                          <a:noFill/>
                          <a:miter/>
                        </a:ln>
                      </p:spPr>
                    </p:pic>
                  </p:oleObj>
                </mc:Fallback>
              </mc:AlternateContent>
            </a:graphicData>
          </a:graphic>
        </p:graphicFrame>
        <p:sp>
          <p:nvSpPr>
            <p:cNvPr id="68660" name="Text Box 22"/>
            <p:cNvSpPr txBox="1"/>
            <p:nvPr/>
          </p:nvSpPr>
          <p:spPr>
            <a:xfrm>
              <a:off x="1536" y="1056"/>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
          <p:nvSpPr>
            <p:cNvPr id="68661" name="Text Box 23"/>
            <p:cNvSpPr txBox="1"/>
            <p:nvPr/>
          </p:nvSpPr>
          <p:spPr>
            <a:xfrm>
              <a:off x="1536" y="1380"/>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8662" name="Text Box 24"/>
            <p:cNvSpPr txBox="1"/>
            <p:nvPr/>
          </p:nvSpPr>
          <p:spPr>
            <a:xfrm>
              <a:off x="672" y="2064"/>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8663" name="Text Box 25"/>
            <p:cNvSpPr txBox="1"/>
            <p:nvPr/>
          </p:nvSpPr>
          <p:spPr>
            <a:xfrm>
              <a:off x="1536" y="1584"/>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sp>
          <p:nvSpPr>
            <p:cNvPr id="68664" name="Text Box 26"/>
            <p:cNvSpPr txBox="1"/>
            <p:nvPr/>
          </p:nvSpPr>
          <p:spPr>
            <a:xfrm>
              <a:off x="1536" y="1956"/>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grpSp>
          <p:nvGrpSpPr>
            <p:cNvPr id="68665" name="Group 27"/>
            <p:cNvGrpSpPr/>
            <p:nvPr/>
          </p:nvGrpSpPr>
          <p:grpSpPr>
            <a:xfrm>
              <a:off x="1008" y="768"/>
              <a:ext cx="437" cy="227"/>
              <a:chOff x="960" y="2640"/>
              <a:chExt cx="437" cy="227"/>
            </a:xfrm>
          </p:grpSpPr>
          <p:sp>
            <p:nvSpPr>
              <p:cNvPr id="68666" name="Line 28"/>
              <p:cNvSpPr/>
              <p:nvPr/>
            </p:nvSpPr>
            <p:spPr>
              <a:xfrm>
                <a:off x="960" y="2832"/>
                <a:ext cx="288" cy="0"/>
              </a:xfrm>
              <a:prstGeom prst="line">
                <a:avLst/>
              </a:prstGeom>
              <a:ln w="38100" cap="flat" cmpd="sng">
                <a:solidFill>
                  <a:srgbClr val="FF0000"/>
                </a:solidFill>
                <a:prstDash val="solid"/>
                <a:headEnd type="none" w="med" len="med"/>
                <a:tailEnd type="triangle" w="med" len="med"/>
              </a:ln>
            </p:spPr>
          </p:sp>
          <p:graphicFrame>
            <p:nvGraphicFramePr>
              <p:cNvPr id="68667" name="Object 29"/>
              <p:cNvGraphicFramePr>
                <a:graphicFrameLocks noChangeAspect="1"/>
              </p:cNvGraphicFramePr>
              <p:nvPr/>
            </p:nvGraphicFramePr>
            <p:xfrm>
              <a:off x="1248" y="2640"/>
              <a:ext cx="149" cy="227"/>
            </p:xfrm>
            <a:graphic>
              <a:graphicData uri="http://schemas.openxmlformats.org/presentationml/2006/ole">
                <mc:AlternateContent xmlns:mc="http://schemas.openxmlformats.org/markup-compatibility/2006">
                  <mc:Choice xmlns:v="urn:schemas-microsoft-com:vml" Requires="v">
                    <p:oleObj spid="_x0000_s3331" name="" r:id="rId15" imgW="12700" imgH="12700" progId="Equation.3">
                      <p:embed/>
                    </p:oleObj>
                  </mc:Choice>
                  <mc:Fallback>
                    <p:oleObj name="" r:id="rId15" imgW="12700" imgH="12700" progId="Equation.3">
                      <p:embed/>
                      <p:pic>
                        <p:nvPicPr>
                          <p:cNvPr id="0" name="图片 3330"/>
                          <p:cNvPicPr/>
                          <p:nvPr/>
                        </p:nvPicPr>
                        <p:blipFill>
                          <a:blip r:embed="rId16">
                            <a:clrChange>
                              <a:clrFrom>
                                <a:srgbClr val="000000"/>
                              </a:clrFrom>
                              <a:clrTo>
                                <a:srgbClr val="FF0000"/>
                              </a:clrTo>
                            </a:clrChange>
                          </a:blip>
                          <a:stretch>
                            <a:fillRect/>
                          </a:stretch>
                        </p:blipFill>
                        <p:spPr>
                          <a:xfrm>
                            <a:off x="1248" y="2640"/>
                            <a:ext cx="149" cy="227"/>
                          </a:xfrm>
                          <a:prstGeom prst="rect">
                            <a:avLst/>
                          </a:prstGeom>
                          <a:noFill/>
                          <a:ln w="38100">
                            <a:noFill/>
                            <a:miter/>
                          </a:ln>
                        </p:spPr>
                      </p:pic>
                    </p:oleObj>
                  </mc:Fallback>
                </mc:AlternateContent>
              </a:graphicData>
            </a:graphic>
          </p:graphicFrame>
        </p:grpSp>
      </p:grpSp>
      <p:sp>
        <p:nvSpPr>
          <p:cNvPr id="847902" name="Text Box 30"/>
          <p:cNvSpPr txBox="1"/>
          <p:nvPr/>
        </p:nvSpPr>
        <p:spPr>
          <a:xfrm>
            <a:off x="457200" y="3019425"/>
            <a:ext cx="6400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显然，多个阻抗串联时的等效阻抗为</a:t>
            </a:r>
            <a:endParaRPr lang="zh-CN" altLang="en-US" sz="2800" b="1" dirty="0">
              <a:latin typeface="Times New Roman" panose="02020603050405020304" pitchFamily="18" charset="0"/>
              <a:ea typeface="华文中宋" panose="02010600040101010101" pitchFamily="2" charset="-122"/>
            </a:endParaRPr>
          </a:p>
        </p:txBody>
      </p:sp>
      <p:sp>
        <p:nvSpPr>
          <p:cNvPr id="847903" name="Text Box 31"/>
          <p:cNvSpPr txBox="1"/>
          <p:nvPr/>
        </p:nvSpPr>
        <p:spPr>
          <a:xfrm>
            <a:off x="2362200" y="3567113"/>
            <a:ext cx="2971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Z</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Z</a:t>
            </a:r>
            <a:r>
              <a:rPr lang="en-US" altLang="zh-CN" sz="2800" b="1" baseline="-25000" dirty="0">
                <a:latin typeface="Times New Roman" panose="02020603050405020304" pitchFamily="18" charset="0"/>
                <a:ea typeface="华文中宋" panose="02010600040101010101" pitchFamily="2" charset="-122"/>
              </a:rPr>
              <a:t>1</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Z</a:t>
            </a:r>
            <a:r>
              <a:rPr lang="en-US" altLang="zh-CN" sz="2800" b="1" baseline="-25000" dirty="0">
                <a:latin typeface="Times New Roman" panose="02020603050405020304" pitchFamily="18" charset="0"/>
                <a:ea typeface="华文中宋" panose="02010600040101010101" pitchFamily="2" charset="-122"/>
              </a:rPr>
              <a:t>2</a:t>
            </a:r>
            <a:r>
              <a:rPr lang="en-US" altLang="zh-CN" sz="2800" b="1" dirty="0">
                <a:latin typeface="Times New Roman" panose="02020603050405020304" pitchFamily="18" charset="0"/>
                <a:ea typeface="华文中宋" panose="02010600040101010101" pitchFamily="2" charset="-122"/>
              </a:rPr>
              <a:t>+</a:t>
            </a:r>
            <a:r>
              <a:rPr lang="en-US" altLang="zh-CN" sz="2800" b="1" i="1" dirty="0">
                <a:latin typeface="Times New Roman" panose="02020603050405020304" pitchFamily="18" charset="0"/>
                <a:ea typeface="华文中宋" panose="02010600040101010101" pitchFamily="2" charset="-122"/>
              </a:rPr>
              <a:t>Z</a:t>
            </a:r>
            <a:r>
              <a:rPr lang="en-US" altLang="zh-CN" sz="2800" b="1" baseline="-25000" dirty="0">
                <a:latin typeface="Times New Roman" panose="02020603050405020304" pitchFamily="18" charset="0"/>
                <a:ea typeface="华文中宋" panose="02010600040101010101" pitchFamily="2" charset="-122"/>
              </a:rPr>
              <a:t>3</a:t>
            </a:r>
            <a:r>
              <a:rPr lang="en-US" altLang="zh-CN" sz="2800" b="1" dirty="0">
                <a:latin typeface="Times New Roman" panose="02020603050405020304" pitchFamily="18" charset="0"/>
                <a:ea typeface="华文中宋" panose="02010600040101010101" pitchFamily="2" charset="-122"/>
              </a:rPr>
              <a:t>+</a:t>
            </a:r>
            <a:r>
              <a:rPr lang="en-US" altLang="zh-CN" sz="2800" dirty="0">
                <a:latin typeface="Times New Roman" panose="02020603050405020304" pitchFamily="18" charset="0"/>
                <a:ea typeface="华文中宋" panose="02010600040101010101" pitchFamily="2" charset="-122"/>
              </a:rPr>
              <a:t>….</a:t>
            </a:r>
            <a:endParaRPr lang="en-US" altLang="zh-CN" sz="2800" dirty="0">
              <a:latin typeface="Times New Roman" panose="02020603050405020304" pitchFamily="18" charset="0"/>
              <a:ea typeface="华文中宋" panose="02010600040101010101" pitchFamily="2" charset="-122"/>
            </a:endParaRPr>
          </a:p>
        </p:txBody>
      </p:sp>
      <p:sp>
        <p:nvSpPr>
          <p:cNvPr id="847904" name="Text Box 32"/>
          <p:cNvSpPr txBox="1"/>
          <p:nvPr/>
        </p:nvSpPr>
        <p:spPr>
          <a:xfrm>
            <a:off x="4724400" y="2181225"/>
            <a:ext cx="1219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(3-29)</a:t>
            </a:r>
            <a:endParaRPr lang="en-US" altLang="zh-CN" sz="2800" dirty="0">
              <a:latin typeface="Times New Roman" panose="02020603050405020304" pitchFamily="18" charset="0"/>
              <a:ea typeface="华文中宋" panose="02010600040101010101" pitchFamily="2" charset="-122"/>
            </a:endParaRPr>
          </a:p>
        </p:txBody>
      </p:sp>
      <p:sp>
        <p:nvSpPr>
          <p:cNvPr id="847905" name="Text Box 33"/>
          <p:cNvSpPr txBox="1"/>
          <p:nvPr/>
        </p:nvSpPr>
        <p:spPr>
          <a:xfrm>
            <a:off x="4724400" y="1266825"/>
            <a:ext cx="1219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(3-28)</a:t>
            </a:r>
            <a:endParaRPr lang="en-US" altLang="zh-CN" sz="2800" dirty="0">
              <a:latin typeface="Times New Roman" panose="02020603050405020304" pitchFamily="18" charset="0"/>
              <a:ea typeface="华文中宋" panose="02010600040101010101" pitchFamily="2" charset="-122"/>
            </a:endParaRPr>
          </a:p>
        </p:txBody>
      </p:sp>
      <p:sp>
        <p:nvSpPr>
          <p:cNvPr id="847906" name="Text Box 34"/>
          <p:cNvSpPr txBox="1"/>
          <p:nvPr/>
        </p:nvSpPr>
        <p:spPr>
          <a:xfrm>
            <a:off x="609600" y="4162425"/>
            <a:ext cx="2362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二、阻抗的并联</a:t>
            </a:r>
            <a:endParaRPr lang="zh-CN" altLang="en-US" sz="2400" b="1" dirty="0">
              <a:latin typeface="Times New Roman" panose="02020603050405020304" pitchFamily="18" charset="0"/>
              <a:ea typeface="华文中宋" panose="02010600040101010101" pitchFamily="2" charset="-122"/>
            </a:endParaRPr>
          </a:p>
        </p:txBody>
      </p:sp>
      <p:grpSp>
        <p:nvGrpSpPr>
          <p:cNvPr id="4" name="Group 35"/>
          <p:cNvGrpSpPr/>
          <p:nvPr/>
        </p:nvGrpSpPr>
        <p:grpSpPr>
          <a:xfrm>
            <a:off x="762000" y="4710113"/>
            <a:ext cx="2163763" cy="1662112"/>
            <a:chOff x="528" y="720"/>
            <a:chExt cx="1363" cy="1047"/>
          </a:xfrm>
        </p:grpSpPr>
        <p:sp>
          <p:nvSpPr>
            <p:cNvPr id="68622" name="Oval 36"/>
            <p:cNvSpPr/>
            <p:nvPr/>
          </p:nvSpPr>
          <p:spPr>
            <a:xfrm>
              <a:off x="624" y="1685"/>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23" name="Oval 37"/>
            <p:cNvSpPr/>
            <p:nvPr/>
          </p:nvSpPr>
          <p:spPr>
            <a:xfrm>
              <a:off x="608" y="923"/>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24" name="Text Box 38"/>
            <p:cNvSpPr txBox="1"/>
            <p:nvPr/>
          </p:nvSpPr>
          <p:spPr>
            <a:xfrm>
              <a:off x="528" y="912"/>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8625" name="Object 39"/>
            <p:cNvGraphicFramePr>
              <a:graphicFrameLocks noChangeAspect="1"/>
            </p:cNvGraphicFramePr>
            <p:nvPr/>
          </p:nvGraphicFramePr>
          <p:xfrm>
            <a:off x="576" y="1248"/>
            <a:ext cx="195" cy="240"/>
          </p:xfrm>
          <a:graphic>
            <a:graphicData uri="http://schemas.openxmlformats.org/presentationml/2006/ole">
              <mc:AlternateContent xmlns:mc="http://schemas.openxmlformats.org/markup-compatibility/2006">
                <mc:Choice xmlns:v="urn:schemas-microsoft-com:vml" Requires="v">
                  <p:oleObj spid="_x0000_s3337" name="" r:id="rId17" imgW="25400" imgH="76200" progId="Equation.3">
                    <p:embed/>
                  </p:oleObj>
                </mc:Choice>
                <mc:Fallback>
                  <p:oleObj name="" r:id="rId17" imgW="25400" imgH="76200" progId="Equation.3">
                    <p:embed/>
                    <p:pic>
                      <p:nvPicPr>
                        <p:cNvPr id="0" name="图片 3336"/>
                        <p:cNvPicPr/>
                        <p:nvPr/>
                      </p:nvPicPr>
                      <p:blipFill>
                        <a:blip r:embed="rId18">
                          <a:clrChange>
                            <a:clrFrom>
                              <a:srgbClr val="000000"/>
                            </a:clrFrom>
                            <a:clrTo>
                              <a:srgbClr val="FF0000"/>
                            </a:clrTo>
                          </a:clrChange>
                        </a:blip>
                        <a:stretch>
                          <a:fillRect/>
                        </a:stretch>
                      </p:blipFill>
                      <p:spPr>
                        <a:xfrm>
                          <a:off x="576" y="1248"/>
                          <a:ext cx="195" cy="240"/>
                        </a:xfrm>
                        <a:prstGeom prst="rect">
                          <a:avLst/>
                        </a:prstGeom>
                        <a:noFill/>
                        <a:ln w="38100">
                          <a:noFill/>
                          <a:miter/>
                        </a:ln>
                      </p:spPr>
                    </p:pic>
                  </p:oleObj>
                </mc:Fallback>
              </mc:AlternateContent>
            </a:graphicData>
          </a:graphic>
        </p:graphicFrame>
        <p:grpSp>
          <p:nvGrpSpPr>
            <p:cNvPr id="68626" name="Group 40"/>
            <p:cNvGrpSpPr/>
            <p:nvPr/>
          </p:nvGrpSpPr>
          <p:grpSpPr>
            <a:xfrm>
              <a:off x="1152" y="960"/>
              <a:ext cx="98" cy="780"/>
              <a:chOff x="1486" y="1380"/>
              <a:chExt cx="98" cy="793"/>
            </a:xfrm>
          </p:grpSpPr>
          <p:sp>
            <p:nvSpPr>
              <p:cNvPr id="68642" name="Line 41"/>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68643" name="Rectangle 42"/>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44" name="Line 43"/>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68627" name="Object 44"/>
            <p:cNvGraphicFramePr>
              <a:graphicFrameLocks noChangeAspect="1"/>
            </p:cNvGraphicFramePr>
            <p:nvPr/>
          </p:nvGraphicFramePr>
          <p:xfrm>
            <a:off x="937" y="1218"/>
            <a:ext cx="242" cy="256"/>
          </p:xfrm>
          <a:graphic>
            <a:graphicData uri="http://schemas.openxmlformats.org/presentationml/2006/ole">
              <mc:AlternateContent xmlns:mc="http://schemas.openxmlformats.org/markup-compatibility/2006">
                <mc:Choice xmlns:v="urn:schemas-microsoft-com:vml" Requires="v">
                  <p:oleObj spid="_x0000_s3338" name="" r:id="rId19" imgW="76200" imgH="101600" progId="Equation.3">
                    <p:embed/>
                  </p:oleObj>
                </mc:Choice>
                <mc:Fallback>
                  <p:oleObj name="" r:id="rId19" imgW="76200" imgH="101600" progId="Equation.3">
                    <p:embed/>
                    <p:pic>
                      <p:nvPicPr>
                        <p:cNvPr id="0" name="图片 3337"/>
                        <p:cNvPicPr/>
                        <p:nvPr/>
                      </p:nvPicPr>
                      <p:blipFill>
                        <a:blip r:embed="rId20">
                          <a:clrChange>
                            <a:clrFrom>
                              <a:srgbClr val="000000"/>
                            </a:clrFrom>
                            <a:clrTo>
                              <a:srgbClr val="0033CC"/>
                            </a:clrTo>
                          </a:clrChange>
                        </a:blip>
                        <a:stretch>
                          <a:fillRect/>
                        </a:stretch>
                      </p:blipFill>
                      <p:spPr>
                        <a:xfrm>
                          <a:off x="937" y="1218"/>
                          <a:ext cx="242" cy="256"/>
                        </a:xfrm>
                        <a:prstGeom prst="rect">
                          <a:avLst/>
                        </a:prstGeom>
                        <a:noFill/>
                        <a:ln w="38100">
                          <a:noFill/>
                          <a:miter/>
                        </a:ln>
                      </p:spPr>
                    </p:pic>
                  </p:oleObj>
                </mc:Fallback>
              </mc:AlternateContent>
            </a:graphicData>
          </a:graphic>
        </p:graphicFrame>
        <p:sp>
          <p:nvSpPr>
            <p:cNvPr id="68628" name="Text Box 45"/>
            <p:cNvSpPr txBox="1"/>
            <p:nvPr/>
          </p:nvSpPr>
          <p:spPr>
            <a:xfrm>
              <a:off x="576" y="1440"/>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8629" name="Line 46"/>
            <p:cNvSpPr/>
            <p:nvPr/>
          </p:nvSpPr>
          <p:spPr>
            <a:xfrm>
              <a:off x="816" y="912"/>
              <a:ext cx="288" cy="0"/>
            </a:xfrm>
            <a:prstGeom prst="line">
              <a:avLst/>
            </a:prstGeom>
            <a:ln w="38100" cap="flat" cmpd="sng">
              <a:solidFill>
                <a:srgbClr val="FF0000"/>
              </a:solidFill>
              <a:prstDash val="solid"/>
              <a:headEnd type="none" w="med" len="med"/>
              <a:tailEnd type="triangle" w="med" len="med"/>
            </a:ln>
          </p:spPr>
        </p:sp>
        <p:graphicFrame>
          <p:nvGraphicFramePr>
            <p:cNvPr id="68630" name="Object 47"/>
            <p:cNvGraphicFramePr>
              <a:graphicFrameLocks noChangeAspect="1"/>
            </p:cNvGraphicFramePr>
            <p:nvPr/>
          </p:nvGraphicFramePr>
          <p:xfrm>
            <a:off x="1104" y="720"/>
            <a:ext cx="149" cy="227"/>
          </p:xfrm>
          <a:graphic>
            <a:graphicData uri="http://schemas.openxmlformats.org/presentationml/2006/ole">
              <mc:AlternateContent xmlns:mc="http://schemas.openxmlformats.org/markup-compatibility/2006">
                <mc:Choice xmlns:v="urn:schemas-microsoft-com:vml" Requires="v">
                  <p:oleObj spid="_x0000_s3349" name="" r:id="rId21" imgW="12700" imgH="12700" progId="Equation.3">
                    <p:embed/>
                  </p:oleObj>
                </mc:Choice>
                <mc:Fallback>
                  <p:oleObj name="" r:id="rId21" imgW="12700" imgH="12700" progId="Equation.3">
                    <p:embed/>
                    <p:pic>
                      <p:nvPicPr>
                        <p:cNvPr id="0" name="图片 3348"/>
                        <p:cNvPicPr/>
                        <p:nvPr/>
                      </p:nvPicPr>
                      <p:blipFill>
                        <a:blip r:embed="rId22">
                          <a:clrChange>
                            <a:clrFrom>
                              <a:srgbClr val="000000"/>
                            </a:clrFrom>
                            <a:clrTo>
                              <a:srgbClr val="FF0000"/>
                            </a:clrTo>
                          </a:clrChange>
                        </a:blip>
                        <a:stretch>
                          <a:fillRect/>
                        </a:stretch>
                      </p:blipFill>
                      <p:spPr>
                        <a:xfrm>
                          <a:off x="1104" y="720"/>
                          <a:ext cx="149" cy="227"/>
                        </a:xfrm>
                        <a:prstGeom prst="rect">
                          <a:avLst/>
                        </a:prstGeom>
                        <a:noFill/>
                        <a:ln w="38100">
                          <a:noFill/>
                          <a:miter/>
                        </a:ln>
                      </p:spPr>
                    </p:pic>
                  </p:oleObj>
                </mc:Fallback>
              </mc:AlternateContent>
            </a:graphicData>
          </a:graphic>
        </p:graphicFrame>
        <p:sp>
          <p:nvSpPr>
            <p:cNvPr id="68631" name="Line 48"/>
            <p:cNvSpPr/>
            <p:nvPr/>
          </p:nvSpPr>
          <p:spPr>
            <a:xfrm>
              <a:off x="672" y="960"/>
              <a:ext cx="1008" cy="0"/>
            </a:xfrm>
            <a:prstGeom prst="line">
              <a:avLst/>
            </a:prstGeom>
            <a:ln w="38100" cap="flat" cmpd="sng">
              <a:solidFill>
                <a:srgbClr val="000000"/>
              </a:solidFill>
              <a:prstDash val="solid"/>
              <a:headEnd type="none" w="med" len="med"/>
              <a:tailEnd type="none" w="med" len="med"/>
            </a:ln>
          </p:spPr>
        </p:sp>
        <p:sp>
          <p:nvSpPr>
            <p:cNvPr id="68632" name="Line 49"/>
            <p:cNvSpPr/>
            <p:nvPr/>
          </p:nvSpPr>
          <p:spPr>
            <a:xfrm>
              <a:off x="672" y="1728"/>
              <a:ext cx="1008" cy="0"/>
            </a:xfrm>
            <a:prstGeom prst="line">
              <a:avLst/>
            </a:prstGeom>
            <a:ln w="38100" cap="flat" cmpd="sng">
              <a:solidFill>
                <a:srgbClr val="000000"/>
              </a:solidFill>
              <a:prstDash val="solid"/>
              <a:headEnd type="none" w="med" len="med"/>
              <a:tailEnd type="none" w="med" len="med"/>
            </a:ln>
          </p:spPr>
        </p:sp>
        <p:grpSp>
          <p:nvGrpSpPr>
            <p:cNvPr id="68633" name="Group 50"/>
            <p:cNvGrpSpPr/>
            <p:nvPr/>
          </p:nvGrpSpPr>
          <p:grpSpPr>
            <a:xfrm>
              <a:off x="1632" y="959"/>
              <a:ext cx="98" cy="780"/>
              <a:chOff x="1486" y="1380"/>
              <a:chExt cx="98" cy="793"/>
            </a:xfrm>
          </p:grpSpPr>
          <p:sp>
            <p:nvSpPr>
              <p:cNvPr id="68639" name="Line 51"/>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68640" name="Rectangle 52"/>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8641" name="Line 53"/>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68634" name="Object 54"/>
            <p:cNvGraphicFramePr>
              <a:graphicFrameLocks noChangeAspect="1"/>
            </p:cNvGraphicFramePr>
            <p:nvPr/>
          </p:nvGraphicFramePr>
          <p:xfrm>
            <a:off x="1392" y="1200"/>
            <a:ext cx="242" cy="256"/>
          </p:xfrm>
          <a:graphic>
            <a:graphicData uri="http://schemas.openxmlformats.org/presentationml/2006/ole">
              <mc:AlternateContent xmlns:mc="http://schemas.openxmlformats.org/markup-compatibility/2006">
                <mc:Choice xmlns:v="urn:schemas-microsoft-com:vml" Requires="v">
                  <p:oleObj spid="_x0000_s3339" name="" r:id="rId23" imgW="76200" imgH="101600" progId="Equation.3">
                    <p:embed/>
                  </p:oleObj>
                </mc:Choice>
                <mc:Fallback>
                  <p:oleObj name="" r:id="rId23" imgW="76200" imgH="101600" progId="Equation.3">
                    <p:embed/>
                    <p:pic>
                      <p:nvPicPr>
                        <p:cNvPr id="0" name="图片 3338"/>
                        <p:cNvPicPr/>
                        <p:nvPr/>
                      </p:nvPicPr>
                      <p:blipFill>
                        <a:blip r:embed="rId24">
                          <a:clrChange>
                            <a:clrFrom>
                              <a:srgbClr val="000000"/>
                            </a:clrFrom>
                            <a:clrTo>
                              <a:srgbClr val="0033CC"/>
                            </a:clrTo>
                          </a:clrChange>
                        </a:blip>
                        <a:stretch>
                          <a:fillRect/>
                        </a:stretch>
                      </p:blipFill>
                      <p:spPr>
                        <a:xfrm>
                          <a:off x="1392" y="1200"/>
                          <a:ext cx="242" cy="256"/>
                        </a:xfrm>
                        <a:prstGeom prst="rect">
                          <a:avLst/>
                        </a:prstGeom>
                        <a:noFill/>
                        <a:ln w="38100">
                          <a:noFill/>
                          <a:miter/>
                        </a:ln>
                      </p:spPr>
                    </p:pic>
                  </p:oleObj>
                </mc:Fallback>
              </mc:AlternateContent>
            </a:graphicData>
          </a:graphic>
        </p:graphicFrame>
        <p:sp>
          <p:nvSpPr>
            <p:cNvPr id="68635" name="Line 55"/>
            <p:cNvSpPr/>
            <p:nvPr/>
          </p:nvSpPr>
          <p:spPr>
            <a:xfrm>
              <a:off x="1296" y="1104"/>
              <a:ext cx="0" cy="288"/>
            </a:xfrm>
            <a:prstGeom prst="line">
              <a:avLst/>
            </a:prstGeom>
            <a:ln w="38100" cap="flat" cmpd="sng">
              <a:solidFill>
                <a:srgbClr val="FF0000"/>
              </a:solidFill>
              <a:prstDash val="solid"/>
              <a:headEnd type="none" w="med" len="med"/>
              <a:tailEnd type="triangle" w="med" len="med"/>
            </a:ln>
          </p:spPr>
        </p:sp>
        <p:graphicFrame>
          <p:nvGraphicFramePr>
            <p:cNvPr id="68636" name="Object 56"/>
            <p:cNvGraphicFramePr>
              <a:graphicFrameLocks noChangeAspect="1"/>
            </p:cNvGraphicFramePr>
            <p:nvPr/>
          </p:nvGraphicFramePr>
          <p:xfrm>
            <a:off x="1248" y="1392"/>
            <a:ext cx="195" cy="272"/>
          </p:xfrm>
          <a:graphic>
            <a:graphicData uri="http://schemas.openxmlformats.org/presentationml/2006/ole">
              <mc:AlternateContent xmlns:mc="http://schemas.openxmlformats.org/markup-compatibility/2006">
                <mc:Choice xmlns:v="urn:schemas-microsoft-com:vml" Requires="v">
                  <p:oleObj spid="_x0000_s3346" name="" r:id="rId25" imgW="25400" imgH="114300" progId="Equation.3">
                    <p:embed/>
                  </p:oleObj>
                </mc:Choice>
                <mc:Fallback>
                  <p:oleObj name="" r:id="rId25" imgW="25400" imgH="114300" progId="Equation.3">
                    <p:embed/>
                    <p:pic>
                      <p:nvPicPr>
                        <p:cNvPr id="0" name="图片 3345"/>
                        <p:cNvPicPr/>
                        <p:nvPr/>
                      </p:nvPicPr>
                      <p:blipFill>
                        <a:blip r:embed="rId26">
                          <a:clrChange>
                            <a:clrFrom>
                              <a:srgbClr val="000000"/>
                            </a:clrFrom>
                            <a:clrTo>
                              <a:srgbClr val="FF0000"/>
                            </a:clrTo>
                          </a:clrChange>
                        </a:blip>
                        <a:stretch>
                          <a:fillRect/>
                        </a:stretch>
                      </p:blipFill>
                      <p:spPr>
                        <a:xfrm>
                          <a:off x="1248" y="1392"/>
                          <a:ext cx="195" cy="272"/>
                        </a:xfrm>
                        <a:prstGeom prst="rect">
                          <a:avLst/>
                        </a:prstGeom>
                        <a:noFill/>
                        <a:ln w="38100">
                          <a:noFill/>
                          <a:miter/>
                        </a:ln>
                      </p:spPr>
                    </p:pic>
                  </p:oleObj>
                </mc:Fallback>
              </mc:AlternateContent>
            </a:graphicData>
          </a:graphic>
        </p:graphicFrame>
        <p:graphicFrame>
          <p:nvGraphicFramePr>
            <p:cNvPr id="68637" name="Object 57"/>
            <p:cNvGraphicFramePr>
              <a:graphicFrameLocks noChangeAspect="1"/>
            </p:cNvGraphicFramePr>
            <p:nvPr/>
          </p:nvGraphicFramePr>
          <p:xfrm>
            <a:off x="1680" y="1392"/>
            <a:ext cx="211" cy="272"/>
          </p:xfrm>
          <a:graphic>
            <a:graphicData uri="http://schemas.openxmlformats.org/presentationml/2006/ole">
              <mc:AlternateContent xmlns:mc="http://schemas.openxmlformats.org/markup-compatibility/2006">
                <mc:Choice xmlns:v="urn:schemas-microsoft-com:vml" Requires="v">
                  <p:oleObj spid="_x0000_s3340" name="" r:id="rId27" imgW="50800" imgH="114300" progId="Equation.3">
                    <p:embed/>
                  </p:oleObj>
                </mc:Choice>
                <mc:Fallback>
                  <p:oleObj name="" r:id="rId27" imgW="50800" imgH="114300" progId="Equation.3">
                    <p:embed/>
                    <p:pic>
                      <p:nvPicPr>
                        <p:cNvPr id="0" name="图片 3339"/>
                        <p:cNvPicPr/>
                        <p:nvPr/>
                      </p:nvPicPr>
                      <p:blipFill>
                        <a:blip r:embed="rId28">
                          <a:clrChange>
                            <a:clrFrom>
                              <a:srgbClr val="000000"/>
                            </a:clrFrom>
                            <a:clrTo>
                              <a:srgbClr val="FF0000"/>
                            </a:clrTo>
                          </a:clrChange>
                        </a:blip>
                        <a:stretch>
                          <a:fillRect/>
                        </a:stretch>
                      </p:blipFill>
                      <p:spPr>
                        <a:xfrm>
                          <a:off x="1680" y="1392"/>
                          <a:ext cx="211" cy="272"/>
                        </a:xfrm>
                        <a:prstGeom prst="rect">
                          <a:avLst/>
                        </a:prstGeom>
                        <a:noFill/>
                        <a:ln w="38100">
                          <a:noFill/>
                          <a:miter/>
                        </a:ln>
                      </p:spPr>
                    </p:pic>
                  </p:oleObj>
                </mc:Fallback>
              </mc:AlternateContent>
            </a:graphicData>
          </a:graphic>
        </p:graphicFrame>
        <p:sp>
          <p:nvSpPr>
            <p:cNvPr id="68638" name="Line 58"/>
            <p:cNvSpPr/>
            <p:nvPr/>
          </p:nvSpPr>
          <p:spPr>
            <a:xfrm>
              <a:off x="1776" y="1104"/>
              <a:ext cx="0" cy="288"/>
            </a:xfrm>
            <a:prstGeom prst="line">
              <a:avLst/>
            </a:prstGeom>
            <a:ln w="38100" cap="flat" cmpd="sng">
              <a:solidFill>
                <a:srgbClr val="FF0000"/>
              </a:solidFill>
              <a:prstDash val="solid"/>
              <a:headEnd type="none" w="med" len="med"/>
              <a:tailEnd type="triangle" w="med" len="med"/>
            </a:ln>
          </p:spPr>
        </p:sp>
      </p:grpSp>
      <p:graphicFrame>
        <p:nvGraphicFramePr>
          <p:cNvPr id="847931" name="Object 59"/>
          <p:cNvGraphicFramePr>
            <a:graphicFrameLocks noChangeAspect="1"/>
          </p:cNvGraphicFramePr>
          <p:nvPr/>
        </p:nvGraphicFramePr>
        <p:xfrm>
          <a:off x="3624263" y="4176713"/>
          <a:ext cx="3822700" cy="2403475"/>
        </p:xfrm>
        <a:graphic>
          <a:graphicData uri="http://schemas.openxmlformats.org/presentationml/2006/ole">
            <mc:AlternateContent xmlns:mc="http://schemas.openxmlformats.org/markup-compatibility/2006">
              <mc:Choice xmlns:v="urn:schemas-microsoft-com:vml" Requires="v">
                <p:oleObj spid="_x0000_s3348" name="" r:id="rId29" imgW="2070100" imgH="1371600" progId="Equation.DSMT4">
                  <p:embed/>
                </p:oleObj>
              </mc:Choice>
              <mc:Fallback>
                <p:oleObj name="" r:id="rId29" imgW="2070100" imgH="1371600" progId="Equation.DSMT4">
                  <p:embed/>
                  <p:pic>
                    <p:nvPicPr>
                      <p:cNvPr id="0" name="图片 3347"/>
                      <p:cNvPicPr/>
                      <p:nvPr/>
                    </p:nvPicPr>
                    <p:blipFill>
                      <a:blip r:embed="rId30">
                        <a:clrChange>
                          <a:clrFrom>
                            <a:srgbClr val="000000"/>
                          </a:clrFrom>
                          <a:clrTo>
                            <a:srgbClr val="000099"/>
                          </a:clrTo>
                        </a:clrChange>
                      </a:blip>
                      <a:stretch>
                        <a:fillRect/>
                      </a:stretch>
                    </p:blipFill>
                    <p:spPr>
                      <a:xfrm>
                        <a:off x="3624263" y="4176713"/>
                        <a:ext cx="3822700" cy="24034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2/3*#ppt_w"/>
                                          </p:val>
                                        </p:tav>
                                        <p:tav tm="100000">
                                          <p:val>
                                            <p:strVal val="#ppt_w"/>
                                          </p:val>
                                        </p:tav>
                                      </p:tavLst>
                                    </p:anim>
                                    <p:anim calcmode="lin" valueType="num">
                                      <p:cBhvr>
                                        <p:cTn id="8" dur="5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847876"/>
                                        </p:tgtEl>
                                        <p:attrNameLst>
                                          <p:attrName>style.visibility</p:attrName>
                                        </p:attrNameLst>
                                      </p:cBhvr>
                                      <p:to>
                                        <p:strVal val="visible"/>
                                      </p:to>
                                    </p:set>
                                    <p:animEffect transition="in" filter="blinds(vertical)">
                                      <p:cBhvr>
                                        <p:cTn id="13" dur="500"/>
                                        <p:tgtEl>
                                          <p:spTgt spid="847876"/>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847877"/>
                                        </p:tgtEl>
                                        <p:attrNameLst>
                                          <p:attrName>style.visibility</p:attrName>
                                        </p:attrNameLst>
                                      </p:cBhvr>
                                      <p:to>
                                        <p:strVal val="visible"/>
                                      </p:to>
                                    </p:set>
                                    <p:animEffect transition="in" filter="wipe(left)">
                                      <p:cBhvr>
                                        <p:cTn id="17" dur="500"/>
                                        <p:tgtEl>
                                          <p:spTgt spid="847877"/>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847905"/>
                                        </p:tgtEl>
                                        <p:attrNameLst>
                                          <p:attrName>style.visibility</p:attrName>
                                        </p:attrNameLst>
                                      </p:cBhvr>
                                      <p:to>
                                        <p:strVal val="visible"/>
                                      </p:to>
                                    </p:set>
                                    <p:animEffect transition="in" filter="wipe(left)">
                                      <p:cBhvr>
                                        <p:cTn id="21" dur="500"/>
                                        <p:tgtEl>
                                          <p:spTgt spid="847905"/>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847875"/>
                                        </p:tgtEl>
                                        <p:attrNameLst>
                                          <p:attrName>style.visibility</p:attrName>
                                        </p:attrNameLst>
                                      </p:cBhvr>
                                      <p:to>
                                        <p:strVal val="visible"/>
                                      </p:to>
                                    </p:set>
                                    <p:animEffect transition="in" filter="wipe(left)">
                                      <p:cBhvr>
                                        <p:cTn id="25" dur="500"/>
                                        <p:tgtEl>
                                          <p:spTgt spid="847875"/>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47904"/>
                                        </p:tgtEl>
                                        <p:attrNameLst>
                                          <p:attrName>style.visibility</p:attrName>
                                        </p:attrNameLst>
                                      </p:cBhvr>
                                      <p:to>
                                        <p:strVal val="visible"/>
                                      </p:to>
                                    </p:set>
                                    <p:animEffect transition="in" filter="wipe(left)">
                                      <p:cBhvr>
                                        <p:cTn id="29" dur="500"/>
                                        <p:tgtEl>
                                          <p:spTgt spid="84790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47902"/>
                                        </p:tgtEl>
                                        <p:attrNameLst>
                                          <p:attrName>style.visibility</p:attrName>
                                        </p:attrNameLst>
                                      </p:cBhvr>
                                      <p:to>
                                        <p:strVal val="visible"/>
                                      </p:to>
                                    </p:set>
                                    <p:animEffect transition="in" filter="wipe(left)">
                                      <p:cBhvr>
                                        <p:cTn id="34" dur="500"/>
                                        <p:tgtEl>
                                          <p:spTgt spid="84790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847903"/>
                                        </p:tgtEl>
                                        <p:attrNameLst>
                                          <p:attrName>style.visibility</p:attrName>
                                        </p:attrNameLst>
                                      </p:cBhvr>
                                      <p:to>
                                        <p:strVal val="visible"/>
                                      </p:to>
                                    </p:set>
                                    <p:animEffect transition="in" filter="wipe(left)">
                                      <p:cBhvr>
                                        <p:cTn id="38" dur="500"/>
                                        <p:tgtEl>
                                          <p:spTgt spid="84790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47906"/>
                                        </p:tgtEl>
                                        <p:attrNameLst>
                                          <p:attrName>style.visibility</p:attrName>
                                        </p:attrNameLst>
                                      </p:cBhvr>
                                      <p:to>
                                        <p:strVal val="visible"/>
                                      </p:to>
                                    </p:set>
                                    <p:animEffect transition="in" filter="wipe(left)">
                                      <p:cBhvr>
                                        <p:cTn id="43" dur="500"/>
                                        <p:tgtEl>
                                          <p:spTgt spid="847906"/>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272"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strVal val="2/3*#ppt_w"/>
                                          </p:val>
                                        </p:tav>
                                        <p:tav tm="100000">
                                          <p:val>
                                            <p:strVal val="#ppt_w"/>
                                          </p:val>
                                        </p:tav>
                                      </p:tavLst>
                                    </p:anim>
                                    <p:anim calcmode="lin" valueType="num">
                                      <p:cBhvr>
                                        <p:cTn id="49" dur="500" fill="hold"/>
                                        <p:tgtEl>
                                          <p:spTgt spid="4"/>
                                        </p:tgtEl>
                                        <p:attrNameLst>
                                          <p:attrName>ppt_h</p:attrName>
                                        </p:attrNameLst>
                                      </p:cBhvr>
                                      <p:tavLst>
                                        <p:tav tm="0">
                                          <p:val>
                                            <p:strVal val="2/3*#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47931"/>
                                        </p:tgtEl>
                                        <p:attrNameLst>
                                          <p:attrName>style.visibility</p:attrName>
                                        </p:attrNameLst>
                                      </p:cBhvr>
                                      <p:to>
                                        <p:strVal val="visible"/>
                                      </p:to>
                                    </p:set>
                                    <p:animEffect transition="in" filter="wipe(left)">
                                      <p:cBhvr>
                                        <p:cTn id="54" dur="500"/>
                                        <p:tgtEl>
                                          <p:spTgt spid="847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6" grpId="0"/>
      <p:bldP spid="847902" grpId="0"/>
      <p:bldP spid="847903" grpId="0"/>
      <p:bldP spid="847904" grpId="0"/>
      <p:bldP spid="847905" grpId="0"/>
      <p:bldP spid="84790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48899" name="Object 3"/>
          <p:cNvGraphicFramePr>
            <a:graphicFrameLocks noChangeAspect="1"/>
          </p:cNvGraphicFramePr>
          <p:nvPr/>
        </p:nvGraphicFramePr>
        <p:xfrm>
          <a:off x="4038600" y="5214938"/>
          <a:ext cx="2789238" cy="1166812"/>
        </p:xfrm>
        <a:graphic>
          <a:graphicData uri="http://schemas.openxmlformats.org/presentationml/2006/ole">
            <mc:AlternateContent xmlns:mc="http://schemas.openxmlformats.org/markup-compatibility/2006">
              <mc:Choice xmlns:v="urn:schemas-microsoft-com:vml" Requires="v">
                <p:oleObj spid="_x0000_s3341" name="" r:id="rId1" imgW="1181100" imgH="381000" progId="Equation.3">
                  <p:embed/>
                </p:oleObj>
              </mc:Choice>
              <mc:Fallback>
                <p:oleObj name="" r:id="rId1" imgW="1181100" imgH="381000" progId="Equation.3">
                  <p:embed/>
                  <p:pic>
                    <p:nvPicPr>
                      <p:cNvPr id="0" name="图片 3340"/>
                      <p:cNvPicPr/>
                      <p:nvPr/>
                    </p:nvPicPr>
                    <p:blipFill>
                      <a:blip r:embed="rId2">
                        <a:clrChange>
                          <a:clrFrom>
                            <a:srgbClr val="000000"/>
                          </a:clrFrom>
                          <a:clrTo>
                            <a:srgbClr val="000099"/>
                          </a:clrTo>
                        </a:clrChange>
                      </a:blip>
                      <a:stretch>
                        <a:fillRect/>
                      </a:stretch>
                    </p:blipFill>
                    <p:spPr>
                      <a:xfrm>
                        <a:off x="4038600" y="5214938"/>
                        <a:ext cx="2789238" cy="1166812"/>
                      </a:xfrm>
                      <a:prstGeom prst="rect">
                        <a:avLst/>
                      </a:prstGeom>
                      <a:noFill/>
                      <a:ln w="38100">
                        <a:noFill/>
                        <a:miter/>
                      </a:ln>
                    </p:spPr>
                  </p:pic>
                </p:oleObj>
              </mc:Fallback>
            </mc:AlternateContent>
          </a:graphicData>
        </a:graphic>
      </p:graphicFrame>
      <p:sp>
        <p:nvSpPr>
          <p:cNvPr id="848900" name="Text Box 4"/>
          <p:cNvSpPr txBox="1">
            <a:spLocks noChangeArrowheads="1"/>
          </p:cNvSpPr>
          <p:nvPr/>
        </p:nvSpPr>
        <p:spPr bwMode="auto">
          <a:xfrm>
            <a:off x="3581400" y="3157538"/>
            <a:ext cx="1981200" cy="519113"/>
          </a:xfrm>
          <a:prstGeom prst="rect">
            <a:avLst/>
          </a:prstGeom>
          <a:noFill/>
          <a:ln w="9525">
            <a:noFill/>
            <a:miter lim="800000"/>
          </a:ln>
          <a:effectLst/>
        </p:spPr>
        <p:txBody>
          <a:bodyPr>
            <a:spAutoFit/>
          </a:bodyPr>
          <a:lstStyle/>
          <a:p>
            <a:pPr marR="0" defTabSz="914400">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分流公式：</a:t>
            </a:r>
            <a:endPar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48901" name="Object 5"/>
          <p:cNvGraphicFramePr>
            <a:graphicFrameLocks noChangeAspect="1"/>
          </p:cNvGraphicFramePr>
          <p:nvPr/>
        </p:nvGraphicFramePr>
        <p:xfrm>
          <a:off x="4953000" y="2187575"/>
          <a:ext cx="1981200" cy="1046163"/>
        </p:xfrm>
        <a:graphic>
          <a:graphicData uri="http://schemas.openxmlformats.org/presentationml/2006/ole">
            <mc:AlternateContent xmlns:mc="http://schemas.openxmlformats.org/markup-compatibility/2006">
              <mc:Choice xmlns:v="urn:schemas-microsoft-com:vml" Requires="v">
                <p:oleObj spid="_x0000_s3347" name="" r:id="rId3" imgW="914400" imgH="406400" progId="Equation.3">
                  <p:embed/>
                </p:oleObj>
              </mc:Choice>
              <mc:Fallback>
                <p:oleObj name="" r:id="rId3" imgW="914400" imgH="406400" progId="Equation.3">
                  <p:embed/>
                  <p:pic>
                    <p:nvPicPr>
                      <p:cNvPr id="0" name="图片 3346"/>
                      <p:cNvPicPr/>
                      <p:nvPr/>
                    </p:nvPicPr>
                    <p:blipFill>
                      <a:blip r:embed="rId4">
                        <a:clrChange>
                          <a:clrFrom>
                            <a:srgbClr val="000000"/>
                          </a:clrFrom>
                          <a:clrTo>
                            <a:srgbClr val="FF5050"/>
                          </a:clrTo>
                        </a:clrChange>
                      </a:blip>
                      <a:stretch>
                        <a:fillRect/>
                      </a:stretch>
                    </p:blipFill>
                    <p:spPr>
                      <a:xfrm>
                        <a:off x="4953000" y="2187575"/>
                        <a:ext cx="1981200" cy="1046163"/>
                      </a:xfrm>
                      <a:prstGeom prst="rect">
                        <a:avLst/>
                      </a:prstGeom>
                      <a:noFill/>
                      <a:ln w="38100">
                        <a:noFill/>
                        <a:miter/>
                      </a:ln>
                    </p:spPr>
                  </p:pic>
                </p:oleObj>
              </mc:Fallback>
            </mc:AlternateContent>
          </a:graphicData>
        </a:graphic>
      </p:graphicFrame>
      <p:graphicFrame>
        <p:nvGraphicFramePr>
          <p:cNvPr id="848902" name="Object 6"/>
          <p:cNvGraphicFramePr>
            <a:graphicFrameLocks noChangeAspect="1"/>
          </p:cNvGraphicFramePr>
          <p:nvPr/>
        </p:nvGraphicFramePr>
        <p:xfrm>
          <a:off x="5181600" y="795338"/>
          <a:ext cx="1066800" cy="896937"/>
        </p:xfrm>
        <a:graphic>
          <a:graphicData uri="http://schemas.openxmlformats.org/presentationml/2006/ole">
            <mc:AlternateContent xmlns:mc="http://schemas.openxmlformats.org/markup-compatibility/2006">
              <mc:Choice xmlns:v="urn:schemas-microsoft-com:vml" Requires="v">
                <p:oleObj spid="_x0000_s3345" name="" r:id="rId5" imgW="431800" imgH="419100" progId="Equation.3">
                  <p:embed/>
                </p:oleObj>
              </mc:Choice>
              <mc:Fallback>
                <p:oleObj name="" r:id="rId5" imgW="431800" imgH="419100" progId="Equation.3">
                  <p:embed/>
                  <p:pic>
                    <p:nvPicPr>
                      <p:cNvPr id="0" name="图片 3344"/>
                      <p:cNvPicPr/>
                      <p:nvPr/>
                    </p:nvPicPr>
                    <p:blipFill>
                      <a:blip r:embed="rId6"/>
                      <a:stretch>
                        <a:fillRect/>
                      </a:stretch>
                    </p:blipFill>
                    <p:spPr>
                      <a:xfrm>
                        <a:off x="5181600" y="795338"/>
                        <a:ext cx="1066800" cy="896937"/>
                      </a:xfrm>
                      <a:prstGeom prst="rect">
                        <a:avLst/>
                      </a:prstGeom>
                      <a:noFill/>
                      <a:ln w="38100">
                        <a:noFill/>
                        <a:miter/>
                      </a:ln>
                    </p:spPr>
                  </p:pic>
                </p:oleObj>
              </mc:Fallback>
            </mc:AlternateContent>
          </a:graphicData>
        </a:graphic>
      </p:graphicFrame>
      <p:grpSp>
        <p:nvGrpSpPr>
          <p:cNvPr id="2" name="Group 7"/>
          <p:cNvGrpSpPr/>
          <p:nvPr/>
        </p:nvGrpSpPr>
        <p:grpSpPr>
          <a:xfrm>
            <a:off x="838200" y="1252538"/>
            <a:ext cx="2163763" cy="1662112"/>
            <a:chOff x="528" y="720"/>
            <a:chExt cx="1363" cy="1047"/>
          </a:xfrm>
        </p:grpSpPr>
        <p:sp>
          <p:nvSpPr>
            <p:cNvPr id="69658" name="Oval 8"/>
            <p:cNvSpPr/>
            <p:nvPr/>
          </p:nvSpPr>
          <p:spPr>
            <a:xfrm>
              <a:off x="624" y="1685"/>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59" name="Oval 9"/>
            <p:cNvSpPr/>
            <p:nvPr/>
          </p:nvSpPr>
          <p:spPr>
            <a:xfrm>
              <a:off x="608" y="923"/>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60" name="Text Box 10"/>
            <p:cNvSpPr txBox="1"/>
            <p:nvPr/>
          </p:nvSpPr>
          <p:spPr>
            <a:xfrm>
              <a:off x="528" y="912"/>
              <a:ext cx="14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9661" name="Object 11"/>
            <p:cNvGraphicFramePr>
              <a:graphicFrameLocks noChangeAspect="1"/>
            </p:cNvGraphicFramePr>
            <p:nvPr/>
          </p:nvGraphicFramePr>
          <p:xfrm>
            <a:off x="576" y="1248"/>
            <a:ext cx="195" cy="240"/>
          </p:xfrm>
          <a:graphic>
            <a:graphicData uri="http://schemas.openxmlformats.org/presentationml/2006/ole">
              <mc:AlternateContent xmlns:mc="http://schemas.openxmlformats.org/markup-compatibility/2006">
                <mc:Choice xmlns:v="urn:schemas-microsoft-com:vml" Requires="v">
                  <p:oleObj spid="_x0000_s3342" name="" r:id="rId7" imgW="25400" imgH="76200" progId="Equation.3">
                    <p:embed/>
                  </p:oleObj>
                </mc:Choice>
                <mc:Fallback>
                  <p:oleObj name="" r:id="rId7" imgW="25400" imgH="76200" progId="Equation.3">
                    <p:embed/>
                    <p:pic>
                      <p:nvPicPr>
                        <p:cNvPr id="0" name="图片 3341"/>
                        <p:cNvPicPr/>
                        <p:nvPr/>
                      </p:nvPicPr>
                      <p:blipFill>
                        <a:blip r:embed="rId8">
                          <a:clrChange>
                            <a:clrFrom>
                              <a:srgbClr val="000000"/>
                            </a:clrFrom>
                            <a:clrTo>
                              <a:srgbClr val="FF0000"/>
                            </a:clrTo>
                          </a:clrChange>
                        </a:blip>
                        <a:stretch>
                          <a:fillRect/>
                        </a:stretch>
                      </p:blipFill>
                      <p:spPr>
                        <a:xfrm>
                          <a:off x="576" y="1248"/>
                          <a:ext cx="195" cy="240"/>
                        </a:xfrm>
                        <a:prstGeom prst="rect">
                          <a:avLst/>
                        </a:prstGeom>
                        <a:noFill/>
                        <a:ln w="38100">
                          <a:noFill/>
                          <a:miter/>
                        </a:ln>
                      </p:spPr>
                    </p:pic>
                  </p:oleObj>
                </mc:Fallback>
              </mc:AlternateContent>
            </a:graphicData>
          </a:graphic>
        </p:graphicFrame>
        <p:grpSp>
          <p:nvGrpSpPr>
            <p:cNvPr id="69662" name="Group 12"/>
            <p:cNvGrpSpPr/>
            <p:nvPr/>
          </p:nvGrpSpPr>
          <p:grpSpPr>
            <a:xfrm>
              <a:off x="1152" y="960"/>
              <a:ext cx="98" cy="780"/>
              <a:chOff x="1486" y="1380"/>
              <a:chExt cx="98" cy="793"/>
            </a:xfrm>
          </p:grpSpPr>
          <p:sp>
            <p:nvSpPr>
              <p:cNvPr id="69678" name="Line 13"/>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69679" name="Rectangle 14"/>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80" name="Line 15"/>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69663" name="Object 16"/>
            <p:cNvGraphicFramePr>
              <a:graphicFrameLocks noChangeAspect="1"/>
            </p:cNvGraphicFramePr>
            <p:nvPr/>
          </p:nvGraphicFramePr>
          <p:xfrm>
            <a:off x="937" y="1218"/>
            <a:ext cx="242" cy="256"/>
          </p:xfrm>
          <a:graphic>
            <a:graphicData uri="http://schemas.openxmlformats.org/presentationml/2006/ole">
              <mc:AlternateContent xmlns:mc="http://schemas.openxmlformats.org/markup-compatibility/2006">
                <mc:Choice xmlns:v="urn:schemas-microsoft-com:vml" Requires="v">
                  <p:oleObj spid="_x0000_s3343" name="" r:id="rId9" imgW="76200" imgH="101600" progId="Equation.3">
                    <p:embed/>
                  </p:oleObj>
                </mc:Choice>
                <mc:Fallback>
                  <p:oleObj name="" r:id="rId9" imgW="76200" imgH="101600" progId="Equation.3">
                    <p:embed/>
                    <p:pic>
                      <p:nvPicPr>
                        <p:cNvPr id="0" name="图片 3342"/>
                        <p:cNvPicPr/>
                        <p:nvPr/>
                      </p:nvPicPr>
                      <p:blipFill>
                        <a:blip r:embed="rId10">
                          <a:clrChange>
                            <a:clrFrom>
                              <a:srgbClr val="000000"/>
                            </a:clrFrom>
                            <a:clrTo>
                              <a:srgbClr val="0033CC"/>
                            </a:clrTo>
                          </a:clrChange>
                        </a:blip>
                        <a:stretch>
                          <a:fillRect/>
                        </a:stretch>
                      </p:blipFill>
                      <p:spPr>
                        <a:xfrm>
                          <a:off x="937" y="1218"/>
                          <a:ext cx="242" cy="256"/>
                        </a:xfrm>
                        <a:prstGeom prst="rect">
                          <a:avLst/>
                        </a:prstGeom>
                        <a:noFill/>
                        <a:ln w="38100">
                          <a:noFill/>
                          <a:miter/>
                        </a:ln>
                      </p:spPr>
                    </p:pic>
                  </p:oleObj>
                </mc:Fallback>
              </mc:AlternateContent>
            </a:graphicData>
          </a:graphic>
        </p:graphicFrame>
        <p:sp>
          <p:nvSpPr>
            <p:cNvPr id="69664" name="Text Box 17"/>
            <p:cNvSpPr txBox="1"/>
            <p:nvPr/>
          </p:nvSpPr>
          <p:spPr>
            <a:xfrm>
              <a:off x="576" y="1440"/>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9665" name="Line 18"/>
            <p:cNvSpPr/>
            <p:nvPr/>
          </p:nvSpPr>
          <p:spPr>
            <a:xfrm>
              <a:off x="816" y="912"/>
              <a:ext cx="288" cy="0"/>
            </a:xfrm>
            <a:prstGeom prst="line">
              <a:avLst/>
            </a:prstGeom>
            <a:ln w="38100" cap="flat" cmpd="sng">
              <a:solidFill>
                <a:srgbClr val="FF0000"/>
              </a:solidFill>
              <a:prstDash val="solid"/>
              <a:headEnd type="none" w="med" len="med"/>
              <a:tailEnd type="triangle" w="med" len="med"/>
            </a:ln>
          </p:spPr>
        </p:sp>
        <p:graphicFrame>
          <p:nvGraphicFramePr>
            <p:cNvPr id="69666" name="Object 19"/>
            <p:cNvGraphicFramePr>
              <a:graphicFrameLocks noChangeAspect="1"/>
            </p:cNvGraphicFramePr>
            <p:nvPr/>
          </p:nvGraphicFramePr>
          <p:xfrm>
            <a:off x="1104" y="720"/>
            <a:ext cx="149" cy="227"/>
          </p:xfrm>
          <a:graphic>
            <a:graphicData uri="http://schemas.openxmlformats.org/presentationml/2006/ole">
              <mc:AlternateContent xmlns:mc="http://schemas.openxmlformats.org/markup-compatibility/2006">
                <mc:Choice xmlns:v="urn:schemas-microsoft-com:vml" Requires="v">
                  <p:oleObj spid="_x0000_s3344" name="" r:id="rId11" imgW="12700" imgH="12700" progId="Equation.3">
                    <p:embed/>
                  </p:oleObj>
                </mc:Choice>
                <mc:Fallback>
                  <p:oleObj name="" r:id="rId11" imgW="12700" imgH="12700" progId="Equation.3">
                    <p:embed/>
                    <p:pic>
                      <p:nvPicPr>
                        <p:cNvPr id="0" name="图片 3343"/>
                        <p:cNvPicPr/>
                        <p:nvPr/>
                      </p:nvPicPr>
                      <p:blipFill>
                        <a:blip r:embed="rId12">
                          <a:clrChange>
                            <a:clrFrom>
                              <a:srgbClr val="000000"/>
                            </a:clrFrom>
                            <a:clrTo>
                              <a:srgbClr val="FF0000"/>
                            </a:clrTo>
                          </a:clrChange>
                        </a:blip>
                        <a:stretch>
                          <a:fillRect/>
                        </a:stretch>
                      </p:blipFill>
                      <p:spPr>
                        <a:xfrm>
                          <a:off x="1104" y="720"/>
                          <a:ext cx="149" cy="227"/>
                        </a:xfrm>
                        <a:prstGeom prst="rect">
                          <a:avLst/>
                        </a:prstGeom>
                        <a:noFill/>
                        <a:ln w="38100">
                          <a:noFill/>
                          <a:miter/>
                        </a:ln>
                      </p:spPr>
                    </p:pic>
                  </p:oleObj>
                </mc:Fallback>
              </mc:AlternateContent>
            </a:graphicData>
          </a:graphic>
        </p:graphicFrame>
        <p:sp>
          <p:nvSpPr>
            <p:cNvPr id="69667" name="Line 20"/>
            <p:cNvSpPr/>
            <p:nvPr/>
          </p:nvSpPr>
          <p:spPr>
            <a:xfrm>
              <a:off x="672" y="960"/>
              <a:ext cx="1008" cy="0"/>
            </a:xfrm>
            <a:prstGeom prst="line">
              <a:avLst/>
            </a:prstGeom>
            <a:ln w="38100" cap="flat" cmpd="sng">
              <a:solidFill>
                <a:srgbClr val="000000"/>
              </a:solidFill>
              <a:prstDash val="solid"/>
              <a:headEnd type="none" w="med" len="med"/>
              <a:tailEnd type="none" w="med" len="med"/>
            </a:ln>
          </p:spPr>
        </p:sp>
        <p:sp>
          <p:nvSpPr>
            <p:cNvPr id="69668" name="Line 21"/>
            <p:cNvSpPr/>
            <p:nvPr/>
          </p:nvSpPr>
          <p:spPr>
            <a:xfrm>
              <a:off x="672" y="1728"/>
              <a:ext cx="1008" cy="0"/>
            </a:xfrm>
            <a:prstGeom prst="line">
              <a:avLst/>
            </a:prstGeom>
            <a:ln w="38100" cap="flat" cmpd="sng">
              <a:solidFill>
                <a:srgbClr val="000000"/>
              </a:solidFill>
              <a:prstDash val="solid"/>
              <a:headEnd type="none" w="med" len="med"/>
              <a:tailEnd type="none" w="med" len="med"/>
            </a:ln>
          </p:spPr>
        </p:sp>
        <p:grpSp>
          <p:nvGrpSpPr>
            <p:cNvPr id="69669" name="Group 22"/>
            <p:cNvGrpSpPr/>
            <p:nvPr/>
          </p:nvGrpSpPr>
          <p:grpSpPr>
            <a:xfrm>
              <a:off x="1632" y="959"/>
              <a:ext cx="98" cy="780"/>
              <a:chOff x="1486" y="1380"/>
              <a:chExt cx="98" cy="793"/>
            </a:xfrm>
          </p:grpSpPr>
          <p:sp>
            <p:nvSpPr>
              <p:cNvPr id="69675" name="Line 23"/>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69676" name="Rectangle 24"/>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77" name="Line 25"/>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69670" name="Object 26"/>
            <p:cNvGraphicFramePr>
              <a:graphicFrameLocks noChangeAspect="1"/>
            </p:cNvGraphicFramePr>
            <p:nvPr/>
          </p:nvGraphicFramePr>
          <p:xfrm>
            <a:off x="1392" y="1200"/>
            <a:ext cx="242" cy="256"/>
          </p:xfrm>
          <a:graphic>
            <a:graphicData uri="http://schemas.openxmlformats.org/presentationml/2006/ole">
              <mc:AlternateContent xmlns:mc="http://schemas.openxmlformats.org/markup-compatibility/2006">
                <mc:Choice xmlns:v="urn:schemas-microsoft-com:vml" Requires="v">
                  <p:oleObj spid="_x0000_s3351" name="" r:id="rId13" imgW="76200" imgH="101600" progId="Equation.3">
                    <p:embed/>
                  </p:oleObj>
                </mc:Choice>
                <mc:Fallback>
                  <p:oleObj name="" r:id="rId13" imgW="76200" imgH="101600" progId="Equation.3">
                    <p:embed/>
                    <p:pic>
                      <p:nvPicPr>
                        <p:cNvPr id="0" name="图片 3350"/>
                        <p:cNvPicPr/>
                        <p:nvPr/>
                      </p:nvPicPr>
                      <p:blipFill>
                        <a:blip r:embed="rId14">
                          <a:clrChange>
                            <a:clrFrom>
                              <a:srgbClr val="000000"/>
                            </a:clrFrom>
                            <a:clrTo>
                              <a:srgbClr val="0033CC"/>
                            </a:clrTo>
                          </a:clrChange>
                        </a:blip>
                        <a:stretch>
                          <a:fillRect/>
                        </a:stretch>
                      </p:blipFill>
                      <p:spPr>
                        <a:xfrm>
                          <a:off x="1392" y="1200"/>
                          <a:ext cx="242" cy="256"/>
                        </a:xfrm>
                        <a:prstGeom prst="rect">
                          <a:avLst/>
                        </a:prstGeom>
                        <a:noFill/>
                        <a:ln w="38100">
                          <a:noFill/>
                          <a:miter/>
                        </a:ln>
                      </p:spPr>
                    </p:pic>
                  </p:oleObj>
                </mc:Fallback>
              </mc:AlternateContent>
            </a:graphicData>
          </a:graphic>
        </p:graphicFrame>
        <p:sp>
          <p:nvSpPr>
            <p:cNvPr id="69671" name="Line 27"/>
            <p:cNvSpPr/>
            <p:nvPr/>
          </p:nvSpPr>
          <p:spPr>
            <a:xfrm>
              <a:off x="1296" y="1104"/>
              <a:ext cx="0" cy="288"/>
            </a:xfrm>
            <a:prstGeom prst="line">
              <a:avLst/>
            </a:prstGeom>
            <a:ln w="38100" cap="flat" cmpd="sng">
              <a:solidFill>
                <a:srgbClr val="FF0000"/>
              </a:solidFill>
              <a:prstDash val="solid"/>
              <a:headEnd type="none" w="med" len="med"/>
              <a:tailEnd type="triangle" w="med" len="med"/>
            </a:ln>
          </p:spPr>
        </p:sp>
        <p:graphicFrame>
          <p:nvGraphicFramePr>
            <p:cNvPr id="69672" name="Object 28"/>
            <p:cNvGraphicFramePr>
              <a:graphicFrameLocks noChangeAspect="1"/>
            </p:cNvGraphicFramePr>
            <p:nvPr/>
          </p:nvGraphicFramePr>
          <p:xfrm>
            <a:off x="1248" y="1392"/>
            <a:ext cx="195" cy="272"/>
          </p:xfrm>
          <a:graphic>
            <a:graphicData uri="http://schemas.openxmlformats.org/presentationml/2006/ole">
              <mc:AlternateContent xmlns:mc="http://schemas.openxmlformats.org/markup-compatibility/2006">
                <mc:Choice xmlns:v="urn:schemas-microsoft-com:vml" Requires="v">
                  <p:oleObj spid="_x0000_s3350" name="" r:id="rId15" imgW="25400" imgH="114300" progId="Equation.3">
                    <p:embed/>
                  </p:oleObj>
                </mc:Choice>
                <mc:Fallback>
                  <p:oleObj name="" r:id="rId15" imgW="25400" imgH="114300" progId="Equation.3">
                    <p:embed/>
                    <p:pic>
                      <p:nvPicPr>
                        <p:cNvPr id="0" name="图片 3349"/>
                        <p:cNvPicPr/>
                        <p:nvPr/>
                      </p:nvPicPr>
                      <p:blipFill>
                        <a:blip r:embed="rId16">
                          <a:clrChange>
                            <a:clrFrom>
                              <a:srgbClr val="000000"/>
                            </a:clrFrom>
                            <a:clrTo>
                              <a:srgbClr val="FF0000"/>
                            </a:clrTo>
                          </a:clrChange>
                        </a:blip>
                        <a:stretch>
                          <a:fillRect/>
                        </a:stretch>
                      </p:blipFill>
                      <p:spPr>
                        <a:xfrm>
                          <a:off x="1248" y="1392"/>
                          <a:ext cx="195" cy="272"/>
                        </a:xfrm>
                        <a:prstGeom prst="rect">
                          <a:avLst/>
                        </a:prstGeom>
                        <a:noFill/>
                        <a:ln w="38100">
                          <a:noFill/>
                          <a:miter/>
                        </a:ln>
                      </p:spPr>
                    </p:pic>
                  </p:oleObj>
                </mc:Fallback>
              </mc:AlternateContent>
            </a:graphicData>
          </a:graphic>
        </p:graphicFrame>
        <p:graphicFrame>
          <p:nvGraphicFramePr>
            <p:cNvPr id="69673" name="Object 29"/>
            <p:cNvGraphicFramePr>
              <a:graphicFrameLocks noChangeAspect="1"/>
            </p:cNvGraphicFramePr>
            <p:nvPr/>
          </p:nvGraphicFramePr>
          <p:xfrm>
            <a:off x="1680" y="1392"/>
            <a:ext cx="211" cy="272"/>
          </p:xfrm>
          <a:graphic>
            <a:graphicData uri="http://schemas.openxmlformats.org/presentationml/2006/ole">
              <mc:AlternateContent xmlns:mc="http://schemas.openxmlformats.org/markup-compatibility/2006">
                <mc:Choice xmlns:v="urn:schemas-microsoft-com:vml" Requires="v">
                  <p:oleObj spid="_x0000_s3353" name="" r:id="rId17" imgW="50800" imgH="114300" progId="Equation.3">
                    <p:embed/>
                  </p:oleObj>
                </mc:Choice>
                <mc:Fallback>
                  <p:oleObj name="" r:id="rId17" imgW="50800" imgH="114300" progId="Equation.3">
                    <p:embed/>
                    <p:pic>
                      <p:nvPicPr>
                        <p:cNvPr id="0" name="图片 3352"/>
                        <p:cNvPicPr/>
                        <p:nvPr/>
                      </p:nvPicPr>
                      <p:blipFill>
                        <a:blip r:embed="rId18">
                          <a:clrChange>
                            <a:clrFrom>
                              <a:srgbClr val="000000"/>
                            </a:clrFrom>
                            <a:clrTo>
                              <a:srgbClr val="FF0000"/>
                            </a:clrTo>
                          </a:clrChange>
                        </a:blip>
                        <a:stretch>
                          <a:fillRect/>
                        </a:stretch>
                      </p:blipFill>
                      <p:spPr>
                        <a:xfrm>
                          <a:off x="1680" y="1392"/>
                          <a:ext cx="211" cy="272"/>
                        </a:xfrm>
                        <a:prstGeom prst="rect">
                          <a:avLst/>
                        </a:prstGeom>
                        <a:noFill/>
                        <a:ln w="38100">
                          <a:noFill/>
                          <a:miter/>
                        </a:ln>
                      </p:spPr>
                    </p:pic>
                  </p:oleObj>
                </mc:Fallback>
              </mc:AlternateContent>
            </a:graphicData>
          </a:graphic>
        </p:graphicFrame>
        <p:sp>
          <p:nvSpPr>
            <p:cNvPr id="69674" name="Line 30"/>
            <p:cNvSpPr/>
            <p:nvPr/>
          </p:nvSpPr>
          <p:spPr>
            <a:xfrm>
              <a:off x="1776" y="1104"/>
              <a:ext cx="0" cy="288"/>
            </a:xfrm>
            <a:prstGeom prst="line">
              <a:avLst/>
            </a:prstGeom>
            <a:ln w="38100" cap="flat" cmpd="sng">
              <a:solidFill>
                <a:srgbClr val="FF0000"/>
              </a:solidFill>
              <a:prstDash val="solid"/>
              <a:headEnd type="none" w="med" len="med"/>
              <a:tailEnd type="triangle" w="med" len="med"/>
            </a:ln>
          </p:spPr>
        </p:sp>
      </p:grpSp>
      <p:grpSp>
        <p:nvGrpSpPr>
          <p:cNvPr id="5" name="Group 31"/>
          <p:cNvGrpSpPr/>
          <p:nvPr/>
        </p:nvGrpSpPr>
        <p:grpSpPr>
          <a:xfrm>
            <a:off x="1066800" y="3614738"/>
            <a:ext cx="1447800" cy="1662112"/>
            <a:chOff x="672" y="2208"/>
            <a:chExt cx="912" cy="1047"/>
          </a:xfrm>
        </p:grpSpPr>
        <p:sp>
          <p:nvSpPr>
            <p:cNvPr id="69645" name="Line 32"/>
            <p:cNvSpPr/>
            <p:nvPr/>
          </p:nvSpPr>
          <p:spPr>
            <a:xfrm flipH="1">
              <a:off x="1536" y="2916"/>
              <a:ext cx="0" cy="313"/>
            </a:xfrm>
            <a:prstGeom prst="line">
              <a:avLst/>
            </a:prstGeom>
            <a:ln w="38100" cap="flat" cmpd="sng">
              <a:solidFill>
                <a:schemeClr val="tx1"/>
              </a:solidFill>
              <a:prstDash val="solid"/>
              <a:headEnd type="none" w="med" len="med"/>
              <a:tailEnd type="none" w="med" len="med"/>
            </a:ln>
          </p:spPr>
        </p:sp>
        <p:sp>
          <p:nvSpPr>
            <p:cNvPr id="69646" name="Rectangle 33"/>
            <p:cNvSpPr/>
            <p:nvPr/>
          </p:nvSpPr>
          <p:spPr>
            <a:xfrm>
              <a:off x="1486" y="2705"/>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47" name="Oval 34"/>
            <p:cNvSpPr/>
            <p:nvPr/>
          </p:nvSpPr>
          <p:spPr>
            <a:xfrm>
              <a:off x="768" y="3196"/>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48" name="Oval 35"/>
            <p:cNvSpPr/>
            <p:nvPr/>
          </p:nvSpPr>
          <p:spPr>
            <a:xfrm>
              <a:off x="752" y="2411"/>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69649" name="Text Box 36"/>
            <p:cNvSpPr txBox="1"/>
            <p:nvPr/>
          </p:nvSpPr>
          <p:spPr>
            <a:xfrm>
              <a:off x="672" y="2400"/>
              <a:ext cx="1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69650" name="Object 37"/>
            <p:cNvGraphicFramePr>
              <a:graphicFrameLocks noChangeAspect="1"/>
            </p:cNvGraphicFramePr>
            <p:nvPr/>
          </p:nvGraphicFramePr>
          <p:xfrm>
            <a:off x="720" y="2736"/>
            <a:ext cx="195" cy="240"/>
          </p:xfrm>
          <a:graphic>
            <a:graphicData uri="http://schemas.openxmlformats.org/presentationml/2006/ole">
              <mc:AlternateContent xmlns:mc="http://schemas.openxmlformats.org/markup-compatibility/2006">
                <mc:Choice xmlns:v="urn:schemas-microsoft-com:vml" Requires="v">
                  <p:oleObj spid="_x0000_s3354" name="" r:id="rId19" imgW="25400" imgH="76200" progId="Equation.3">
                    <p:embed/>
                  </p:oleObj>
                </mc:Choice>
                <mc:Fallback>
                  <p:oleObj name="" r:id="rId19" imgW="25400" imgH="76200" progId="Equation.3">
                    <p:embed/>
                    <p:pic>
                      <p:nvPicPr>
                        <p:cNvPr id="0" name="图片 3353"/>
                        <p:cNvPicPr/>
                        <p:nvPr/>
                      </p:nvPicPr>
                      <p:blipFill>
                        <a:blip r:embed="rId20">
                          <a:clrChange>
                            <a:clrFrom>
                              <a:srgbClr val="000000"/>
                            </a:clrFrom>
                            <a:clrTo>
                              <a:srgbClr val="FF0000"/>
                            </a:clrTo>
                          </a:clrChange>
                        </a:blip>
                        <a:stretch>
                          <a:fillRect/>
                        </a:stretch>
                      </p:blipFill>
                      <p:spPr>
                        <a:xfrm>
                          <a:off x="720" y="2736"/>
                          <a:ext cx="195" cy="240"/>
                        </a:xfrm>
                        <a:prstGeom prst="rect">
                          <a:avLst/>
                        </a:prstGeom>
                        <a:noFill/>
                        <a:ln w="38100">
                          <a:noFill/>
                          <a:miter/>
                        </a:ln>
                      </p:spPr>
                    </p:pic>
                  </p:oleObj>
                </mc:Fallback>
              </mc:AlternateContent>
            </a:graphicData>
          </a:graphic>
        </p:graphicFrame>
        <p:sp>
          <p:nvSpPr>
            <p:cNvPr id="69651" name="Line 38"/>
            <p:cNvSpPr/>
            <p:nvPr/>
          </p:nvSpPr>
          <p:spPr>
            <a:xfrm>
              <a:off x="816" y="3216"/>
              <a:ext cx="720" cy="0"/>
            </a:xfrm>
            <a:prstGeom prst="line">
              <a:avLst/>
            </a:prstGeom>
            <a:ln w="38100" cap="flat" cmpd="sng">
              <a:solidFill>
                <a:srgbClr val="000000"/>
              </a:solidFill>
              <a:prstDash val="solid"/>
              <a:headEnd type="none" w="med" len="med"/>
              <a:tailEnd type="none" w="med" len="med"/>
            </a:ln>
          </p:spPr>
        </p:sp>
        <p:sp>
          <p:nvSpPr>
            <p:cNvPr id="69652" name="Line 39"/>
            <p:cNvSpPr/>
            <p:nvPr/>
          </p:nvSpPr>
          <p:spPr>
            <a:xfrm>
              <a:off x="816" y="2436"/>
              <a:ext cx="720" cy="0"/>
            </a:xfrm>
            <a:prstGeom prst="line">
              <a:avLst/>
            </a:prstGeom>
            <a:ln w="38100" cap="flat" cmpd="sng">
              <a:solidFill>
                <a:srgbClr val="000000"/>
              </a:solidFill>
              <a:prstDash val="solid"/>
              <a:headEnd type="none" w="med" len="med"/>
              <a:tailEnd type="none" w="med" len="med"/>
            </a:ln>
          </p:spPr>
        </p:sp>
        <p:sp>
          <p:nvSpPr>
            <p:cNvPr id="69653" name="Line 40"/>
            <p:cNvSpPr/>
            <p:nvPr/>
          </p:nvSpPr>
          <p:spPr>
            <a:xfrm>
              <a:off x="1536" y="2436"/>
              <a:ext cx="0" cy="265"/>
            </a:xfrm>
            <a:prstGeom prst="line">
              <a:avLst/>
            </a:prstGeom>
            <a:ln w="38100" cap="flat" cmpd="sng">
              <a:solidFill>
                <a:srgbClr val="000000"/>
              </a:solidFill>
              <a:prstDash val="solid"/>
              <a:headEnd type="none" w="med" len="med"/>
              <a:tailEnd type="none" w="med" len="med"/>
            </a:ln>
          </p:spPr>
        </p:sp>
        <p:graphicFrame>
          <p:nvGraphicFramePr>
            <p:cNvPr id="69654" name="Object 41"/>
            <p:cNvGraphicFramePr>
              <a:graphicFrameLocks noChangeAspect="1"/>
            </p:cNvGraphicFramePr>
            <p:nvPr/>
          </p:nvGraphicFramePr>
          <p:xfrm>
            <a:off x="1270" y="2706"/>
            <a:ext cx="196" cy="195"/>
          </p:xfrm>
          <a:graphic>
            <a:graphicData uri="http://schemas.openxmlformats.org/presentationml/2006/ole">
              <mc:AlternateContent xmlns:mc="http://schemas.openxmlformats.org/markup-compatibility/2006">
                <mc:Choice xmlns:v="urn:schemas-microsoft-com:vml" Requires="v">
                  <p:oleObj spid="_x0000_s3355" name="" r:id="rId21" imgW="25400" imgH="25400" progId="Equation.3">
                    <p:embed/>
                  </p:oleObj>
                </mc:Choice>
                <mc:Fallback>
                  <p:oleObj name="" r:id="rId21" imgW="25400" imgH="25400" progId="Equation.3">
                    <p:embed/>
                    <p:pic>
                      <p:nvPicPr>
                        <p:cNvPr id="0" name="图片 3354"/>
                        <p:cNvPicPr/>
                        <p:nvPr/>
                      </p:nvPicPr>
                      <p:blipFill>
                        <a:blip r:embed="rId22">
                          <a:clrChange>
                            <a:clrFrom>
                              <a:srgbClr val="000000"/>
                            </a:clrFrom>
                            <a:clrTo>
                              <a:srgbClr val="0033CC"/>
                            </a:clrTo>
                          </a:clrChange>
                        </a:blip>
                        <a:stretch>
                          <a:fillRect/>
                        </a:stretch>
                      </p:blipFill>
                      <p:spPr>
                        <a:xfrm>
                          <a:off x="1270" y="2706"/>
                          <a:ext cx="196" cy="195"/>
                        </a:xfrm>
                        <a:prstGeom prst="rect">
                          <a:avLst/>
                        </a:prstGeom>
                        <a:noFill/>
                        <a:ln w="38100">
                          <a:noFill/>
                          <a:miter/>
                        </a:ln>
                      </p:spPr>
                    </p:pic>
                  </p:oleObj>
                </mc:Fallback>
              </mc:AlternateContent>
            </a:graphicData>
          </a:graphic>
        </p:graphicFrame>
        <p:sp>
          <p:nvSpPr>
            <p:cNvPr id="69655" name="Text Box 42"/>
            <p:cNvSpPr txBox="1"/>
            <p:nvPr/>
          </p:nvSpPr>
          <p:spPr>
            <a:xfrm>
              <a:off x="720" y="2928"/>
              <a:ext cx="1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69656" name="Line 43"/>
            <p:cNvSpPr/>
            <p:nvPr/>
          </p:nvSpPr>
          <p:spPr>
            <a:xfrm>
              <a:off x="960" y="2352"/>
              <a:ext cx="288" cy="0"/>
            </a:xfrm>
            <a:prstGeom prst="line">
              <a:avLst/>
            </a:prstGeom>
            <a:ln w="38100" cap="flat" cmpd="sng">
              <a:solidFill>
                <a:srgbClr val="FF0000"/>
              </a:solidFill>
              <a:prstDash val="solid"/>
              <a:headEnd type="none" w="med" len="med"/>
              <a:tailEnd type="triangle" w="med" len="med"/>
            </a:ln>
          </p:spPr>
        </p:sp>
        <p:graphicFrame>
          <p:nvGraphicFramePr>
            <p:cNvPr id="69657" name="Object 44"/>
            <p:cNvGraphicFramePr>
              <a:graphicFrameLocks noChangeAspect="1"/>
            </p:cNvGraphicFramePr>
            <p:nvPr/>
          </p:nvGraphicFramePr>
          <p:xfrm>
            <a:off x="1248" y="2208"/>
            <a:ext cx="149" cy="227"/>
          </p:xfrm>
          <a:graphic>
            <a:graphicData uri="http://schemas.openxmlformats.org/presentationml/2006/ole">
              <mc:AlternateContent xmlns:mc="http://schemas.openxmlformats.org/markup-compatibility/2006">
                <mc:Choice xmlns:v="urn:schemas-microsoft-com:vml" Requires="v">
                  <p:oleObj spid="_x0000_s3356" name="" r:id="rId23" imgW="12700" imgH="12700" progId="Equation.3">
                    <p:embed/>
                  </p:oleObj>
                </mc:Choice>
                <mc:Fallback>
                  <p:oleObj name="" r:id="rId23" imgW="12700" imgH="12700" progId="Equation.3">
                    <p:embed/>
                    <p:pic>
                      <p:nvPicPr>
                        <p:cNvPr id="0" name="图片 3355"/>
                        <p:cNvPicPr/>
                        <p:nvPr/>
                      </p:nvPicPr>
                      <p:blipFill>
                        <a:blip r:embed="rId24">
                          <a:clrChange>
                            <a:clrFrom>
                              <a:srgbClr val="000000"/>
                            </a:clrFrom>
                            <a:clrTo>
                              <a:srgbClr val="FF0000"/>
                            </a:clrTo>
                          </a:clrChange>
                        </a:blip>
                        <a:stretch>
                          <a:fillRect/>
                        </a:stretch>
                      </p:blipFill>
                      <p:spPr>
                        <a:xfrm>
                          <a:off x="1248" y="2208"/>
                          <a:ext cx="149" cy="227"/>
                        </a:xfrm>
                        <a:prstGeom prst="rect">
                          <a:avLst/>
                        </a:prstGeom>
                        <a:noFill/>
                        <a:ln w="38100">
                          <a:noFill/>
                          <a:miter/>
                        </a:ln>
                      </p:spPr>
                    </p:pic>
                  </p:oleObj>
                </mc:Fallback>
              </mc:AlternateContent>
            </a:graphicData>
          </a:graphic>
        </p:graphicFrame>
      </p:grpSp>
      <p:sp>
        <p:nvSpPr>
          <p:cNvPr id="848941" name="AutoShape 45"/>
          <p:cNvSpPr/>
          <p:nvPr/>
        </p:nvSpPr>
        <p:spPr>
          <a:xfrm>
            <a:off x="1676400" y="3081338"/>
            <a:ext cx="381000" cy="457200"/>
          </a:xfrm>
          <a:prstGeom prst="downArrow">
            <a:avLst>
              <a:gd name="adj1" fmla="val 50000"/>
              <a:gd name="adj2" fmla="val 30000"/>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aphicFrame>
        <p:nvGraphicFramePr>
          <p:cNvPr id="848942" name="Object 46"/>
          <p:cNvGraphicFramePr>
            <a:graphicFrameLocks noChangeAspect="1"/>
          </p:cNvGraphicFramePr>
          <p:nvPr/>
        </p:nvGraphicFramePr>
        <p:xfrm>
          <a:off x="4114800" y="3843338"/>
          <a:ext cx="2754313" cy="1166812"/>
        </p:xfrm>
        <a:graphic>
          <a:graphicData uri="http://schemas.openxmlformats.org/presentationml/2006/ole">
            <mc:AlternateContent xmlns:mc="http://schemas.openxmlformats.org/markup-compatibility/2006">
              <mc:Choice xmlns:v="urn:schemas-microsoft-com:vml" Requires="v">
                <p:oleObj spid="_x0000_s3357" name="" r:id="rId25" imgW="1168400" imgH="381000" progId="Equation.3">
                  <p:embed/>
                </p:oleObj>
              </mc:Choice>
              <mc:Fallback>
                <p:oleObj name="" r:id="rId25" imgW="1168400" imgH="381000" progId="Equation.3">
                  <p:embed/>
                  <p:pic>
                    <p:nvPicPr>
                      <p:cNvPr id="0" name="图片 3356"/>
                      <p:cNvPicPr/>
                      <p:nvPr/>
                    </p:nvPicPr>
                    <p:blipFill>
                      <a:blip r:embed="rId26">
                        <a:clrChange>
                          <a:clrFrom>
                            <a:srgbClr val="000000"/>
                          </a:clrFrom>
                          <a:clrTo>
                            <a:srgbClr val="000099"/>
                          </a:clrTo>
                        </a:clrChange>
                      </a:blip>
                      <a:stretch>
                        <a:fillRect/>
                      </a:stretch>
                    </p:blipFill>
                    <p:spPr>
                      <a:xfrm>
                        <a:off x="4114800" y="3843338"/>
                        <a:ext cx="2754313" cy="1166812"/>
                      </a:xfrm>
                      <a:prstGeom prst="rect">
                        <a:avLst/>
                      </a:prstGeom>
                      <a:noFill/>
                      <a:ln w="38100">
                        <a:noFill/>
                        <a:miter/>
                      </a:ln>
                    </p:spPr>
                  </p:pic>
                </p:oleObj>
              </mc:Fallback>
            </mc:AlternateContent>
          </a:graphicData>
        </a:graphic>
      </p:graphicFrame>
      <p:sp>
        <p:nvSpPr>
          <p:cNvPr id="848943" name="Text Box 47"/>
          <p:cNvSpPr txBox="1"/>
          <p:nvPr/>
        </p:nvSpPr>
        <p:spPr>
          <a:xfrm>
            <a:off x="3429000" y="566738"/>
            <a:ext cx="114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对照</a:t>
            </a:r>
            <a:endParaRPr lang="zh-CN" altLang="en-US" sz="2800" b="1" dirty="0">
              <a:latin typeface="Times New Roman" panose="02020603050405020304" pitchFamily="18" charset="0"/>
              <a:ea typeface="华文中宋" panose="02010600040101010101" pitchFamily="2" charset="-122"/>
            </a:endParaRPr>
          </a:p>
        </p:txBody>
      </p:sp>
      <p:sp>
        <p:nvSpPr>
          <p:cNvPr id="848944" name="Text Box 48"/>
          <p:cNvSpPr txBox="1"/>
          <p:nvPr/>
        </p:nvSpPr>
        <p:spPr>
          <a:xfrm>
            <a:off x="3429000" y="1633538"/>
            <a:ext cx="5105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得到</a:t>
            </a:r>
            <a:r>
              <a:rPr lang="en-US" altLang="zh-CN" sz="2800" b="1" dirty="0">
                <a:latin typeface="Times New Roman" panose="02020603050405020304" pitchFamily="18" charset="0"/>
                <a:ea typeface="华文中宋" panose="02010600040101010101" pitchFamily="2" charset="-122"/>
              </a:rPr>
              <a:t>2</a:t>
            </a:r>
            <a:r>
              <a:rPr lang="zh-CN" altLang="en-US" sz="2800" b="1" dirty="0">
                <a:latin typeface="Times New Roman" panose="02020603050405020304" pitchFamily="18" charset="0"/>
                <a:ea typeface="华文中宋" panose="02010600040101010101" pitchFamily="2" charset="-122"/>
              </a:rPr>
              <a:t>个阻抗并联时等效阻抗为</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2/3*#ppt_w"/>
                                          </p:val>
                                        </p:tav>
                                        <p:tav tm="100000">
                                          <p:val>
                                            <p:strVal val="#ppt_w"/>
                                          </p:val>
                                        </p:tav>
                                      </p:tavLst>
                                    </p:anim>
                                    <p:anim calcmode="lin" valueType="num">
                                      <p:cBhvr>
                                        <p:cTn id="8" dur="5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848941"/>
                                        </p:tgtEl>
                                        <p:attrNameLst>
                                          <p:attrName>style.visibility</p:attrName>
                                        </p:attrNameLst>
                                      </p:cBhvr>
                                      <p:to>
                                        <p:strVal val="visible"/>
                                      </p:to>
                                    </p:set>
                                    <p:animEffect transition="in" filter="wipe(up)">
                                      <p:cBhvr>
                                        <p:cTn id="12" dur="500"/>
                                        <p:tgtEl>
                                          <p:spTgt spid="848941"/>
                                        </p:tgtEl>
                                      </p:cBhvr>
                                    </p:animEffect>
                                  </p:childTnLst>
                                </p:cTn>
                              </p:par>
                            </p:childTnLst>
                          </p:cTn>
                        </p:par>
                        <p:par>
                          <p:cTn id="13" fill="hold">
                            <p:stCondLst>
                              <p:cond delay="1000"/>
                            </p:stCondLst>
                            <p:childTnLst>
                              <p:par>
                                <p:cTn id="14" presetID="23" presetClass="entr" presetSubtype="272"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strVal val="2/3*#ppt_w"/>
                                          </p:val>
                                        </p:tav>
                                        <p:tav tm="100000">
                                          <p:val>
                                            <p:strVal val="#ppt_w"/>
                                          </p:val>
                                        </p:tav>
                                      </p:tavLst>
                                    </p:anim>
                                    <p:anim calcmode="lin" valueType="num">
                                      <p:cBhvr>
                                        <p:cTn id="17" dur="500" fill="hold"/>
                                        <p:tgtEl>
                                          <p:spTgt spid="5"/>
                                        </p:tgtEl>
                                        <p:attrNameLst>
                                          <p:attrName>ppt_h</p:attrName>
                                        </p:attrNameLst>
                                      </p:cBhvr>
                                      <p:tavLst>
                                        <p:tav tm="0">
                                          <p:val>
                                            <p:strVal val="2/3*#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48943"/>
                                        </p:tgtEl>
                                        <p:attrNameLst>
                                          <p:attrName>style.visibility</p:attrName>
                                        </p:attrNameLst>
                                      </p:cBhvr>
                                      <p:to>
                                        <p:strVal val="visible"/>
                                      </p:to>
                                    </p:set>
                                    <p:animEffect transition="in" filter="wipe(left)">
                                      <p:cBhvr>
                                        <p:cTn id="22" dur="500"/>
                                        <p:tgtEl>
                                          <p:spTgt spid="84894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48902"/>
                                        </p:tgtEl>
                                        <p:attrNameLst>
                                          <p:attrName>style.visibility</p:attrName>
                                        </p:attrNameLst>
                                      </p:cBhvr>
                                      <p:to>
                                        <p:strVal val="visible"/>
                                      </p:to>
                                    </p:set>
                                    <p:animEffect transition="in" filter="wipe(left)">
                                      <p:cBhvr>
                                        <p:cTn id="26" dur="500"/>
                                        <p:tgtEl>
                                          <p:spTgt spid="84890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48944"/>
                                        </p:tgtEl>
                                        <p:attrNameLst>
                                          <p:attrName>style.visibility</p:attrName>
                                        </p:attrNameLst>
                                      </p:cBhvr>
                                      <p:to>
                                        <p:strVal val="visible"/>
                                      </p:to>
                                    </p:set>
                                    <p:animEffect transition="in" filter="wipe(left)">
                                      <p:cBhvr>
                                        <p:cTn id="31" dur="500"/>
                                        <p:tgtEl>
                                          <p:spTgt spid="848944"/>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848901"/>
                                        </p:tgtEl>
                                        <p:attrNameLst>
                                          <p:attrName>style.visibility</p:attrName>
                                        </p:attrNameLst>
                                      </p:cBhvr>
                                      <p:to>
                                        <p:strVal val="visible"/>
                                      </p:to>
                                    </p:set>
                                    <p:animEffect transition="in" filter="wipe(left)">
                                      <p:cBhvr>
                                        <p:cTn id="35" dur="500"/>
                                        <p:tgtEl>
                                          <p:spTgt spid="8489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48900"/>
                                        </p:tgtEl>
                                        <p:attrNameLst>
                                          <p:attrName>style.visibility</p:attrName>
                                        </p:attrNameLst>
                                      </p:cBhvr>
                                      <p:to>
                                        <p:strVal val="visible"/>
                                      </p:to>
                                    </p:set>
                                    <p:animEffect transition="in" filter="wipe(left)">
                                      <p:cBhvr>
                                        <p:cTn id="40" dur="500"/>
                                        <p:tgtEl>
                                          <p:spTgt spid="848900"/>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848942"/>
                                        </p:tgtEl>
                                        <p:attrNameLst>
                                          <p:attrName>style.visibility</p:attrName>
                                        </p:attrNameLst>
                                      </p:cBhvr>
                                      <p:to>
                                        <p:strVal val="visible"/>
                                      </p:to>
                                    </p:set>
                                    <p:animEffect transition="in" filter="wipe(left)">
                                      <p:cBhvr>
                                        <p:cTn id="44" dur="500"/>
                                        <p:tgtEl>
                                          <p:spTgt spid="848942"/>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848899"/>
                                        </p:tgtEl>
                                        <p:attrNameLst>
                                          <p:attrName>style.visibility</p:attrName>
                                        </p:attrNameLst>
                                      </p:cBhvr>
                                      <p:to>
                                        <p:strVal val="visible"/>
                                      </p:to>
                                    </p:set>
                                    <p:animEffect transition="in" filter="wipe(left)">
                                      <p:cBhvr>
                                        <p:cTn id="48" dur="500"/>
                                        <p:tgtEl>
                                          <p:spTgt spid="84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900" grpId="0"/>
      <p:bldP spid="848941" grpId="0" animBg="1"/>
      <p:bldP spid="848943" grpId="0"/>
      <p:bldP spid="84894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49923" name="Rectangle 3"/>
          <p:cNvSpPr/>
          <p:nvPr/>
        </p:nvSpPr>
        <p:spPr>
          <a:xfrm>
            <a:off x="533400" y="1163638"/>
            <a:ext cx="81534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复阻抗的倒数称为复导纳，简称导纳。当并联支路较多时，应用导纳计算比用阻抗计算要简单。</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49924" name="Object 4"/>
          <p:cNvGraphicFramePr>
            <a:graphicFrameLocks noChangeAspect="1"/>
          </p:cNvGraphicFramePr>
          <p:nvPr/>
        </p:nvGraphicFramePr>
        <p:xfrm>
          <a:off x="4059238" y="3178175"/>
          <a:ext cx="3560762" cy="1033463"/>
        </p:xfrm>
        <a:graphic>
          <a:graphicData uri="http://schemas.openxmlformats.org/presentationml/2006/ole">
            <mc:AlternateContent xmlns:mc="http://schemas.openxmlformats.org/markup-compatibility/2006">
              <mc:Choice xmlns:v="urn:schemas-microsoft-com:vml" Requires="v">
                <p:oleObj spid="_x0000_s3352" name="" r:id="rId1" imgW="1739900" imgH="406400" progId="Equation.3">
                  <p:embed/>
                </p:oleObj>
              </mc:Choice>
              <mc:Fallback>
                <p:oleObj name="" r:id="rId1" imgW="1739900" imgH="406400" progId="Equation.3">
                  <p:embed/>
                  <p:pic>
                    <p:nvPicPr>
                      <p:cNvPr id="0" name="图片 3351"/>
                      <p:cNvPicPr/>
                      <p:nvPr/>
                    </p:nvPicPr>
                    <p:blipFill>
                      <a:blip r:embed="rId2">
                        <a:clrChange>
                          <a:clrFrom>
                            <a:srgbClr val="000000"/>
                          </a:clrFrom>
                          <a:clrTo>
                            <a:srgbClr val="0033CC"/>
                          </a:clrTo>
                        </a:clrChange>
                      </a:blip>
                      <a:stretch>
                        <a:fillRect/>
                      </a:stretch>
                    </p:blipFill>
                    <p:spPr>
                      <a:xfrm>
                        <a:off x="4059238" y="3178175"/>
                        <a:ext cx="3560762" cy="1033463"/>
                      </a:xfrm>
                      <a:prstGeom prst="rect">
                        <a:avLst/>
                      </a:prstGeom>
                      <a:solidFill>
                        <a:srgbClr val="E9FCC8"/>
                      </a:solidFill>
                      <a:ln w="38100">
                        <a:noFill/>
                        <a:miter/>
                      </a:ln>
                    </p:spPr>
                  </p:pic>
                </p:oleObj>
              </mc:Fallback>
            </mc:AlternateContent>
          </a:graphicData>
        </a:graphic>
      </p:graphicFrame>
      <p:grpSp>
        <p:nvGrpSpPr>
          <p:cNvPr id="2" name="Group 5"/>
          <p:cNvGrpSpPr/>
          <p:nvPr/>
        </p:nvGrpSpPr>
        <p:grpSpPr>
          <a:xfrm>
            <a:off x="609600" y="2306638"/>
            <a:ext cx="2620963" cy="1960562"/>
            <a:chOff x="528" y="720"/>
            <a:chExt cx="1363" cy="1020"/>
          </a:xfrm>
        </p:grpSpPr>
        <p:sp>
          <p:nvSpPr>
            <p:cNvPr id="70666" name="Oval 6"/>
            <p:cNvSpPr/>
            <p:nvPr/>
          </p:nvSpPr>
          <p:spPr>
            <a:xfrm>
              <a:off x="624" y="1685"/>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0667" name="Oval 7"/>
            <p:cNvSpPr/>
            <p:nvPr/>
          </p:nvSpPr>
          <p:spPr>
            <a:xfrm>
              <a:off x="608" y="923"/>
              <a:ext cx="54" cy="54"/>
            </a:xfrm>
            <a:prstGeom prst="ellipse">
              <a:avLst/>
            </a:prstGeom>
            <a:noFill/>
            <a:ln w="38100" cap="flat" cmpd="sng">
              <a:solidFill>
                <a:schemeClr val="tx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0668" name="Text Box 8"/>
            <p:cNvSpPr txBox="1"/>
            <p:nvPr/>
          </p:nvSpPr>
          <p:spPr>
            <a:xfrm>
              <a:off x="528" y="912"/>
              <a:ext cx="144" cy="24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dirty="0">
                  <a:solidFill>
                    <a:srgbClr val="FF0000"/>
                  </a:solidFill>
                  <a:latin typeface="Times New Roman" panose="02020603050405020304" pitchFamily="18" charset="0"/>
                  <a:ea typeface="华文中宋" panose="02010600040101010101" pitchFamily="2" charset="-122"/>
                </a:rPr>
                <a:t>+</a:t>
              </a:r>
              <a:endParaRPr lang="en-US" altLang="zh-CN" sz="2400" b="1" dirty="0">
                <a:solidFill>
                  <a:srgbClr val="FF0000"/>
                </a:solidFill>
                <a:latin typeface="Times New Roman" panose="02020603050405020304" pitchFamily="18" charset="0"/>
                <a:ea typeface="华文中宋" panose="02010600040101010101" pitchFamily="2" charset="-122"/>
              </a:endParaRPr>
            </a:p>
          </p:txBody>
        </p:sp>
        <p:graphicFrame>
          <p:nvGraphicFramePr>
            <p:cNvPr id="70669" name="Object 9"/>
            <p:cNvGraphicFramePr>
              <a:graphicFrameLocks noChangeAspect="1"/>
            </p:cNvGraphicFramePr>
            <p:nvPr/>
          </p:nvGraphicFramePr>
          <p:xfrm>
            <a:off x="576" y="1248"/>
            <a:ext cx="195" cy="240"/>
          </p:xfrm>
          <a:graphic>
            <a:graphicData uri="http://schemas.openxmlformats.org/presentationml/2006/ole">
              <mc:AlternateContent xmlns:mc="http://schemas.openxmlformats.org/markup-compatibility/2006">
                <mc:Choice xmlns:v="urn:schemas-microsoft-com:vml" Requires="v">
                  <p:oleObj spid="_x0000_s3365" name="" r:id="rId3" imgW="25400" imgH="76200" progId="Equation.3">
                    <p:embed/>
                  </p:oleObj>
                </mc:Choice>
                <mc:Fallback>
                  <p:oleObj name="" r:id="rId3" imgW="25400" imgH="76200" progId="Equation.3">
                    <p:embed/>
                    <p:pic>
                      <p:nvPicPr>
                        <p:cNvPr id="0" name="图片 3364"/>
                        <p:cNvPicPr/>
                        <p:nvPr/>
                      </p:nvPicPr>
                      <p:blipFill>
                        <a:blip r:embed="rId4">
                          <a:clrChange>
                            <a:clrFrom>
                              <a:srgbClr val="000000"/>
                            </a:clrFrom>
                            <a:clrTo>
                              <a:srgbClr val="FF0000"/>
                            </a:clrTo>
                          </a:clrChange>
                        </a:blip>
                        <a:stretch>
                          <a:fillRect/>
                        </a:stretch>
                      </p:blipFill>
                      <p:spPr>
                        <a:xfrm>
                          <a:off x="576" y="1248"/>
                          <a:ext cx="195" cy="240"/>
                        </a:xfrm>
                        <a:prstGeom prst="rect">
                          <a:avLst/>
                        </a:prstGeom>
                        <a:noFill/>
                        <a:ln w="38100">
                          <a:noFill/>
                          <a:miter/>
                        </a:ln>
                      </p:spPr>
                    </p:pic>
                  </p:oleObj>
                </mc:Fallback>
              </mc:AlternateContent>
            </a:graphicData>
          </a:graphic>
        </p:graphicFrame>
        <p:grpSp>
          <p:nvGrpSpPr>
            <p:cNvPr id="70670" name="Group 10"/>
            <p:cNvGrpSpPr/>
            <p:nvPr/>
          </p:nvGrpSpPr>
          <p:grpSpPr>
            <a:xfrm>
              <a:off x="1152" y="960"/>
              <a:ext cx="98" cy="780"/>
              <a:chOff x="1486" y="1380"/>
              <a:chExt cx="98" cy="793"/>
            </a:xfrm>
          </p:grpSpPr>
          <p:sp>
            <p:nvSpPr>
              <p:cNvPr id="70686" name="Line 11"/>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70687" name="Rectangle 12"/>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0688" name="Line 13"/>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70671" name="Object 14"/>
            <p:cNvGraphicFramePr>
              <a:graphicFrameLocks noChangeAspect="1"/>
            </p:cNvGraphicFramePr>
            <p:nvPr/>
          </p:nvGraphicFramePr>
          <p:xfrm>
            <a:off x="937" y="1218"/>
            <a:ext cx="242" cy="256"/>
          </p:xfrm>
          <a:graphic>
            <a:graphicData uri="http://schemas.openxmlformats.org/presentationml/2006/ole">
              <mc:AlternateContent xmlns:mc="http://schemas.openxmlformats.org/markup-compatibility/2006">
                <mc:Choice xmlns:v="urn:schemas-microsoft-com:vml" Requires="v">
                  <p:oleObj spid="_x0000_s3358" name="" r:id="rId5" imgW="76200" imgH="101600" progId="Equation.3">
                    <p:embed/>
                  </p:oleObj>
                </mc:Choice>
                <mc:Fallback>
                  <p:oleObj name="" r:id="rId5" imgW="76200" imgH="101600" progId="Equation.3">
                    <p:embed/>
                    <p:pic>
                      <p:nvPicPr>
                        <p:cNvPr id="0" name="图片 3357"/>
                        <p:cNvPicPr/>
                        <p:nvPr/>
                      </p:nvPicPr>
                      <p:blipFill>
                        <a:blip r:embed="rId6">
                          <a:clrChange>
                            <a:clrFrom>
                              <a:srgbClr val="000000"/>
                            </a:clrFrom>
                            <a:clrTo>
                              <a:srgbClr val="0033CC"/>
                            </a:clrTo>
                          </a:clrChange>
                        </a:blip>
                        <a:stretch>
                          <a:fillRect/>
                        </a:stretch>
                      </p:blipFill>
                      <p:spPr>
                        <a:xfrm>
                          <a:off x="937" y="1218"/>
                          <a:ext cx="242" cy="256"/>
                        </a:xfrm>
                        <a:prstGeom prst="rect">
                          <a:avLst/>
                        </a:prstGeom>
                        <a:noFill/>
                        <a:ln w="38100">
                          <a:noFill/>
                          <a:miter/>
                        </a:ln>
                      </p:spPr>
                    </p:pic>
                  </p:oleObj>
                </mc:Fallback>
              </mc:AlternateContent>
            </a:graphicData>
          </a:graphic>
        </p:graphicFrame>
        <p:sp>
          <p:nvSpPr>
            <p:cNvPr id="70672" name="Text Box 15"/>
            <p:cNvSpPr txBox="1"/>
            <p:nvPr/>
          </p:nvSpPr>
          <p:spPr>
            <a:xfrm>
              <a:off x="576" y="1440"/>
              <a:ext cx="192" cy="2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FF0000"/>
                  </a:solidFill>
                  <a:latin typeface="Times New Roman" panose="02020603050405020304" pitchFamily="18" charset="0"/>
                  <a:ea typeface="华文中宋" panose="02010600040101010101" pitchFamily="2" charset="-122"/>
                </a:rPr>
                <a:t>-</a:t>
              </a:r>
              <a:endParaRPr lang="en-US" altLang="zh-CN" sz="2800" b="1" dirty="0">
                <a:solidFill>
                  <a:srgbClr val="FF0000"/>
                </a:solidFill>
                <a:latin typeface="Times New Roman" panose="02020603050405020304" pitchFamily="18" charset="0"/>
                <a:ea typeface="华文中宋" panose="02010600040101010101" pitchFamily="2" charset="-122"/>
              </a:endParaRPr>
            </a:p>
          </p:txBody>
        </p:sp>
        <p:sp>
          <p:nvSpPr>
            <p:cNvPr id="70673" name="Line 16"/>
            <p:cNvSpPr/>
            <p:nvPr/>
          </p:nvSpPr>
          <p:spPr>
            <a:xfrm>
              <a:off x="816" y="912"/>
              <a:ext cx="288" cy="0"/>
            </a:xfrm>
            <a:prstGeom prst="line">
              <a:avLst/>
            </a:prstGeom>
            <a:ln w="38100" cap="flat" cmpd="sng">
              <a:solidFill>
                <a:srgbClr val="FF0000"/>
              </a:solidFill>
              <a:prstDash val="solid"/>
              <a:headEnd type="none" w="med" len="med"/>
              <a:tailEnd type="triangle" w="med" len="med"/>
            </a:ln>
          </p:spPr>
        </p:sp>
        <p:graphicFrame>
          <p:nvGraphicFramePr>
            <p:cNvPr id="70674" name="Object 17"/>
            <p:cNvGraphicFramePr>
              <a:graphicFrameLocks noChangeAspect="1"/>
            </p:cNvGraphicFramePr>
            <p:nvPr/>
          </p:nvGraphicFramePr>
          <p:xfrm>
            <a:off x="1104" y="720"/>
            <a:ext cx="149" cy="227"/>
          </p:xfrm>
          <a:graphic>
            <a:graphicData uri="http://schemas.openxmlformats.org/presentationml/2006/ole">
              <mc:AlternateContent xmlns:mc="http://schemas.openxmlformats.org/markup-compatibility/2006">
                <mc:Choice xmlns:v="urn:schemas-microsoft-com:vml" Requires="v">
                  <p:oleObj spid="_x0000_s3361" name="" r:id="rId7" imgW="12700" imgH="12700" progId="Equation.3">
                    <p:embed/>
                  </p:oleObj>
                </mc:Choice>
                <mc:Fallback>
                  <p:oleObj name="" r:id="rId7" imgW="12700" imgH="12700" progId="Equation.3">
                    <p:embed/>
                    <p:pic>
                      <p:nvPicPr>
                        <p:cNvPr id="0" name="图片 3360"/>
                        <p:cNvPicPr/>
                        <p:nvPr/>
                      </p:nvPicPr>
                      <p:blipFill>
                        <a:blip r:embed="rId8">
                          <a:clrChange>
                            <a:clrFrom>
                              <a:srgbClr val="000000"/>
                            </a:clrFrom>
                            <a:clrTo>
                              <a:srgbClr val="FF0000"/>
                            </a:clrTo>
                          </a:clrChange>
                        </a:blip>
                        <a:stretch>
                          <a:fillRect/>
                        </a:stretch>
                      </p:blipFill>
                      <p:spPr>
                        <a:xfrm>
                          <a:off x="1104" y="720"/>
                          <a:ext cx="149" cy="227"/>
                        </a:xfrm>
                        <a:prstGeom prst="rect">
                          <a:avLst/>
                        </a:prstGeom>
                        <a:noFill/>
                        <a:ln w="38100">
                          <a:noFill/>
                          <a:miter/>
                        </a:ln>
                      </p:spPr>
                    </p:pic>
                  </p:oleObj>
                </mc:Fallback>
              </mc:AlternateContent>
            </a:graphicData>
          </a:graphic>
        </p:graphicFrame>
        <p:sp>
          <p:nvSpPr>
            <p:cNvPr id="70675" name="Line 18"/>
            <p:cNvSpPr/>
            <p:nvPr/>
          </p:nvSpPr>
          <p:spPr>
            <a:xfrm>
              <a:off x="672" y="960"/>
              <a:ext cx="1008" cy="0"/>
            </a:xfrm>
            <a:prstGeom prst="line">
              <a:avLst/>
            </a:prstGeom>
            <a:ln w="38100" cap="flat" cmpd="sng">
              <a:solidFill>
                <a:srgbClr val="000000"/>
              </a:solidFill>
              <a:prstDash val="solid"/>
              <a:headEnd type="none" w="med" len="med"/>
              <a:tailEnd type="none" w="med" len="med"/>
            </a:ln>
          </p:spPr>
        </p:sp>
        <p:sp>
          <p:nvSpPr>
            <p:cNvPr id="70676" name="Line 19"/>
            <p:cNvSpPr/>
            <p:nvPr/>
          </p:nvSpPr>
          <p:spPr>
            <a:xfrm>
              <a:off x="672" y="1728"/>
              <a:ext cx="1008" cy="0"/>
            </a:xfrm>
            <a:prstGeom prst="line">
              <a:avLst/>
            </a:prstGeom>
            <a:ln w="38100" cap="flat" cmpd="sng">
              <a:solidFill>
                <a:srgbClr val="000000"/>
              </a:solidFill>
              <a:prstDash val="solid"/>
              <a:headEnd type="none" w="med" len="med"/>
              <a:tailEnd type="none" w="med" len="med"/>
            </a:ln>
          </p:spPr>
        </p:sp>
        <p:grpSp>
          <p:nvGrpSpPr>
            <p:cNvPr id="70677" name="Group 20"/>
            <p:cNvGrpSpPr/>
            <p:nvPr/>
          </p:nvGrpSpPr>
          <p:grpSpPr>
            <a:xfrm>
              <a:off x="1632" y="959"/>
              <a:ext cx="98" cy="780"/>
              <a:chOff x="1486" y="1380"/>
              <a:chExt cx="98" cy="793"/>
            </a:xfrm>
          </p:grpSpPr>
          <p:sp>
            <p:nvSpPr>
              <p:cNvPr id="70683" name="Line 21"/>
              <p:cNvSpPr/>
              <p:nvPr/>
            </p:nvSpPr>
            <p:spPr>
              <a:xfrm flipH="1">
                <a:off x="1536" y="1860"/>
                <a:ext cx="0" cy="313"/>
              </a:xfrm>
              <a:prstGeom prst="line">
                <a:avLst/>
              </a:prstGeom>
              <a:ln w="38100" cap="flat" cmpd="sng">
                <a:solidFill>
                  <a:schemeClr val="tx1"/>
                </a:solidFill>
                <a:prstDash val="solid"/>
                <a:headEnd type="none" w="med" len="med"/>
                <a:tailEnd type="none" w="med" len="med"/>
              </a:ln>
            </p:spPr>
          </p:sp>
          <p:sp>
            <p:nvSpPr>
              <p:cNvPr id="70684" name="Rectangle 22"/>
              <p:cNvSpPr/>
              <p:nvPr/>
            </p:nvSpPr>
            <p:spPr>
              <a:xfrm>
                <a:off x="1486" y="1649"/>
                <a:ext cx="98" cy="206"/>
              </a:xfrm>
              <a:prstGeom prst="rect">
                <a:avLst/>
              </a:prstGeom>
              <a:no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0685" name="Line 23"/>
              <p:cNvSpPr/>
              <p:nvPr/>
            </p:nvSpPr>
            <p:spPr>
              <a:xfrm>
                <a:off x="1536" y="1380"/>
                <a:ext cx="0" cy="265"/>
              </a:xfrm>
              <a:prstGeom prst="line">
                <a:avLst/>
              </a:prstGeom>
              <a:ln w="38100" cap="flat" cmpd="sng">
                <a:solidFill>
                  <a:srgbClr val="000000"/>
                </a:solidFill>
                <a:prstDash val="solid"/>
                <a:headEnd type="none" w="med" len="med"/>
                <a:tailEnd type="none" w="med" len="med"/>
              </a:ln>
            </p:spPr>
          </p:sp>
        </p:grpSp>
        <p:graphicFrame>
          <p:nvGraphicFramePr>
            <p:cNvPr id="70678" name="Object 24"/>
            <p:cNvGraphicFramePr>
              <a:graphicFrameLocks noChangeAspect="1"/>
            </p:cNvGraphicFramePr>
            <p:nvPr/>
          </p:nvGraphicFramePr>
          <p:xfrm>
            <a:off x="1392" y="1200"/>
            <a:ext cx="242" cy="256"/>
          </p:xfrm>
          <a:graphic>
            <a:graphicData uri="http://schemas.openxmlformats.org/presentationml/2006/ole">
              <mc:AlternateContent xmlns:mc="http://schemas.openxmlformats.org/markup-compatibility/2006">
                <mc:Choice xmlns:v="urn:schemas-microsoft-com:vml" Requires="v">
                  <p:oleObj spid="_x0000_s3363" name="" r:id="rId9" imgW="76200" imgH="101600" progId="Equation.3">
                    <p:embed/>
                  </p:oleObj>
                </mc:Choice>
                <mc:Fallback>
                  <p:oleObj name="" r:id="rId9" imgW="76200" imgH="101600" progId="Equation.3">
                    <p:embed/>
                    <p:pic>
                      <p:nvPicPr>
                        <p:cNvPr id="0" name="图片 3362"/>
                        <p:cNvPicPr/>
                        <p:nvPr/>
                      </p:nvPicPr>
                      <p:blipFill>
                        <a:blip r:embed="rId10">
                          <a:clrChange>
                            <a:clrFrom>
                              <a:srgbClr val="000000"/>
                            </a:clrFrom>
                            <a:clrTo>
                              <a:srgbClr val="0033CC"/>
                            </a:clrTo>
                          </a:clrChange>
                        </a:blip>
                        <a:stretch>
                          <a:fillRect/>
                        </a:stretch>
                      </p:blipFill>
                      <p:spPr>
                        <a:xfrm>
                          <a:off x="1392" y="1200"/>
                          <a:ext cx="242" cy="256"/>
                        </a:xfrm>
                        <a:prstGeom prst="rect">
                          <a:avLst/>
                        </a:prstGeom>
                        <a:noFill/>
                        <a:ln w="38100">
                          <a:noFill/>
                          <a:miter/>
                        </a:ln>
                      </p:spPr>
                    </p:pic>
                  </p:oleObj>
                </mc:Fallback>
              </mc:AlternateContent>
            </a:graphicData>
          </a:graphic>
        </p:graphicFrame>
        <p:sp>
          <p:nvSpPr>
            <p:cNvPr id="70679" name="Line 25"/>
            <p:cNvSpPr/>
            <p:nvPr/>
          </p:nvSpPr>
          <p:spPr>
            <a:xfrm>
              <a:off x="1296" y="1104"/>
              <a:ext cx="0" cy="288"/>
            </a:xfrm>
            <a:prstGeom prst="line">
              <a:avLst/>
            </a:prstGeom>
            <a:ln w="38100" cap="flat" cmpd="sng">
              <a:solidFill>
                <a:srgbClr val="FF0000"/>
              </a:solidFill>
              <a:prstDash val="solid"/>
              <a:headEnd type="none" w="med" len="med"/>
              <a:tailEnd type="triangle" w="med" len="med"/>
            </a:ln>
          </p:spPr>
        </p:sp>
        <p:graphicFrame>
          <p:nvGraphicFramePr>
            <p:cNvPr id="70680" name="Object 26"/>
            <p:cNvGraphicFramePr>
              <a:graphicFrameLocks noChangeAspect="1"/>
            </p:cNvGraphicFramePr>
            <p:nvPr/>
          </p:nvGraphicFramePr>
          <p:xfrm>
            <a:off x="1248" y="1392"/>
            <a:ext cx="195" cy="272"/>
          </p:xfrm>
          <a:graphic>
            <a:graphicData uri="http://schemas.openxmlformats.org/presentationml/2006/ole">
              <mc:AlternateContent xmlns:mc="http://schemas.openxmlformats.org/markup-compatibility/2006">
                <mc:Choice xmlns:v="urn:schemas-microsoft-com:vml" Requires="v">
                  <p:oleObj spid="_x0000_s3359" name="" r:id="rId11" imgW="25400" imgH="114300" progId="Equation.3">
                    <p:embed/>
                  </p:oleObj>
                </mc:Choice>
                <mc:Fallback>
                  <p:oleObj name="" r:id="rId11" imgW="25400" imgH="114300" progId="Equation.3">
                    <p:embed/>
                    <p:pic>
                      <p:nvPicPr>
                        <p:cNvPr id="0" name="图片 3358"/>
                        <p:cNvPicPr/>
                        <p:nvPr/>
                      </p:nvPicPr>
                      <p:blipFill>
                        <a:blip r:embed="rId12">
                          <a:clrChange>
                            <a:clrFrom>
                              <a:srgbClr val="000000"/>
                            </a:clrFrom>
                            <a:clrTo>
                              <a:srgbClr val="FF0000"/>
                            </a:clrTo>
                          </a:clrChange>
                        </a:blip>
                        <a:stretch>
                          <a:fillRect/>
                        </a:stretch>
                      </p:blipFill>
                      <p:spPr>
                        <a:xfrm>
                          <a:off x="1248" y="1392"/>
                          <a:ext cx="195" cy="272"/>
                        </a:xfrm>
                        <a:prstGeom prst="rect">
                          <a:avLst/>
                        </a:prstGeom>
                        <a:noFill/>
                        <a:ln w="38100">
                          <a:noFill/>
                          <a:miter/>
                        </a:ln>
                      </p:spPr>
                    </p:pic>
                  </p:oleObj>
                </mc:Fallback>
              </mc:AlternateContent>
            </a:graphicData>
          </a:graphic>
        </p:graphicFrame>
        <p:graphicFrame>
          <p:nvGraphicFramePr>
            <p:cNvPr id="70681" name="Object 27"/>
            <p:cNvGraphicFramePr>
              <a:graphicFrameLocks noChangeAspect="1"/>
            </p:cNvGraphicFramePr>
            <p:nvPr/>
          </p:nvGraphicFramePr>
          <p:xfrm>
            <a:off x="1680" y="1392"/>
            <a:ext cx="211" cy="272"/>
          </p:xfrm>
          <a:graphic>
            <a:graphicData uri="http://schemas.openxmlformats.org/presentationml/2006/ole">
              <mc:AlternateContent xmlns:mc="http://schemas.openxmlformats.org/markup-compatibility/2006">
                <mc:Choice xmlns:v="urn:schemas-microsoft-com:vml" Requires="v">
                  <p:oleObj spid="_x0000_s3360" name="" r:id="rId13" imgW="50800" imgH="114300" progId="Equation.3">
                    <p:embed/>
                  </p:oleObj>
                </mc:Choice>
                <mc:Fallback>
                  <p:oleObj name="" r:id="rId13" imgW="50800" imgH="114300" progId="Equation.3">
                    <p:embed/>
                    <p:pic>
                      <p:nvPicPr>
                        <p:cNvPr id="0" name="图片 3359"/>
                        <p:cNvPicPr/>
                        <p:nvPr/>
                      </p:nvPicPr>
                      <p:blipFill>
                        <a:blip r:embed="rId14">
                          <a:clrChange>
                            <a:clrFrom>
                              <a:srgbClr val="000000"/>
                            </a:clrFrom>
                            <a:clrTo>
                              <a:srgbClr val="FF0000"/>
                            </a:clrTo>
                          </a:clrChange>
                        </a:blip>
                        <a:stretch>
                          <a:fillRect/>
                        </a:stretch>
                      </p:blipFill>
                      <p:spPr>
                        <a:xfrm>
                          <a:off x="1680" y="1392"/>
                          <a:ext cx="211" cy="272"/>
                        </a:xfrm>
                        <a:prstGeom prst="rect">
                          <a:avLst/>
                        </a:prstGeom>
                        <a:noFill/>
                        <a:ln w="38100">
                          <a:noFill/>
                          <a:miter/>
                        </a:ln>
                      </p:spPr>
                    </p:pic>
                  </p:oleObj>
                </mc:Fallback>
              </mc:AlternateContent>
            </a:graphicData>
          </a:graphic>
        </p:graphicFrame>
        <p:sp>
          <p:nvSpPr>
            <p:cNvPr id="70682" name="Line 28"/>
            <p:cNvSpPr/>
            <p:nvPr/>
          </p:nvSpPr>
          <p:spPr>
            <a:xfrm>
              <a:off x="1776" y="1104"/>
              <a:ext cx="0" cy="288"/>
            </a:xfrm>
            <a:prstGeom prst="line">
              <a:avLst/>
            </a:prstGeom>
            <a:ln w="38100" cap="flat" cmpd="sng">
              <a:solidFill>
                <a:srgbClr val="FF0000"/>
              </a:solidFill>
              <a:prstDash val="solid"/>
              <a:headEnd type="none" w="med" len="med"/>
              <a:tailEnd type="triangle" w="med" len="med"/>
            </a:ln>
          </p:spPr>
        </p:sp>
      </p:grpSp>
      <p:sp>
        <p:nvSpPr>
          <p:cNvPr id="849949" name="Rectangle 29"/>
          <p:cNvSpPr/>
          <p:nvPr/>
        </p:nvSpPr>
        <p:spPr>
          <a:xfrm>
            <a:off x="533400" y="554038"/>
            <a:ext cx="2057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三、导纳</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49950" name="Object 30"/>
          <p:cNvGraphicFramePr>
            <a:graphicFrameLocks noChangeAspect="1"/>
          </p:cNvGraphicFramePr>
          <p:nvPr/>
        </p:nvGraphicFramePr>
        <p:xfrm>
          <a:off x="5029200" y="2154238"/>
          <a:ext cx="1066800" cy="895350"/>
        </p:xfrm>
        <a:graphic>
          <a:graphicData uri="http://schemas.openxmlformats.org/presentationml/2006/ole">
            <mc:AlternateContent xmlns:mc="http://schemas.openxmlformats.org/markup-compatibility/2006">
              <mc:Choice xmlns:v="urn:schemas-microsoft-com:vml" Requires="v">
                <p:oleObj spid="_x0000_s3362" name="" r:id="rId15" imgW="406400" imgH="330200" progId="Equation.3">
                  <p:embed/>
                </p:oleObj>
              </mc:Choice>
              <mc:Fallback>
                <p:oleObj name="" r:id="rId15" imgW="406400" imgH="330200" progId="Equation.3">
                  <p:embed/>
                  <p:pic>
                    <p:nvPicPr>
                      <p:cNvPr id="0" name="图片 3361"/>
                      <p:cNvPicPr/>
                      <p:nvPr/>
                    </p:nvPicPr>
                    <p:blipFill>
                      <a:blip r:embed="rId16">
                        <a:clrChange>
                          <a:clrFrom>
                            <a:srgbClr val="000000"/>
                          </a:clrFrom>
                          <a:clrTo>
                            <a:srgbClr val="0033CC"/>
                          </a:clrTo>
                        </a:clrChange>
                      </a:blip>
                      <a:stretch>
                        <a:fillRect/>
                      </a:stretch>
                    </p:blipFill>
                    <p:spPr>
                      <a:xfrm>
                        <a:off x="5029200" y="2154238"/>
                        <a:ext cx="1066800" cy="895350"/>
                      </a:xfrm>
                      <a:prstGeom prst="rect">
                        <a:avLst/>
                      </a:prstGeom>
                      <a:solidFill>
                        <a:srgbClr val="E9FCC8"/>
                      </a:solidFill>
                      <a:ln w="38100">
                        <a:noFill/>
                        <a:miter/>
                      </a:ln>
                    </p:spPr>
                  </p:pic>
                </p:oleObj>
              </mc:Fallback>
            </mc:AlternateContent>
          </a:graphicData>
        </a:graphic>
      </p:graphicFrame>
      <p:sp>
        <p:nvSpPr>
          <p:cNvPr id="849951" name="Rectangle 31"/>
          <p:cNvSpPr/>
          <p:nvPr/>
        </p:nvSpPr>
        <p:spPr>
          <a:xfrm>
            <a:off x="762000" y="4516438"/>
            <a:ext cx="7696200" cy="9540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可见复导纳的模与复阻抗的模互为倒数，复导纳的辐角是复阻抗辐角的负数。复导纳并联时</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49952" name="Object 32"/>
          <p:cNvGraphicFramePr>
            <a:graphicFrameLocks noChangeAspect="1"/>
          </p:cNvGraphicFramePr>
          <p:nvPr/>
        </p:nvGraphicFramePr>
        <p:xfrm>
          <a:off x="2278063" y="5659438"/>
          <a:ext cx="3216275" cy="577850"/>
        </p:xfrm>
        <a:graphic>
          <a:graphicData uri="http://schemas.openxmlformats.org/presentationml/2006/ole">
            <mc:AlternateContent xmlns:mc="http://schemas.openxmlformats.org/markup-compatibility/2006">
              <mc:Choice xmlns:v="urn:schemas-microsoft-com:vml" Requires="v">
                <p:oleObj spid="_x0000_s3364" name="" r:id="rId17" imgW="1422400" imgH="114300" progId="Equation.3">
                  <p:embed/>
                </p:oleObj>
              </mc:Choice>
              <mc:Fallback>
                <p:oleObj name="" r:id="rId17" imgW="1422400" imgH="114300" progId="Equation.3">
                  <p:embed/>
                  <p:pic>
                    <p:nvPicPr>
                      <p:cNvPr id="0" name="图片 3363"/>
                      <p:cNvPicPr/>
                      <p:nvPr/>
                    </p:nvPicPr>
                    <p:blipFill>
                      <a:blip r:embed="rId18">
                        <a:clrChange>
                          <a:clrFrom>
                            <a:srgbClr val="000000"/>
                          </a:clrFrom>
                          <a:clrTo>
                            <a:srgbClr val="0033CC"/>
                          </a:clrTo>
                        </a:clrChange>
                      </a:blip>
                      <a:stretch>
                        <a:fillRect/>
                      </a:stretch>
                    </p:blipFill>
                    <p:spPr>
                      <a:xfrm>
                        <a:off x="2278063" y="5659438"/>
                        <a:ext cx="3216275" cy="577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49949"/>
                                        </p:tgtEl>
                                        <p:attrNameLst>
                                          <p:attrName>style.visibility</p:attrName>
                                        </p:attrNameLst>
                                      </p:cBhvr>
                                      <p:to>
                                        <p:strVal val="visible"/>
                                      </p:to>
                                    </p:set>
                                    <p:animEffect transition="in" filter="wipe(left)">
                                      <p:cBhvr>
                                        <p:cTn id="7" dur="500"/>
                                        <p:tgtEl>
                                          <p:spTgt spid="8499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23"/>
                                        </p:tgtEl>
                                        <p:attrNameLst>
                                          <p:attrName>style.visibility</p:attrName>
                                        </p:attrNameLst>
                                      </p:cBhvr>
                                      <p:to>
                                        <p:strVal val="visible"/>
                                      </p:to>
                                    </p:set>
                                    <p:animEffect transition="in" filter="blinds(horizontal)">
                                      <p:cBhvr>
                                        <p:cTn id="12" dur="500"/>
                                        <p:tgtEl>
                                          <p:spTgt spid="84992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27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strVal val="2/3*#ppt_w"/>
                                          </p:val>
                                        </p:tav>
                                        <p:tav tm="100000">
                                          <p:val>
                                            <p:strVal val="#ppt_w"/>
                                          </p:val>
                                        </p:tav>
                                      </p:tavLst>
                                    </p:anim>
                                    <p:anim calcmode="lin" valueType="num">
                                      <p:cBhvr>
                                        <p:cTn id="18" dur="500" fill="hold"/>
                                        <p:tgtEl>
                                          <p:spTgt spid="2"/>
                                        </p:tgtEl>
                                        <p:attrNameLst>
                                          <p:attrName>ppt_h</p:attrName>
                                        </p:attrNameLst>
                                      </p:cBhvr>
                                      <p:tavLst>
                                        <p:tav tm="0">
                                          <p:val>
                                            <p:strVal val="2/3*#ppt_h"/>
                                          </p:val>
                                        </p:tav>
                                        <p:tav tm="100000">
                                          <p:val>
                                            <p:strVal val="#ppt_h"/>
                                          </p:val>
                                        </p:tav>
                                      </p:tavLst>
                                    </p:anim>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849950"/>
                                        </p:tgtEl>
                                        <p:attrNameLst>
                                          <p:attrName>style.visibility</p:attrName>
                                        </p:attrNameLst>
                                      </p:cBhvr>
                                      <p:to>
                                        <p:strVal val="visible"/>
                                      </p:to>
                                    </p:set>
                                    <p:animEffect transition="in" filter="wipe(left)">
                                      <p:cBhvr>
                                        <p:cTn id="22" dur="500"/>
                                        <p:tgtEl>
                                          <p:spTgt spid="849950"/>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49924"/>
                                        </p:tgtEl>
                                        <p:attrNameLst>
                                          <p:attrName>style.visibility</p:attrName>
                                        </p:attrNameLst>
                                      </p:cBhvr>
                                      <p:to>
                                        <p:strVal val="visible"/>
                                      </p:to>
                                    </p:set>
                                    <p:animEffect transition="in" filter="wipe(left)">
                                      <p:cBhvr>
                                        <p:cTn id="26" dur="500"/>
                                        <p:tgtEl>
                                          <p:spTgt spid="84992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849951"/>
                                        </p:tgtEl>
                                        <p:attrNameLst>
                                          <p:attrName>style.visibility</p:attrName>
                                        </p:attrNameLst>
                                      </p:cBhvr>
                                      <p:to>
                                        <p:strVal val="visible"/>
                                      </p:to>
                                    </p:set>
                                    <p:animEffect transition="in" filter="blinds(horizontal)">
                                      <p:cBhvr>
                                        <p:cTn id="31" dur="500"/>
                                        <p:tgtEl>
                                          <p:spTgt spid="849951"/>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849952"/>
                                        </p:tgtEl>
                                        <p:attrNameLst>
                                          <p:attrName>style.visibility</p:attrName>
                                        </p:attrNameLst>
                                      </p:cBhvr>
                                      <p:to>
                                        <p:strVal val="visible"/>
                                      </p:to>
                                    </p:set>
                                    <p:animEffect transition="in" filter="wipe(left)">
                                      <p:cBhvr>
                                        <p:cTn id="35" dur="500"/>
                                        <p:tgtEl>
                                          <p:spTgt spid="849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3" grpId="0"/>
      <p:bldP spid="849949" grpId="0"/>
      <p:bldP spid="84995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50947" name="Rectangle 3"/>
          <p:cNvSpPr>
            <a:spLocks noChangeArrowheads="1"/>
          </p:cNvSpPr>
          <p:nvPr/>
        </p:nvSpPr>
        <p:spPr bwMode="auto">
          <a:xfrm>
            <a:off x="381000" y="631825"/>
            <a:ext cx="8534400" cy="2419350"/>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3-8】</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10Ω, </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4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=15 Ω</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4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=8 Ω,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电路端电压</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=120∠0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1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1"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1"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1"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和</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1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）画出相量图；</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1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）电路的等效阻抗和等效导纳。</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p:nvPr/>
        </p:nvGrpSpPr>
        <p:grpSpPr>
          <a:xfrm>
            <a:off x="5486400" y="1089025"/>
            <a:ext cx="3429000" cy="2055813"/>
            <a:chOff x="3312" y="2448"/>
            <a:chExt cx="2160" cy="1295"/>
          </a:xfrm>
        </p:grpSpPr>
        <p:grpSp>
          <p:nvGrpSpPr>
            <p:cNvPr id="71689" name="Group 5"/>
            <p:cNvGrpSpPr/>
            <p:nvPr/>
          </p:nvGrpSpPr>
          <p:grpSpPr>
            <a:xfrm>
              <a:off x="3388" y="2736"/>
              <a:ext cx="1892" cy="1007"/>
              <a:chOff x="1964" y="3339"/>
              <a:chExt cx="4730" cy="2519"/>
            </a:xfrm>
          </p:grpSpPr>
          <p:sp>
            <p:nvSpPr>
              <p:cNvPr id="71698" name="Line 6"/>
              <p:cNvSpPr/>
              <p:nvPr/>
            </p:nvSpPr>
            <p:spPr>
              <a:xfrm flipV="1">
                <a:off x="2020" y="3343"/>
                <a:ext cx="4436" cy="15"/>
              </a:xfrm>
              <a:prstGeom prst="line">
                <a:avLst/>
              </a:prstGeom>
              <a:ln w="38100" cap="flat" cmpd="sng">
                <a:solidFill>
                  <a:srgbClr val="000000"/>
                </a:solidFill>
                <a:prstDash val="solid"/>
                <a:headEnd type="none" w="med" len="med"/>
                <a:tailEnd type="none" w="med" len="med"/>
              </a:ln>
            </p:spPr>
          </p:sp>
          <p:sp>
            <p:nvSpPr>
              <p:cNvPr id="71699" name="Line 7"/>
              <p:cNvSpPr/>
              <p:nvPr/>
            </p:nvSpPr>
            <p:spPr>
              <a:xfrm>
                <a:off x="3531" y="3358"/>
                <a:ext cx="0" cy="2470"/>
              </a:xfrm>
              <a:prstGeom prst="line">
                <a:avLst/>
              </a:prstGeom>
              <a:ln w="38100" cap="flat" cmpd="sng">
                <a:solidFill>
                  <a:srgbClr val="000000"/>
                </a:solidFill>
                <a:prstDash val="solid"/>
                <a:headEnd type="none" w="med" len="med"/>
                <a:tailEnd type="none" w="med" len="med"/>
              </a:ln>
            </p:spPr>
          </p:sp>
          <p:sp>
            <p:nvSpPr>
              <p:cNvPr id="71700" name="Rectangle 8"/>
              <p:cNvSpPr/>
              <p:nvPr/>
            </p:nvSpPr>
            <p:spPr>
              <a:xfrm>
                <a:off x="3419" y="433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71701" name="Group 9"/>
              <p:cNvGrpSpPr/>
              <p:nvPr/>
            </p:nvGrpSpPr>
            <p:grpSpPr>
              <a:xfrm>
                <a:off x="4651" y="3624"/>
                <a:ext cx="511" cy="2219"/>
                <a:chOff x="2091" y="573"/>
                <a:chExt cx="220" cy="907"/>
              </a:xfrm>
            </p:grpSpPr>
            <p:sp>
              <p:nvSpPr>
                <p:cNvPr id="71718" name="Line 10"/>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1719" name="Oval 11"/>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1720" name="Oval 12"/>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1721" name="Oval 13"/>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1722" name="Rectangle 14"/>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1702" name="Line 15"/>
              <p:cNvSpPr/>
              <p:nvPr/>
            </p:nvSpPr>
            <p:spPr>
              <a:xfrm>
                <a:off x="2048" y="5858"/>
                <a:ext cx="4366" cy="0"/>
              </a:xfrm>
              <a:prstGeom prst="line">
                <a:avLst/>
              </a:prstGeom>
              <a:ln w="38100" cap="flat" cmpd="sng">
                <a:solidFill>
                  <a:srgbClr val="000000"/>
                </a:solidFill>
                <a:prstDash val="solid"/>
                <a:headEnd type="none" w="med" len="med"/>
                <a:tailEnd type="none" w="med" len="med"/>
              </a:ln>
            </p:spPr>
          </p:sp>
          <p:sp>
            <p:nvSpPr>
              <p:cNvPr id="71703" name="Line 16"/>
              <p:cNvSpPr/>
              <p:nvPr/>
            </p:nvSpPr>
            <p:spPr>
              <a:xfrm>
                <a:off x="6441" y="3358"/>
                <a:ext cx="0" cy="769"/>
              </a:xfrm>
              <a:prstGeom prst="line">
                <a:avLst/>
              </a:prstGeom>
              <a:ln w="38100" cap="flat" cmpd="sng">
                <a:solidFill>
                  <a:srgbClr val="000000"/>
                </a:solidFill>
                <a:prstDash val="solid"/>
                <a:headEnd type="none" w="med" len="med"/>
                <a:tailEnd type="none" w="med" len="med"/>
              </a:ln>
            </p:spPr>
          </p:sp>
          <p:grpSp>
            <p:nvGrpSpPr>
              <p:cNvPr id="71704" name="Group 17"/>
              <p:cNvGrpSpPr/>
              <p:nvPr/>
            </p:nvGrpSpPr>
            <p:grpSpPr>
              <a:xfrm>
                <a:off x="6162" y="3800"/>
                <a:ext cx="532" cy="1466"/>
                <a:chOff x="5264" y="3679"/>
                <a:chExt cx="418" cy="1090"/>
              </a:xfrm>
            </p:grpSpPr>
            <p:sp>
              <p:nvSpPr>
                <p:cNvPr id="71714" name="Line 18"/>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1715" name="Line 19"/>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1716" name="Line 20"/>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1717" name="Line 21"/>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1705" name="Line 22"/>
              <p:cNvSpPr/>
              <p:nvPr/>
            </p:nvSpPr>
            <p:spPr>
              <a:xfrm>
                <a:off x="6430" y="5074"/>
                <a:ext cx="0" cy="769"/>
              </a:xfrm>
              <a:prstGeom prst="line">
                <a:avLst/>
              </a:prstGeom>
              <a:ln w="38100" cap="flat" cmpd="sng">
                <a:solidFill>
                  <a:srgbClr val="000000"/>
                </a:solidFill>
                <a:prstDash val="solid"/>
                <a:headEnd type="none" w="med" len="med"/>
                <a:tailEnd type="none" w="med" len="med"/>
              </a:ln>
            </p:spPr>
          </p:sp>
          <p:sp>
            <p:nvSpPr>
              <p:cNvPr id="71706" name="Line 23"/>
              <p:cNvSpPr/>
              <p:nvPr/>
            </p:nvSpPr>
            <p:spPr>
              <a:xfrm>
                <a:off x="4945" y="3343"/>
                <a:ext cx="0" cy="503"/>
              </a:xfrm>
              <a:prstGeom prst="line">
                <a:avLst/>
              </a:prstGeom>
              <a:ln w="38100" cap="flat" cmpd="sng">
                <a:solidFill>
                  <a:srgbClr val="000000"/>
                </a:solidFill>
                <a:prstDash val="solid"/>
                <a:headEnd type="none" w="med" len="med"/>
                <a:tailEnd type="none" w="med" len="med"/>
              </a:ln>
            </p:spPr>
          </p:sp>
          <p:sp>
            <p:nvSpPr>
              <p:cNvPr id="71707" name="Line 24"/>
              <p:cNvSpPr/>
              <p:nvPr/>
            </p:nvSpPr>
            <p:spPr>
              <a:xfrm>
                <a:off x="2370" y="3339"/>
                <a:ext cx="588" cy="0"/>
              </a:xfrm>
              <a:prstGeom prst="line">
                <a:avLst/>
              </a:prstGeom>
              <a:ln w="38100" cap="flat" cmpd="sng">
                <a:solidFill>
                  <a:srgbClr val="000000"/>
                </a:solidFill>
                <a:prstDash val="solid"/>
                <a:headEnd type="none" w="med" len="med"/>
                <a:tailEnd type="stealth" w="med" len="lg"/>
              </a:ln>
            </p:spPr>
          </p:sp>
          <p:sp>
            <p:nvSpPr>
              <p:cNvPr id="71708" name="Line 25"/>
              <p:cNvSpPr/>
              <p:nvPr/>
            </p:nvSpPr>
            <p:spPr>
              <a:xfrm>
                <a:off x="3515" y="3580"/>
                <a:ext cx="0" cy="399"/>
              </a:xfrm>
              <a:prstGeom prst="line">
                <a:avLst/>
              </a:prstGeom>
              <a:ln w="38100" cap="flat" cmpd="sng">
                <a:solidFill>
                  <a:srgbClr val="000000"/>
                </a:solidFill>
                <a:prstDash val="solid"/>
                <a:headEnd type="none" w="med" len="med"/>
                <a:tailEnd type="stealth" w="med" len="lg"/>
              </a:ln>
            </p:spPr>
          </p:sp>
          <p:sp>
            <p:nvSpPr>
              <p:cNvPr id="71709" name="Line 26"/>
              <p:cNvSpPr/>
              <p:nvPr/>
            </p:nvSpPr>
            <p:spPr>
              <a:xfrm>
                <a:off x="4934" y="3550"/>
                <a:ext cx="0" cy="355"/>
              </a:xfrm>
              <a:prstGeom prst="line">
                <a:avLst/>
              </a:prstGeom>
              <a:ln w="38100" cap="flat" cmpd="sng">
                <a:solidFill>
                  <a:srgbClr val="000000"/>
                </a:solidFill>
                <a:prstDash val="solid"/>
                <a:headEnd type="none" w="med" len="med"/>
                <a:tailEnd type="stealth" w="med" len="lg"/>
              </a:ln>
            </p:spPr>
          </p:sp>
          <p:sp>
            <p:nvSpPr>
              <p:cNvPr id="71710" name="Line 27"/>
              <p:cNvSpPr/>
              <p:nvPr/>
            </p:nvSpPr>
            <p:spPr>
              <a:xfrm>
                <a:off x="6419" y="3639"/>
                <a:ext cx="0" cy="355"/>
              </a:xfrm>
              <a:prstGeom prst="line">
                <a:avLst/>
              </a:prstGeom>
              <a:ln w="38100" cap="flat" cmpd="sng">
                <a:solidFill>
                  <a:srgbClr val="000000"/>
                </a:solidFill>
                <a:prstDash val="solid"/>
                <a:headEnd type="none" w="med" len="med"/>
                <a:tailEnd type="stealth" w="med" len="lg"/>
              </a:ln>
            </p:spPr>
          </p:sp>
          <p:sp>
            <p:nvSpPr>
              <p:cNvPr id="71711" name="Line 28"/>
              <p:cNvSpPr/>
              <p:nvPr/>
            </p:nvSpPr>
            <p:spPr>
              <a:xfrm>
                <a:off x="2006" y="3801"/>
                <a:ext cx="322" cy="0"/>
              </a:xfrm>
              <a:prstGeom prst="line">
                <a:avLst/>
              </a:prstGeom>
              <a:ln w="38100" cap="flat" cmpd="sng">
                <a:solidFill>
                  <a:srgbClr val="000000"/>
                </a:solidFill>
                <a:prstDash val="solid"/>
                <a:headEnd type="none" w="med" len="med"/>
                <a:tailEnd type="none" w="med" len="med"/>
              </a:ln>
            </p:spPr>
          </p:sp>
          <p:sp>
            <p:nvSpPr>
              <p:cNvPr id="71712" name="Line 29"/>
              <p:cNvSpPr/>
              <p:nvPr/>
            </p:nvSpPr>
            <p:spPr>
              <a:xfrm rot="5400000">
                <a:off x="2004" y="3801"/>
                <a:ext cx="340" cy="0"/>
              </a:xfrm>
              <a:prstGeom prst="line">
                <a:avLst/>
              </a:prstGeom>
              <a:ln w="38100" cap="flat" cmpd="sng">
                <a:solidFill>
                  <a:srgbClr val="000000"/>
                </a:solidFill>
                <a:prstDash val="solid"/>
                <a:headEnd type="none" w="med" len="med"/>
                <a:tailEnd type="none" w="med" len="med"/>
              </a:ln>
            </p:spPr>
          </p:sp>
          <p:sp>
            <p:nvSpPr>
              <p:cNvPr id="71713" name="Line 30"/>
              <p:cNvSpPr/>
              <p:nvPr/>
            </p:nvSpPr>
            <p:spPr>
              <a:xfrm>
                <a:off x="1964" y="5459"/>
                <a:ext cx="322" cy="0"/>
              </a:xfrm>
              <a:prstGeom prst="line">
                <a:avLst/>
              </a:prstGeom>
              <a:ln w="38100" cap="flat" cmpd="sng">
                <a:solidFill>
                  <a:srgbClr val="000000"/>
                </a:solidFill>
                <a:prstDash val="solid"/>
                <a:headEnd type="none" w="med" len="med"/>
                <a:tailEnd type="none" w="med" len="med"/>
              </a:ln>
            </p:spPr>
          </p:sp>
        </p:grpSp>
        <p:sp>
          <p:nvSpPr>
            <p:cNvPr id="71690" name="Text Box 31"/>
            <p:cNvSpPr txBox="1"/>
            <p:nvPr/>
          </p:nvSpPr>
          <p:spPr>
            <a:xfrm>
              <a:off x="5184" y="336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C</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1" name="Text Box 32"/>
            <p:cNvSpPr txBox="1"/>
            <p:nvPr/>
          </p:nvSpPr>
          <p:spPr>
            <a:xfrm>
              <a:off x="3744" y="244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2" name="Text Box 33"/>
            <p:cNvSpPr txBox="1"/>
            <p:nvPr/>
          </p:nvSpPr>
          <p:spPr>
            <a:xfrm>
              <a:off x="5184" y="292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r>
                <a:rPr lang="en-US" altLang="zh-CN" sz="2400" b="1" i="1" baseline="-25000" dirty="0">
                  <a:solidFill>
                    <a:schemeClr val="accent2"/>
                  </a:solidFill>
                  <a:latin typeface="Times New Roman" panose="02020603050405020304" pitchFamily="18" charset="0"/>
                  <a:ea typeface="华文中宋" panose="02010600040101010101" pitchFamily="2" charset="-122"/>
                </a:rPr>
                <a:t>C</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3" name="Text Box 34"/>
            <p:cNvSpPr txBox="1"/>
            <p:nvPr/>
          </p:nvSpPr>
          <p:spPr>
            <a:xfrm>
              <a:off x="4560" y="288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 Ì</a:t>
              </a:r>
              <a:r>
                <a:rPr lang="en-US" altLang="zh-CN" sz="2400" b="1" i="1" baseline="-25000" dirty="0">
                  <a:solidFill>
                    <a:schemeClr val="accent2"/>
                  </a:solidFill>
                  <a:latin typeface="Times New Roman" panose="02020603050405020304" pitchFamily="18" charset="0"/>
                  <a:ea typeface="华文中宋" panose="02010600040101010101" pitchFamily="2" charset="-122"/>
                </a:rPr>
                <a:t>L</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4" name="Text Box 35"/>
            <p:cNvSpPr txBox="1"/>
            <p:nvPr/>
          </p:nvSpPr>
          <p:spPr>
            <a:xfrm>
              <a:off x="4032" y="288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r>
                <a:rPr lang="en-US" altLang="zh-CN" sz="2400" b="1" i="1" baseline="-25000" dirty="0">
                  <a:solidFill>
                    <a:schemeClr val="accent2"/>
                  </a:solidFill>
                  <a:latin typeface="Times New Roman" panose="02020603050405020304" pitchFamily="18" charset="0"/>
                  <a:ea typeface="华文中宋" panose="02010600040101010101" pitchFamily="2" charset="-122"/>
                </a:rPr>
                <a:t>R</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5" name="Text Box 36"/>
            <p:cNvSpPr txBox="1"/>
            <p:nvPr/>
          </p:nvSpPr>
          <p:spPr>
            <a:xfrm>
              <a:off x="4656" y="340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L</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6" name="Text Box 37"/>
            <p:cNvSpPr txBox="1"/>
            <p:nvPr/>
          </p:nvSpPr>
          <p:spPr>
            <a:xfrm>
              <a:off x="4032" y="33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R</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1697" name="Text Box 38"/>
            <p:cNvSpPr txBox="1"/>
            <p:nvPr/>
          </p:nvSpPr>
          <p:spPr>
            <a:xfrm>
              <a:off x="3312" y="312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Ù</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grpSp>
      <p:sp>
        <p:nvSpPr>
          <p:cNvPr id="850983" name="Rectangle 39"/>
          <p:cNvSpPr>
            <a:spLocks noChangeArrowheads="1"/>
          </p:cNvSpPr>
          <p:nvPr/>
        </p:nvSpPr>
        <p:spPr bwMode="auto">
          <a:xfrm>
            <a:off x="609600" y="2997200"/>
            <a:ext cx="25908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电路阻抗</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50984" name="Object 40"/>
          <p:cNvGraphicFramePr>
            <a:graphicFrameLocks noChangeAspect="1"/>
          </p:cNvGraphicFramePr>
          <p:nvPr/>
        </p:nvGraphicFramePr>
        <p:xfrm>
          <a:off x="1387475" y="3538538"/>
          <a:ext cx="4327525" cy="903287"/>
        </p:xfrm>
        <a:graphic>
          <a:graphicData uri="http://schemas.openxmlformats.org/presentationml/2006/ole">
            <mc:AlternateContent xmlns:mc="http://schemas.openxmlformats.org/markup-compatibility/2006">
              <mc:Choice xmlns:v="urn:schemas-microsoft-com:vml" Requires="v">
                <p:oleObj spid="_x0000_s3303" name="" r:id="rId1" imgW="1930400" imgH="419100" progId="Equation.3">
                  <p:embed/>
                </p:oleObj>
              </mc:Choice>
              <mc:Fallback>
                <p:oleObj name="" r:id="rId1" imgW="1930400" imgH="419100" progId="Equation.3">
                  <p:embed/>
                  <p:pic>
                    <p:nvPicPr>
                      <p:cNvPr id="0" name="图片 3302"/>
                      <p:cNvPicPr/>
                      <p:nvPr/>
                    </p:nvPicPr>
                    <p:blipFill>
                      <a:blip r:embed="rId2"/>
                      <a:stretch>
                        <a:fillRect/>
                      </a:stretch>
                    </p:blipFill>
                    <p:spPr>
                      <a:xfrm>
                        <a:off x="1387475" y="3538538"/>
                        <a:ext cx="4327525" cy="903287"/>
                      </a:xfrm>
                      <a:prstGeom prst="rect">
                        <a:avLst/>
                      </a:prstGeom>
                      <a:noFill/>
                      <a:ln w="38100">
                        <a:noFill/>
                        <a:miter/>
                      </a:ln>
                    </p:spPr>
                  </p:pic>
                </p:oleObj>
              </mc:Fallback>
            </mc:AlternateContent>
          </a:graphicData>
        </a:graphic>
      </p:graphicFrame>
      <p:graphicFrame>
        <p:nvGraphicFramePr>
          <p:cNvPr id="850985" name="Object 41"/>
          <p:cNvGraphicFramePr>
            <a:graphicFrameLocks noChangeAspect="1"/>
          </p:cNvGraphicFramePr>
          <p:nvPr/>
        </p:nvGraphicFramePr>
        <p:xfrm>
          <a:off x="1293813" y="5618163"/>
          <a:ext cx="5030787" cy="979487"/>
        </p:xfrm>
        <a:graphic>
          <a:graphicData uri="http://schemas.openxmlformats.org/presentationml/2006/ole">
            <mc:AlternateContent xmlns:mc="http://schemas.openxmlformats.org/markup-compatibility/2006">
              <mc:Choice xmlns:v="urn:schemas-microsoft-com:vml" Requires="v">
                <p:oleObj spid="_x0000_s3304" name="" r:id="rId3" imgW="2260600" imgH="457200" progId="Equation.3">
                  <p:embed/>
                </p:oleObj>
              </mc:Choice>
              <mc:Fallback>
                <p:oleObj name="" r:id="rId3" imgW="2260600" imgH="457200" progId="Equation.3">
                  <p:embed/>
                  <p:pic>
                    <p:nvPicPr>
                      <p:cNvPr id="0" name="图片 3303"/>
                      <p:cNvPicPr/>
                      <p:nvPr/>
                    </p:nvPicPr>
                    <p:blipFill>
                      <a:blip r:embed="rId4"/>
                      <a:stretch>
                        <a:fillRect/>
                      </a:stretch>
                    </p:blipFill>
                    <p:spPr>
                      <a:xfrm>
                        <a:off x="1293813" y="5618163"/>
                        <a:ext cx="5030787" cy="979487"/>
                      </a:xfrm>
                      <a:prstGeom prst="rect">
                        <a:avLst/>
                      </a:prstGeom>
                      <a:noFill/>
                      <a:ln w="38100">
                        <a:noFill/>
                        <a:miter/>
                      </a:ln>
                    </p:spPr>
                  </p:pic>
                </p:oleObj>
              </mc:Fallback>
            </mc:AlternateContent>
          </a:graphicData>
        </a:graphic>
      </p:graphicFrame>
      <p:graphicFrame>
        <p:nvGraphicFramePr>
          <p:cNvPr id="850986" name="Object 42"/>
          <p:cNvGraphicFramePr>
            <a:graphicFrameLocks noChangeAspect="1"/>
          </p:cNvGraphicFramePr>
          <p:nvPr/>
        </p:nvGraphicFramePr>
        <p:xfrm>
          <a:off x="1301750" y="4535488"/>
          <a:ext cx="4870450" cy="973137"/>
        </p:xfrm>
        <a:graphic>
          <a:graphicData uri="http://schemas.openxmlformats.org/presentationml/2006/ole">
            <mc:AlternateContent xmlns:mc="http://schemas.openxmlformats.org/markup-compatibility/2006">
              <mc:Choice xmlns:v="urn:schemas-microsoft-com:vml" Requires="v">
                <p:oleObj spid="_x0000_s3302" name="" r:id="rId5" imgW="2197100" imgH="457200" progId="Equation.3">
                  <p:embed/>
                </p:oleObj>
              </mc:Choice>
              <mc:Fallback>
                <p:oleObj name="" r:id="rId5" imgW="2197100" imgH="457200" progId="Equation.3">
                  <p:embed/>
                  <p:pic>
                    <p:nvPicPr>
                      <p:cNvPr id="0" name="图片 3301"/>
                      <p:cNvPicPr/>
                      <p:nvPr/>
                    </p:nvPicPr>
                    <p:blipFill>
                      <a:blip r:embed="rId6"/>
                      <a:stretch>
                        <a:fillRect/>
                      </a:stretch>
                    </p:blipFill>
                    <p:spPr>
                      <a:xfrm>
                        <a:off x="1301750" y="4535488"/>
                        <a:ext cx="4870450" cy="9731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50947"/>
                                        </p:tgtEl>
                                        <p:attrNameLst>
                                          <p:attrName>style.visibility</p:attrName>
                                        </p:attrNameLst>
                                      </p:cBhvr>
                                      <p:to>
                                        <p:strVal val="visible"/>
                                      </p:to>
                                    </p:set>
                                    <p:animEffect transition="in" filter="blinds(horizontal)">
                                      <p:cBhvr>
                                        <p:cTn id="7" dur="500"/>
                                        <p:tgtEl>
                                          <p:spTgt spid="850947"/>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0983"/>
                                        </p:tgtEl>
                                        <p:attrNameLst>
                                          <p:attrName>style.visibility</p:attrName>
                                        </p:attrNameLst>
                                      </p:cBhvr>
                                      <p:to>
                                        <p:strVal val="visible"/>
                                      </p:to>
                                    </p:set>
                                    <p:animEffect transition="in" filter="wipe(left)">
                                      <p:cBhvr>
                                        <p:cTn id="17" dur="500"/>
                                        <p:tgtEl>
                                          <p:spTgt spid="8509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50984"/>
                                        </p:tgtEl>
                                        <p:attrNameLst>
                                          <p:attrName>style.visibility</p:attrName>
                                        </p:attrNameLst>
                                      </p:cBhvr>
                                      <p:to>
                                        <p:strVal val="visible"/>
                                      </p:to>
                                    </p:set>
                                    <p:animEffect transition="in" filter="wipe(left)">
                                      <p:cBhvr>
                                        <p:cTn id="22" dur="500"/>
                                        <p:tgtEl>
                                          <p:spTgt spid="85098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50986"/>
                                        </p:tgtEl>
                                        <p:attrNameLst>
                                          <p:attrName>style.visibility</p:attrName>
                                        </p:attrNameLst>
                                      </p:cBhvr>
                                      <p:to>
                                        <p:strVal val="visible"/>
                                      </p:to>
                                    </p:set>
                                    <p:animEffect transition="in" filter="wipe(left)">
                                      <p:cBhvr>
                                        <p:cTn id="26" dur="500"/>
                                        <p:tgtEl>
                                          <p:spTgt spid="850986"/>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850985"/>
                                        </p:tgtEl>
                                        <p:attrNameLst>
                                          <p:attrName>style.visibility</p:attrName>
                                        </p:attrNameLst>
                                      </p:cBhvr>
                                      <p:to>
                                        <p:strVal val="visible"/>
                                      </p:to>
                                    </p:set>
                                    <p:animEffect transition="in" filter="wipe(left)">
                                      <p:cBhvr>
                                        <p:cTn id="30" dur="500"/>
                                        <p:tgtEl>
                                          <p:spTgt spid="850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7" grpId="0"/>
      <p:bldP spid="85098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5486400" y="685800"/>
            <a:ext cx="3429000" cy="2055813"/>
            <a:chOff x="3312" y="2448"/>
            <a:chExt cx="2160" cy="1295"/>
          </a:xfrm>
        </p:grpSpPr>
        <p:grpSp>
          <p:nvGrpSpPr>
            <p:cNvPr id="72724" name="Group 4"/>
            <p:cNvGrpSpPr/>
            <p:nvPr/>
          </p:nvGrpSpPr>
          <p:grpSpPr>
            <a:xfrm>
              <a:off x="3388" y="2736"/>
              <a:ext cx="1892" cy="1007"/>
              <a:chOff x="1964" y="3339"/>
              <a:chExt cx="4730" cy="2519"/>
            </a:xfrm>
          </p:grpSpPr>
          <p:sp>
            <p:nvSpPr>
              <p:cNvPr id="72733" name="Line 5"/>
              <p:cNvSpPr/>
              <p:nvPr/>
            </p:nvSpPr>
            <p:spPr>
              <a:xfrm flipV="1">
                <a:off x="2020" y="3343"/>
                <a:ext cx="4436" cy="15"/>
              </a:xfrm>
              <a:prstGeom prst="line">
                <a:avLst/>
              </a:prstGeom>
              <a:ln w="38100" cap="flat" cmpd="sng">
                <a:solidFill>
                  <a:srgbClr val="000000"/>
                </a:solidFill>
                <a:prstDash val="solid"/>
                <a:headEnd type="none" w="med" len="med"/>
                <a:tailEnd type="none" w="med" len="med"/>
              </a:ln>
            </p:spPr>
          </p:sp>
          <p:sp>
            <p:nvSpPr>
              <p:cNvPr id="72734" name="Line 6"/>
              <p:cNvSpPr/>
              <p:nvPr/>
            </p:nvSpPr>
            <p:spPr>
              <a:xfrm>
                <a:off x="3531" y="3358"/>
                <a:ext cx="0" cy="2470"/>
              </a:xfrm>
              <a:prstGeom prst="line">
                <a:avLst/>
              </a:prstGeom>
              <a:ln w="38100" cap="flat" cmpd="sng">
                <a:solidFill>
                  <a:srgbClr val="000000"/>
                </a:solidFill>
                <a:prstDash val="solid"/>
                <a:headEnd type="none" w="med" len="med"/>
                <a:tailEnd type="none" w="med" len="med"/>
              </a:ln>
            </p:spPr>
          </p:sp>
          <p:sp>
            <p:nvSpPr>
              <p:cNvPr id="72735" name="Rectangle 7"/>
              <p:cNvSpPr/>
              <p:nvPr/>
            </p:nvSpPr>
            <p:spPr>
              <a:xfrm>
                <a:off x="3419" y="433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72736" name="Group 8"/>
              <p:cNvGrpSpPr/>
              <p:nvPr/>
            </p:nvGrpSpPr>
            <p:grpSpPr>
              <a:xfrm>
                <a:off x="4651" y="3624"/>
                <a:ext cx="511" cy="2219"/>
                <a:chOff x="2091" y="573"/>
                <a:chExt cx="220" cy="907"/>
              </a:xfrm>
            </p:grpSpPr>
            <p:sp>
              <p:nvSpPr>
                <p:cNvPr id="72753" name="Line 9"/>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2754" name="Oval 10"/>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2755" name="Oval 11"/>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2756" name="Oval 12"/>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2757" name="Rectangle 13"/>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2737" name="Line 14"/>
              <p:cNvSpPr/>
              <p:nvPr/>
            </p:nvSpPr>
            <p:spPr>
              <a:xfrm>
                <a:off x="2048" y="5858"/>
                <a:ext cx="4366" cy="0"/>
              </a:xfrm>
              <a:prstGeom prst="line">
                <a:avLst/>
              </a:prstGeom>
              <a:ln w="38100" cap="flat" cmpd="sng">
                <a:solidFill>
                  <a:srgbClr val="000000"/>
                </a:solidFill>
                <a:prstDash val="solid"/>
                <a:headEnd type="none" w="med" len="med"/>
                <a:tailEnd type="none" w="med" len="med"/>
              </a:ln>
            </p:spPr>
          </p:sp>
          <p:sp>
            <p:nvSpPr>
              <p:cNvPr id="72738" name="Line 15"/>
              <p:cNvSpPr/>
              <p:nvPr/>
            </p:nvSpPr>
            <p:spPr>
              <a:xfrm>
                <a:off x="6441" y="3358"/>
                <a:ext cx="0" cy="769"/>
              </a:xfrm>
              <a:prstGeom prst="line">
                <a:avLst/>
              </a:prstGeom>
              <a:ln w="38100" cap="flat" cmpd="sng">
                <a:solidFill>
                  <a:srgbClr val="000000"/>
                </a:solidFill>
                <a:prstDash val="solid"/>
                <a:headEnd type="none" w="med" len="med"/>
                <a:tailEnd type="none" w="med" len="med"/>
              </a:ln>
            </p:spPr>
          </p:sp>
          <p:grpSp>
            <p:nvGrpSpPr>
              <p:cNvPr id="72739" name="Group 16"/>
              <p:cNvGrpSpPr/>
              <p:nvPr/>
            </p:nvGrpSpPr>
            <p:grpSpPr>
              <a:xfrm>
                <a:off x="6162" y="3800"/>
                <a:ext cx="532" cy="1466"/>
                <a:chOff x="5264" y="3679"/>
                <a:chExt cx="418" cy="1090"/>
              </a:xfrm>
            </p:grpSpPr>
            <p:sp>
              <p:nvSpPr>
                <p:cNvPr id="72749" name="Line 17"/>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2750" name="Line 18"/>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2751" name="Line 19"/>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2752" name="Line 20"/>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2740" name="Line 21"/>
              <p:cNvSpPr/>
              <p:nvPr/>
            </p:nvSpPr>
            <p:spPr>
              <a:xfrm>
                <a:off x="6430" y="5074"/>
                <a:ext cx="0" cy="769"/>
              </a:xfrm>
              <a:prstGeom prst="line">
                <a:avLst/>
              </a:prstGeom>
              <a:ln w="38100" cap="flat" cmpd="sng">
                <a:solidFill>
                  <a:srgbClr val="000000"/>
                </a:solidFill>
                <a:prstDash val="solid"/>
                <a:headEnd type="none" w="med" len="med"/>
                <a:tailEnd type="none" w="med" len="med"/>
              </a:ln>
            </p:spPr>
          </p:sp>
          <p:sp>
            <p:nvSpPr>
              <p:cNvPr id="72741" name="Line 22"/>
              <p:cNvSpPr/>
              <p:nvPr/>
            </p:nvSpPr>
            <p:spPr>
              <a:xfrm>
                <a:off x="4945" y="3343"/>
                <a:ext cx="0" cy="503"/>
              </a:xfrm>
              <a:prstGeom prst="line">
                <a:avLst/>
              </a:prstGeom>
              <a:ln w="38100" cap="flat" cmpd="sng">
                <a:solidFill>
                  <a:srgbClr val="000000"/>
                </a:solidFill>
                <a:prstDash val="solid"/>
                <a:headEnd type="none" w="med" len="med"/>
                <a:tailEnd type="none" w="med" len="med"/>
              </a:ln>
            </p:spPr>
          </p:sp>
          <p:sp>
            <p:nvSpPr>
              <p:cNvPr id="72742" name="Line 23"/>
              <p:cNvSpPr/>
              <p:nvPr/>
            </p:nvSpPr>
            <p:spPr>
              <a:xfrm>
                <a:off x="2370" y="3339"/>
                <a:ext cx="588" cy="0"/>
              </a:xfrm>
              <a:prstGeom prst="line">
                <a:avLst/>
              </a:prstGeom>
              <a:ln w="38100" cap="flat" cmpd="sng">
                <a:solidFill>
                  <a:srgbClr val="000000"/>
                </a:solidFill>
                <a:prstDash val="solid"/>
                <a:headEnd type="none" w="med" len="med"/>
                <a:tailEnd type="stealth" w="med" len="lg"/>
              </a:ln>
            </p:spPr>
          </p:sp>
          <p:sp>
            <p:nvSpPr>
              <p:cNvPr id="72743" name="Line 24"/>
              <p:cNvSpPr/>
              <p:nvPr/>
            </p:nvSpPr>
            <p:spPr>
              <a:xfrm>
                <a:off x="3515" y="3580"/>
                <a:ext cx="0" cy="399"/>
              </a:xfrm>
              <a:prstGeom prst="line">
                <a:avLst/>
              </a:prstGeom>
              <a:ln w="38100" cap="flat" cmpd="sng">
                <a:solidFill>
                  <a:srgbClr val="000000"/>
                </a:solidFill>
                <a:prstDash val="solid"/>
                <a:headEnd type="none" w="med" len="med"/>
                <a:tailEnd type="stealth" w="med" len="lg"/>
              </a:ln>
            </p:spPr>
          </p:sp>
          <p:sp>
            <p:nvSpPr>
              <p:cNvPr id="72744" name="Line 25"/>
              <p:cNvSpPr/>
              <p:nvPr/>
            </p:nvSpPr>
            <p:spPr>
              <a:xfrm>
                <a:off x="4934" y="3550"/>
                <a:ext cx="0" cy="355"/>
              </a:xfrm>
              <a:prstGeom prst="line">
                <a:avLst/>
              </a:prstGeom>
              <a:ln w="38100" cap="flat" cmpd="sng">
                <a:solidFill>
                  <a:srgbClr val="000000"/>
                </a:solidFill>
                <a:prstDash val="solid"/>
                <a:headEnd type="none" w="med" len="med"/>
                <a:tailEnd type="stealth" w="med" len="lg"/>
              </a:ln>
            </p:spPr>
          </p:sp>
          <p:sp>
            <p:nvSpPr>
              <p:cNvPr id="72745" name="Line 26"/>
              <p:cNvSpPr/>
              <p:nvPr/>
            </p:nvSpPr>
            <p:spPr>
              <a:xfrm>
                <a:off x="6419" y="3639"/>
                <a:ext cx="0" cy="355"/>
              </a:xfrm>
              <a:prstGeom prst="line">
                <a:avLst/>
              </a:prstGeom>
              <a:ln w="38100" cap="flat" cmpd="sng">
                <a:solidFill>
                  <a:srgbClr val="000000"/>
                </a:solidFill>
                <a:prstDash val="solid"/>
                <a:headEnd type="none" w="med" len="med"/>
                <a:tailEnd type="stealth" w="med" len="lg"/>
              </a:ln>
            </p:spPr>
          </p:sp>
          <p:sp>
            <p:nvSpPr>
              <p:cNvPr id="72746" name="Line 27"/>
              <p:cNvSpPr/>
              <p:nvPr/>
            </p:nvSpPr>
            <p:spPr>
              <a:xfrm>
                <a:off x="2006" y="3801"/>
                <a:ext cx="322" cy="0"/>
              </a:xfrm>
              <a:prstGeom prst="line">
                <a:avLst/>
              </a:prstGeom>
              <a:ln w="38100" cap="flat" cmpd="sng">
                <a:solidFill>
                  <a:srgbClr val="000000"/>
                </a:solidFill>
                <a:prstDash val="solid"/>
                <a:headEnd type="none" w="med" len="med"/>
                <a:tailEnd type="none" w="med" len="med"/>
              </a:ln>
            </p:spPr>
          </p:sp>
          <p:sp>
            <p:nvSpPr>
              <p:cNvPr id="72747" name="Line 28"/>
              <p:cNvSpPr/>
              <p:nvPr/>
            </p:nvSpPr>
            <p:spPr>
              <a:xfrm rot="5400000">
                <a:off x="2004" y="3801"/>
                <a:ext cx="340" cy="0"/>
              </a:xfrm>
              <a:prstGeom prst="line">
                <a:avLst/>
              </a:prstGeom>
              <a:ln w="38100" cap="flat" cmpd="sng">
                <a:solidFill>
                  <a:srgbClr val="000000"/>
                </a:solidFill>
                <a:prstDash val="solid"/>
                <a:headEnd type="none" w="med" len="med"/>
                <a:tailEnd type="none" w="med" len="med"/>
              </a:ln>
            </p:spPr>
          </p:sp>
          <p:sp>
            <p:nvSpPr>
              <p:cNvPr id="72748" name="Line 29"/>
              <p:cNvSpPr/>
              <p:nvPr/>
            </p:nvSpPr>
            <p:spPr>
              <a:xfrm>
                <a:off x="1964" y="5459"/>
                <a:ext cx="322" cy="0"/>
              </a:xfrm>
              <a:prstGeom prst="line">
                <a:avLst/>
              </a:prstGeom>
              <a:ln w="38100" cap="flat" cmpd="sng">
                <a:solidFill>
                  <a:srgbClr val="000000"/>
                </a:solidFill>
                <a:prstDash val="solid"/>
                <a:headEnd type="none" w="med" len="med"/>
                <a:tailEnd type="none" w="med" len="med"/>
              </a:ln>
            </p:spPr>
          </p:sp>
        </p:grpSp>
        <p:sp>
          <p:nvSpPr>
            <p:cNvPr id="72725" name="Text Box 30"/>
            <p:cNvSpPr txBox="1"/>
            <p:nvPr/>
          </p:nvSpPr>
          <p:spPr>
            <a:xfrm>
              <a:off x="5184" y="336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C</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26" name="Text Box 31"/>
            <p:cNvSpPr txBox="1"/>
            <p:nvPr/>
          </p:nvSpPr>
          <p:spPr>
            <a:xfrm>
              <a:off x="3744" y="244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27" name="Text Box 32"/>
            <p:cNvSpPr txBox="1"/>
            <p:nvPr/>
          </p:nvSpPr>
          <p:spPr>
            <a:xfrm>
              <a:off x="5184" y="292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r>
                <a:rPr lang="en-US" altLang="zh-CN" sz="2400" b="1" i="1" baseline="-25000" dirty="0">
                  <a:solidFill>
                    <a:schemeClr val="accent2"/>
                  </a:solidFill>
                  <a:latin typeface="Times New Roman" panose="02020603050405020304" pitchFamily="18" charset="0"/>
                  <a:ea typeface="华文中宋" panose="02010600040101010101" pitchFamily="2" charset="-122"/>
                </a:rPr>
                <a:t>C</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28" name="Text Box 33"/>
            <p:cNvSpPr txBox="1"/>
            <p:nvPr/>
          </p:nvSpPr>
          <p:spPr>
            <a:xfrm>
              <a:off x="4560" y="288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 Ì</a:t>
              </a:r>
              <a:r>
                <a:rPr lang="en-US" altLang="zh-CN" sz="2400" b="1" i="1" baseline="-25000" dirty="0">
                  <a:solidFill>
                    <a:schemeClr val="accent2"/>
                  </a:solidFill>
                  <a:latin typeface="Times New Roman" panose="02020603050405020304" pitchFamily="18" charset="0"/>
                  <a:ea typeface="华文中宋" panose="02010600040101010101" pitchFamily="2" charset="-122"/>
                </a:rPr>
                <a:t>L</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29" name="Text Box 34"/>
            <p:cNvSpPr txBox="1"/>
            <p:nvPr/>
          </p:nvSpPr>
          <p:spPr>
            <a:xfrm>
              <a:off x="4032" y="288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Ì</a:t>
              </a:r>
              <a:r>
                <a:rPr lang="en-US" altLang="zh-CN" sz="2400" b="1" i="1" baseline="-25000" dirty="0">
                  <a:solidFill>
                    <a:schemeClr val="accent2"/>
                  </a:solidFill>
                  <a:latin typeface="Times New Roman" panose="02020603050405020304" pitchFamily="18" charset="0"/>
                  <a:ea typeface="华文中宋" panose="02010600040101010101" pitchFamily="2" charset="-122"/>
                </a:rPr>
                <a:t>R</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30" name="Text Box 35"/>
            <p:cNvSpPr txBox="1"/>
            <p:nvPr/>
          </p:nvSpPr>
          <p:spPr>
            <a:xfrm>
              <a:off x="4656" y="340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L</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31" name="Text Box 36"/>
            <p:cNvSpPr txBox="1"/>
            <p:nvPr/>
          </p:nvSpPr>
          <p:spPr>
            <a:xfrm>
              <a:off x="4032" y="33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R</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32" name="Text Box 37"/>
            <p:cNvSpPr txBox="1"/>
            <p:nvPr/>
          </p:nvSpPr>
          <p:spPr>
            <a:xfrm>
              <a:off x="3312" y="312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Ù</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grpSp>
      <p:graphicFrame>
        <p:nvGraphicFramePr>
          <p:cNvPr id="852006" name="Object 38"/>
          <p:cNvGraphicFramePr>
            <a:graphicFrameLocks noChangeAspect="1"/>
          </p:cNvGraphicFramePr>
          <p:nvPr/>
        </p:nvGraphicFramePr>
        <p:xfrm>
          <a:off x="685800" y="533400"/>
          <a:ext cx="4213225" cy="1587500"/>
        </p:xfrm>
        <a:graphic>
          <a:graphicData uri="http://schemas.openxmlformats.org/presentationml/2006/ole">
            <mc:AlternateContent xmlns:mc="http://schemas.openxmlformats.org/markup-compatibility/2006">
              <mc:Choice xmlns:v="urn:schemas-microsoft-com:vml" Requires="v">
                <p:oleObj spid="_x0000_s3367" name="" r:id="rId1" imgW="1879600" imgH="736600" progId="Equation.3">
                  <p:embed/>
                </p:oleObj>
              </mc:Choice>
              <mc:Fallback>
                <p:oleObj name="" r:id="rId1" imgW="1879600" imgH="736600" progId="Equation.3">
                  <p:embed/>
                  <p:pic>
                    <p:nvPicPr>
                      <p:cNvPr id="0" name="图片 3366"/>
                      <p:cNvPicPr/>
                      <p:nvPr/>
                    </p:nvPicPr>
                    <p:blipFill>
                      <a:blip r:embed="rId2"/>
                      <a:stretch>
                        <a:fillRect/>
                      </a:stretch>
                    </p:blipFill>
                    <p:spPr>
                      <a:xfrm>
                        <a:off x="685800" y="533400"/>
                        <a:ext cx="4213225" cy="1587500"/>
                      </a:xfrm>
                      <a:prstGeom prst="rect">
                        <a:avLst/>
                      </a:prstGeom>
                      <a:noFill/>
                      <a:ln w="38100">
                        <a:noFill/>
                        <a:miter/>
                      </a:ln>
                    </p:spPr>
                  </p:pic>
                </p:oleObj>
              </mc:Fallback>
            </mc:AlternateContent>
          </a:graphicData>
        </a:graphic>
      </p:graphicFrame>
      <p:graphicFrame>
        <p:nvGraphicFramePr>
          <p:cNvPr id="852007" name="Object 39"/>
          <p:cNvGraphicFramePr>
            <a:graphicFrameLocks noChangeAspect="1"/>
          </p:cNvGraphicFramePr>
          <p:nvPr/>
        </p:nvGraphicFramePr>
        <p:xfrm>
          <a:off x="1584325" y="4583113"/>
          <a:ext cx="2701925" cy="2033587"/>
        </p:xfrm>
        <a:graphic>
          <a:graphicData uri="http://schemas.openxmlformats.org/presentationml/2006/ole">
            <mc:AlternateContent xmlns:mc="http://schemas.openxmlformats.org/markup-compatibility/2006">
              <mc:Choice xmlns:v="urn:schemas-microsoft-com:vml" Requires="v">
                <p:oleObj spid="_x0000_s3366" name="" r:id="rId3" imgW="1219200" imgH="1117600" progId="Equation.3">
                  <p:embed/>
                </p:oleObj>
              </mc:Choice>
              <mc:Fallback>
                <p:oleObj name="" r:id="rId3" imgW="1219200" imgH="1117600" progId="Equation.3">
                  <p:embed/>
                  <p:pic>
                    <p:nvPicPr>
                      <p:cNvPr id="0" name="图片 3365"/>
                      <p:cNvPicPr/>
                      <p:nvPr/>
                    </p:nvPicPr>
                    <p:blipFill>
                      <a:blip r:embed="rId4"/>
                      <a:stretch>
                        <a:fillRect/>
                      </a:stretch>
                    </p:blipFill>
                    <p:spPr>
                      <a:xfrm>
                        <a:off x="1584325" y="4583113"/>
                        <a:ext cx="2701925" cy="2033587"/>
                      </a:xfrm>
                      <a:prstGeom prst="rect">
                        <a:avLst/>
                      </a:prstGeom>
                      <a:noFill/>
                      <a:ln w="38100">
                        <a:noFill/>
                        <a:miter/>
                      </a:ln>
                    </p:spPr>
                  </p:pic>
                </p:oleObj>
              </mc:Fallback>
            </mc:AlternateContent>
          </a:graphicData>
        </a:graphic>
      </p:graphicFrame>
      <p:sp>
        <p:nvSpPr>
          <p:cNvPr id="852008" name="Text Box 40"/>
          <p:cNvSpPr txBox="1">
            <a:spLocks noChangeArrowheads="1"/>
          </p:cNvSpPr>
          <p:nvPr/>
        </p:nvSpPr>
        <p:spPr bwMode="auto">
          <a:xfrm>
            <a:off x="457200" y="2133600"/>
            <a:ext cx="4038600" cy="1865313"/>
          </a:xfrm>
          <a:prstGeom prst="rect">
            <a:avLst/>
          </a:prstGeom>
          <a:noFill/>
          <a:ln w="9525">
            <a:noFill/>
            <a:miter lim="800000"/>
          </a:ln>
          <a:effectLst/>
        </p:spPr>
        <p:txBody>
          <a:bodyPr>
            <a:spAutoFit/>
          </a:bodyPr>
          <a:lstStyle/>
          <a:p>
            <a:pPr marR="0" defTabSz="914400" eaLnBrk="1" hangingPunct="1">
              <a:lnSpc>
                <a:spcPct val="120000"/>
              </a:lnSpc>
              <a:spcBef>
                <a:spcPct val="50000"/>
              </a:spcBef>
              <a:buClrTx/>
              <a:buSzTx/>
              <a:buFontTx/>
              <a:defRPr/>
            </a:pP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）画出相量图。画相量图时可以只画出参考相量，不画出坐标轴。以电压作为参考相量，见右图。</a:t>
            </a:r>
            <a:endPar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52009" name="Text Box 41"/>
          <p:cNvSpPr txBox="1">
            <a:spLocks noChangeArrowheads="1"/>
          </p:cNvSpPr>
          <p:nvPr/>
        </p:nvSpPr>
        <p:spPr bwMode="auto">
          <a:xfrm>
            <a:off x="381000" y="3962400"/>
            <a:ext cx="5334000" cy="534988"/>
          </a:xfrm>
          <a:prstGeom prst="rect">
            <a:avLst/>
          </a:prstGeom>
          <a:noFill/>
          <a:ln w="9525">
            <a:noFill/>
            <a:miter lim="800000"/>
          </a:ln>
          <a:effectLst/>
        </p:spPr>
        <p:txBody>
          <a:bodyPr>
            <a:spAutoFit/>
          </a:bodyPr>
          <a:lstStyle/>
          <a:p>
            <a:pPr marR="0" defTabSz="914400" eaLnBrk="1" hangingPunct="1">
              <a:lnSpc>
                <a:spcPct val="120000"/>
              </a:lnSpc>
              <a:spcBef>
                <a:spcPct val="10000"/>
              </a:spcBef>
              <a:buClrTx/>
              <a:buSzTx/>
              <a:buFontTx/>
              <a:defRPr/>
            </a:pP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）电路的等效阻抗和等效导纳。</a:t>
            </a:r>
            <a:endParaRPr kumimoji="0" lang="zh-CN" altLang="en-US" b="0" kern="1200" cap="none" spc="0" normalizeH="0" baseline="0" noProof="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6" name="Group 42"/>
          <p:cNvGrpSpPr/>
          <p:nvPr/>
        </p:nvGrpSpPr>
        <p:grpSpPr>
          <a:xfrm>
            <a:off x="5562600" y="3598863"/>
            <a:ext cx="3268663" cy="2192337"/>
            <a:chOff x="3692" y="2267"/>
            <a:chExt cx="2059" cy="1381"/>
          </a:xfrm>
        </p:grpSpPr>
        <p:grpSp>
          <p:nvGrpSpPr>
            <p:cNvPr id="72713" name="Group 43"/>
            <p:cNvGrpSpPr/>
            <p:nvPr/>
          </p:nvGrpSpPr>
          <p:grpSpPr>
            <a:xfrm>
              <a:off x="3692" y="2267"/>
              <a:ext cx="2059" cy="1381"/>
              <a:chOff x="3692" y="2267"/>
              <a:chExt cx="2059" cy="1381"/>
            </a:xfrm>
          </p:grpSpPr>
          <p:sp>
            <p:nvSpPr>
              <p:cNvPr id="72719" name="Line 44"/>
              <p:cNvSpPr/>
              <p:nvPr/>
            </p:nvSpPr>
            <p:spPr>
              <a:xfrm>
                <a:off x="3696" y="2983"/>
                <a:ext cx="2055" cy="0"/>
              </a:xfrm>
              <a:prstGeom prst="line">
                <a:avLst/>
              </a:prstGeom>
              <a:ln w="38100" cap="flat" cmpd="sng">
                <a:solidFill>
                  <a:srgbClr val="000080"/>
                </a:solidFill>
                <a:prstDash val="solid"/>
                <a:headEnd type="none" w="med" len="med"/>
                <a:tailEnd type="stealth" w="med" len="lg"/>
              </a:ln>
            </p:spPr>
          </p:sp>
          <p:sp>
            <p:nvSpPr>
              <p:cNvPr id="72720" name="Line 45"/>
              <p:cNvSpPr/>
              <p:nvPr/>
            </p:nvSpPr>
            <p:spPr>
              <a:xfrm rot="10800000" flipH="1" flipV="1">
                <a:off x="3692" y="2937"/>
                <a:ext cx="1030" cy="5"/>
              </a:xfrm>
              <a:prstGeom prst="line">
                <a:avLst/>
              </a:prstGeom>
              <a:ln w="38100" cap="flat" cmpd="sng">
                <a:solidFill>
                  <a:srgbClr val="000000"/>
                </a:solidFill>
                <a:prstDash val="solid"/>
                <a:headEnd type="none" w="med" len="med"/>
                <a:tailEnd type="stealth" w="med" len="lg"/>
              </a:ln>
            </p:spPr>
          </p:sp>
          <p:sp>
            <p:nvSpPr>
              <p:cNvPr id="72721" name="Line 46"/>
              <p:cNvSpPr/>
              <p:nvPr/>
            </p:nvSpPr>
            <p:spPr>
              <a:xfrm>
                <a:off x="4732" y="2942"/>
                <a:ext cx="0" cy="706"/>
              </a:xfrm>
              <a:prstGeom prst="line">
                <a:avLst/>
              </a:prstGeom>
              <a:ln w="38100" cap="flat" cmpd="sng">
                <a:solidFill>
                  <a:srgbClr val="000000"/>
                </a:solidFill>
                <a:prstDash val="solid"/>
                <a:headEnd type="none" w="med" len="med"/>
                <a:tailEnd type="stealth" w="med" len="lg"/>
              </a:ln>
            </p:spPr>
          </p:sp>
          <p:sp>
            <p:nvSpPr>
              <p:cNvPr id="72722" name="Line 47"/>
              <p:cNvSpPr/>
              <p:nvPr/>
            </p:nvSpPr>
            <p:spPr>
              <a:xfrm flipV="1">
                <a:off x="4780" y="2267"/>
                <a:ext cx="0" cy="1366"/>
              </a:xfrm>
              <a:prstGeom prst="line">
                <a:avLst/>
              </a:prstGeom>
              <a:ln w="38100" cap="flat" cmpd="sng">
                <a:solidFill>
                  <a:srgbClr val="000000"/>
                </a:solidFill>
                <a:prstDash val="solid"/>
                <a:headEnd type="none" w="med" len="med"/>
                <a:tailEnd type="stealth" w="med" len="lg"/>
              </a:ln>
            </p:spPr>
          </p:sp>
          <p:sp>
            <p:nvSpPr>
              <p:cNvPr id="72723" name="Line 48"/>
              <p:cNvSpPr/>
              <p:nvPr/>
            </p:nvSpPr>
            <p:spPr>
              <a:xfrm flipV="1">
                <a:off x="3702" y="2292"/>
                <a:ext cx="1057" cy="615"/>
              </a:xfrm>
              <a:prstGeom prst="line">
                <a:avLst/>
              </a:prstGeom>
              <a:ln w="38100" cap="flat" cmpd="sng">
                <a:solidFill>
                  <a:srgbClr val="FF0000"/>
                </a:solidFill>
                <a:prstDash val="solid"/>
                <a:headEnd type="none" w="med" len="med"/>
                <a:tailEnd type="stealth" w="med" len="lg"/>
              </a:ln>
            </p:spPr>
          </p:sp>
        </p:grpSp>
        <p:sp>
          <p:nvSpPr>
            <p:cNvPr id="72714" name="Text Box 49"/>
            <p:cNvSpPr txBox="1"/>
            <p:nvPr/>
          </p:nvSpPr>
          <p:spPr>
            <a:xfrm>
              <a:off x="5088" y="302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ea typeface="华文中宋" panose="02010600040101010101" pitchFamily="2" charset="-122"/>
                </a:rPr>
                <a:t>Ù</a:t>
              </a:r>
              <a:endParaRPr lang="en-US" altLang="zh-CN" sz="2400" b="1" i="1" dirty="0">
                <a:solidFill>
                  <a:schemeClr val="accent2"/>
                </a:solidFill>
                <a:latin typeface="Times New Roman" panose="02020603050405020304" pitchFamily="18" charset="0"/>
                <a:ea typeface="华文中宋" panose="02010600040101010101" pitchFamily="2" charset="-122"/>
              </a:endParaRPr>
            </a:p>
          </p:txBody>
        </p:sp>
        <p:sp>
          <p:nvSpPr>
            <p:cNvPr id="72715" name="Text Box 50"/>
            <p:cNvSpPr txBox="1"/>
            <p:nvPr/>
          </p:nvSpPr>
          <p:spPr>
            <a:xfrm>
              <a:off x="4800" y="2496"/>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C</a:t>
              </a: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p:txBody>
        </p:sp>
        <p:sp>
          <p:nvSpPr>
            <p:cNvPr id="72716" name="Text Box 51"/>
            <p:cNvSpPr txBox="1"/>
            <p:nvPr/>
          </p:nvSpPr>
          <p:spPr>
            <a:xfrm>
              <a:off x="4464" y="316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dirty="0">
                <a:latin typeface="Times New Roman" panose="02020603050405020304" pitchFamily="18" charset="0"/>
                <a:ea typeface="华文中宋" panose="02010600040101010101" pitchFamily="2" charset="-122"/>
              </a:endParaRPr>
            </a:p>
          </p:txBody>
        </p:sp>
        <p:sp>
          <p:nvSpPr>
            <p:cNvPr id="72717" name="Text Box 52"/>
            <p:cNvSpPr txBox="1"/>
            <p:nvPr/>
          </p:nvSpPr>
          <p:spPr>
            <a:xfrm>
              <a:off x="4320" y="259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dirty="0">
                <a:latin typeface="Times New Roman" panose="02020603050405020304" pitchFamily="18" charset="0"/>
                <a:ea typeface="华文中宋" panose="02010600040101010101" pitchFamily="2" charset="-122"/>
              </a:endParaRPr>
            </a:p>
          </p:txBody>
        </p:sp>
        <p:sp>
          <p:nvSpPr>
            <p:cNvPr id="72718" name="Text Box 53"/>
            <p:cNvSpPr txBox="1"/>
            <p:nvPr/>
          </p:nvSpPr>
          <p:spPr>
            <a:xfrm>
              <a:off x="4080" y="23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Ì</a:t>
              </a:r>
              <a:endParaRPr lang="en-US" altLang="zh-CN" sz="2400" b="1" i="1" dirty="0">
                <a:solidFill>
                  <a:srgbClr val="FF5050"/>
                </a:solidFill>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52006"/>
                                        </p:tgtEl>
                                        <p:attrNameLst>
                                          <p:attrName>style.visibility</p:attrName>
                                        </p:attrNameLst>
                                      </p:cBhvr>
                                      <p:to>
                                        <p:strVal val="visible"/>
                                      </p:to>
                                    </p:set>
                                    <p:animEffect transition="in" filter="blinds(horizontal)">
                                      <p:cBhvr>
                                        <p:cTn id="13" dur="500"/>
                                        <p:tgtEl>
                                          <p:spTgt spid="8520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52008"/>
                                        </p:tgtEl>
                                        <p:attrNameLst>
                                          <p:attrName>style.visibility</p:attrName>
                                        </p:attrNameLst>
                                      </p:cBhvr>
                                      <p:to>
                                        <p:strVal val="visible"/>
                                      </p:to>
                                    </p:set>
                                    <p:animEffect transition="in" filter="box(in)">
                                      <p:cBhvr>
                                        <p:cTn id="18" dur="500"/>
                                        <p:tgtEl>
                                          <p:spTgt spid="852008"/>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000000"/>
                                          </p:val>
                                        </p:tav>
                                        <p:tav tm="100000">
                                          <p:val>
                                            <p:strVal val="#ppt_w"/>
                                          </p:val>
                                        </p:tav>
                                      </p:tavLst>
                                    </p:anim>
                                    <p:anim calcmode="lin" valueType="num">
                                      <p:cBhvr>
                                        <p:cTn id="24"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52009"/>
                                        </p:tgtEl>
                                        <p:attrNameLst>
                                          <p:attrName>style.visibility</p:attrName>
                                        </p:attrNameLst>
                                      </p:cBhvr>
                                      <p:to>
                                        <p:strVal val="visible"/>
                                      </p:to>
                                    </p:set>
                                    <p:animEffect transition="in" filter="wipe(left)">
                                      <p:cBhvr>
                                        <p:cTn id="29" dur="500"/>
                                        <p:tgtEl>
                                          <p:spTgt spid="85200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852007"/>
                                        </p:tgtEl>
                                        <p:attrNameLst>
                                          <p:attrName>style.visibility</p:attrName>
                                        </p:attrNameLst>
                                      </p:cBhvr>
                                      <p:to>
                                        <p:strVal val="visible"/>
                                      </p:to>
                                    </p:set>
                                    <p:animEffect transition="in" filter="blinds(horizontal)">
                                      <p:cBhvr>
                                        <p:cTn id="34" dur="500"/>
                                        <p:tgtEl>
                                          <p:spTgt spid="852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008" grpId="0"/>
      <p:bldP spid="85200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fld>
            <a:endParaRPr lang="en-US" altLang="zh-CN" sz="1400" dirty="0"/>
          </a:p>
        </p:txBody>
      </p:sp>
      <p:grpSp>
        <p:nvGrpSpPr>
          <p:cNvPr id="2" name="Group 3"/>
          <p:cNvGrpSpPr/>
          <p:nvPr/>
        </p:nvGrpSpPr>
        <p:grpSpPr>
          <a:xfrm>
            <a:off x="5334000" y="890588"/>
            <a:ext cx="3429000" cy="2055812"/>
            <a:chOff x="3312" y="2448"/>
            <a:chExt cx="2160" cy="1295"/>
          </a:xfrm>
        </p:grpSpPr>
        <p:grpSp>
          <p:nvGrpSpPr>
            <p:cNvPr id="73747" name="Group 4"/>
            <p:cNvGrpSpPr/>
            <p:nvPr/>
          </p:nvGrpSpPr>
          <p:grpSpPr>
            <a:xfrm>
              <a:off x="3388" y="2736"/>
              <a:ext cx="1892" cy="1007"/>
              <a:chOff x="1964" y="3339"/>
              <a:chExt cx="4730" cy="2519"/>
            </a:xfrm>
          </p:grpSpPr>
          <p:sp>
            <p:nvSpPr>
              <p:cNvPr id="73756" name="Line 5"/>
              <p:cNvSpPr/>
              <p:nvPr/>
            </p:nvSpPr>
            <p:spPr>
              <a:xfrm flipV="1">
                <a:off x="2020" y="3343"/>
                <a:ext cx="4436" cy="15"/>
              </a:xfrm>
              <a:prstGeom prst="line">
                <a:avLst/>
              </a:prstGeom>
              <a:ln w="38100" cap="flat" cmpd="sng">
                <a:solidFill>
                  <a:srgbClr val="000000"/>
                </a:solidFill>
                <a:prstDash val="solid"/>
                <a:headEnd type="none" w="med" len="med"/>
                <a:tailEnd type="none" w="med" len="med"/>
              </a:ln>
            </p:spPr>
          </p:sp>
          <p:sp>
            <p:nvSpPr>
              <p:cNvPr id="73757" name="Line 6"/>
              <p:cNvSpPr/>
              <p:nvPr/>
            </p:nvSpPr>
            <p:spPr>
              <a:xfrm>
                <a:off x="3531" y="3358"/>
                <a:ext cx="0" cy="2470"/>
              </a:xfrm>
              <a:prstGeom prst="line">
                <a:avLst/>
              </a:prstGeom>
              <a:ln w="38100" cap="flat" cmpd="sng">
                <a:solidFill>
                  <a:srgbClr val="000000"/>
                </a:solidFill>
                <a:prstDash val="solid"/>
                <a:headEnd type="none" w="med" len="med"/>
                <a:tailEnd type="none" w="med" len="med"/>
              </a:ln>
            </p:spPr>
          </p:sp>
          <p:sp>
            <p:nvSpPr>
              <p:cNvPr id="73758" name="Rectangle 7"/>
              <p:cNvSpPr/>
              <p:nvPr/>
            </p:nvSpPr>
            <p:spPr>
              <a:xfrm>
                <a:off x="3419" y="433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nvGrpSpPr>
              <p:cNvPr id="73759" name="Group 8"/>
              <p:cNvGrpSpPr/>
              <p:nvPr/>
            </p:nvGrpSpPr>
            <p:grpSpPr>
              <a:xfrm>
                <a:off x="4651" y="3624"/>
                <a:ext cx="511" cy="2219"/>
                <a:chOff x="2091" y="573"/>
                <a:chExt cx="220" cy="907"/>
              </a:xfrm>
            </p:grpSpPr>
            <p:sp>
              <p:nvSpPr>
                <p:cNvPr id="73776" name="Line 9"/>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3777" name="Oval 10"/>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73778" name="Oval 11"/>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73779" name="Oval 12"/>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73780" name="Rectangle 13"/>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sp>
            <p:nvSpPr>
              <p:cNvPr id="73760" name="Line 14"/>
              <p:cNvSpPr/>
              <p:nvPr/>
            </p:nvSpPr>
            <p:spPr>
              <a:xfrm>
                <a:off x="2048" y="5858"/>
                <a:ext cx="4366" cy="0"/>
              </a:xfrm>
              <a:prstGeom prst="line">
                <a:avLst/>
              </a:prstGeom>
              <a:ln w="38100" cap="flat" cmpd="sng">
                <a:solidFill>
                  <a:srgbClr val="000000"/>
                </a:solidFill>
                <a:prstDash val="solid"/>
                <a:headEnd type="none" w="med" len="med"/>
                <a:tailEnd type="none" w="med" len="med"/>
              </a:ln>
            </p:spPr>
          </p:sp>
          <p:sp>
            <p:nvSpPr>
              <p:cNvPr id="73761" name="Line 15"/>
              <p:cNvSpPr/>
              <p:nvPr/>
            </p:nvSpPr>
            <p:spPr>
              <a:xfrm>
                <a:off x="6441" y="3358"/>
                <a:ext cx="0" cy="769"/>
              </a:xfrm>
              <a:prstGeom prst="line">
                <a:avLst/>
              </a:prstGeom>
              <a:ln w="38100" cap="flat" cmpd="sng">
                <a:solidFill>
                  <a:srgbClr val="000000"/>
                </a:solidFill>
                <a:prstDash val="solid"/>
                <a:headEnd type="none" w="med" len="med"/>
                <a:tailEnd type="none" w="med" len="med"/>
              </a:ln>
            </p:spPr>
          </p:sp>
          <p:grpSp>
            <p:nvGrpSpPr>
              <p:cNvPr id="73762" name="Group 16"/>
              <p:cNvGrpSpPr/>
              <p:nvPr/>
            </p:nvGrpSpPr>
            <p:grpSpPr>
              <a:xfrm>
                <a:off x="6162" y="3800"/>
                <a:ext cx="532" cy="1466"/>
                <a:chOff x="5264" y="3679"/>
                <a:chExt cx="418" cy="1090"/>
              </a:xfrm>
            </p:grpSpPr>
            <p:sp>
              <p:nvSpPr>
                <p:cNvPr id="73772" name="Line 17"/>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3773" name="Line 18"/>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3774" name="Line 19"/>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3775" name="Line 20"/>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3763" name="Line 21"/>
              <p:cNvSpPr/>
              <p:nvPr/>
            </p:nvSpPr>
            <p:spPr>
              <a:xfrm>
                <a:off x="6430" y="5074"/>
                <a:ext cx="0" cy="769"/>
              </a:xfrm>
              <a:prstGeom prst="line">
                <a:avLst/>
              </a:prstGeom>
              <a:ln w="38100" cap="flat" cmpd="sng">
                <a:solidFill>
                  <a:srgbClr val="000000"/>
                </a:solidFill>
                <a:prstDash val="solid"/>
                <a:headEnd type="none" w="med" len="med"/>
                <a:tailEnd type="none" w="med" len="med"/>
              </a:ln>
            </p:spPr>
          </p:sp>
          <p:sp>
            <p:nvSpPr>
              <p:cNvPr id="73764" name="Line 22"/>
              <p:cNvSpPr/>
              <p:nvPr/>
            </p:nvSpPr>
            <p:spPr>
              <a:xfrm>
                <a:off x="4945" y="3343"/>
                <a:ext cx="0" cy="503"/>
              </a:xfrm>
              <a:prstGeom prst="line">
                <a:avLst/>
              </a:prstGeom>
              <a:ln w="38100" cap="flat" cmpd="sng">
                <a:solidFill>
                  <a:srgbClr val="000000"/>
                </a:solidFill>
                <a:prstDash val="solid"/>
                <a:headEnd type="none" w="med" len="med"/>
                <a:tailEnd type="none" w="med" len="med"/>
              </a:ln>
            </p:spPr>
          </p:sp>
          <p:sp>
            <p:nvSpPr>
              <p:cNvPr id="73765" name="Line 23"/>
              <p:cNvSpPr/>
              <p:nvPr/>
            </p:nvSpPr>
            <p:spPr>
              <a:xfrm>
                <a:off x="2370" y="3339"/>
                <a:ext cx="588" cy="0"/>
              </a:xfrm>
              <a:prstGeom prst="line">
                <a:avLst/>
              </a:prstGeom>
              <a:ln w="38100" cap="flat" cmpd="sng">
                <a:solidFill>
                  <a:srgbClr val="000000"/>
                </a:solidFill>
                <a:prstDash val="solid"/>
                <a:headEnd type="none" w="med" len="med"/>
                <a:tailEnd type="stealth" w="med" len="lg"/>
              </a:ln>
            </p:spPr>
          </p:sp>
          <p:sp>
            <p:nvSpPr>
              <p:cNvPr id="73766" name="Line 24"/>
              <p:cNvSpPr/>
              <p:nvPr/>
            </p:nvSpPr>
            <p:spPr>
              <a:xfrm>
                <a:off x="3515" y="3580"/>
                <a:ext cx="0" cy="399"/>
              </a:xfrm>
              <a:prstGeom prst="line">
                <a:avLst/>
              </a:prstGeom>
              <a:ln w="38100" cap="flat" cmpd="sng">
                <a:solidFill>
                  <a:srgbClr val="000000"/>
                </a:solidFill>
                <a:prstDash val="solid"/>
                <a:headEnd type="none" w="med" len="med"/>
                <a:tailEnd type="stealth" w="med" len="lg"/>
              </a:ln>
            </p:spPr>
          </p:sp>
          <p:sp>
            <p:nvSpPr>
              <p:cNvPr id="73767" name="Line 25"/>
              <p:cNvSpPr/>
              <p:nvPr/>
            </p:nvSpPr>
            <p:spPr>
              <a:xfrm>
                <a:off x="4934" y="3550"/>
                <a:ext cx="0" cy="355"/>
              </a:xfrm>
              <a:prstGeom prst="line">
                <a:avLst/>
              </a:prstGeom>
              <a:ln w="38100" cap="flat" cmpd="sng">
                <a:solidFill>
                  <a:srgbClr val="000000"/>
                </a:solidFill>
                <a:prstDash val="solid"/>
                <a:headEnd type="none" w="med" len="med"/>
                <a:tailEnd type="stealth" w="med" len="lg"/>
              </a:ln>
            </p:spPr>
          </p:sp>
          <p:sp>
            <p:nvSpPr>
              <p:cNvPr id="73768" name="Line 26"/>
              <p:cNvSpPr/>
              <p:nvPr/>
            </p:nvSpPr>
            <p:spPr>
              <a:xfrm>
                <a:off x="6419" y="3639"/>
                <a:ext cx="0" cy="355"/>
              </a:xfrm>
              <a:prstGeom prst="line">
                <a:avLst/>
              </a:prstGeom>
              <a:ln w="38100" cap="flat" cmpd="sng">
                <a:solidFill>
                  <a:srgbClr val="000000"/>
                </a:solidFill>
                <a:prstDash val="solid"/>
                <a:headEnd type="none" w="med" len="med"/>
                <a:tailEnd type="stealth" w="med" len="lg"/>
              </a:ln>
            </p:spPr>
          </p:sp>
          <p:sp>
            <p:nvSpPr>
              <p:cNvPr id="73769" name="Line 27"/>
              <p:cNvSpPr/>
              <p:nvPr/>
            </p:nvSpPr>
            <p:spPr>
              <a:xfrm>
                <a:off x="2006" y="3801"/>
                <a:ext cx="322" cy="0"/>
              </a:xfrm>
              <a:prstGeom prst="line">
                <a:avLst/>
              </a:prstGeom>
              <a:ln w="38100" cap="flat" cmpd="sng">
                <a:solidFill>
                  <a:srgbClr val="000000"/>
                </a:solidFill>
                <a:prstDash val="solid"/>
                <a:headEnd type="none" w="med" len="med"/>
                <a:tailEnd type="none" w="med" len="med"/>
              </a:ln>
            </p:spPr>
          </p:sp>
          <p:sp>
            <p:nvSpPr>
              <p:cNvPr id="73770" name="Line 28"/>
              <p:cNvSpPr/>
              <p:nvPr/>
            </p:nvSpPr>
            <p:spPr>
              <a:xfrm rot="5400000">
                <a:off x="2004" y="3801"/>
                <a:ext cx="340" cy="0"/>
              </a:xfrm>
              <a:prstGeom prst="line">
                <a:avLst/>
              </a:prstGeom>
              <a:ln w="38100" cap="flat" cmpd="sng">
                <a:solidFill>
                  <a:srgbClr val="000000"/>
                </a:solidFill>
                <a:prstDash val="solid"/>
                <a:headEnd type="none" w="med" len="med"/>
                <a:tailEnd type="none" w="med" len="med"/>
              </a:ln>
            </p:spPr>
          </p:sp>
          <p:sp>
            <p:nvSpPr>
              <p:cNvPr id="73771" name="Line 29"/>
              <p:cNvSpPr/>
              <p:nvPr/>
            </p:nvSpPr>
            <p:spPr>
              <a:xfrm>
                <a:off x="1964" y="5459"/>
                <a:ext cx="322" cy="0"/>
              </a:xfrm>
              <a:prstGeom prst="line">
                <a:avLst/>
              </a:prstGeom>
              <a:ln w="38100" cap="flat" cmpd="sng">
                <a:solidFill>
                  <a:srgbClr val="000000"/>
                </a:solidFill>
                <a:prstDash val="solid"/>
                <a:headEnd type="none" w="med" len="med"/>
                <a:tailEnd type="none" w="med" len="med"/>
              </a:ln>
            </p:spPr>
          </p:sp>
        </p:grpSp>
        <p:sp>
          <p:nvSpPr>
            <p:cNvPr id="73748" name="Text Box 30"/>
            <p:cNvSpPr txBox="1"/>
            <p:nvPr/>
          </p:nvSpPr>
          <p:spPr>
            <a:xfrm>
              <a:off x="5184" y="336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C</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49" name="Text Box 31"/>
            <p:cNvSpPr txBox="1"/>
            <p:nvPr/>
          </p:nvSpPr>
          <p:spPr>
            <a:xfrm>
              <a:off x="3744" y="2448"/>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Ì</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0" name="Text Box 32"/>
            <p:cNvSpPr txBox="1"/>
            <p:nvPr/>
          </p:nvSpPr>
          <p:spPr>
            <a:xfrm>
              <a:off x="5184" y="292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Ì</a:t>
              </a:r>
              <a:r>
                <a:rPr lang="en-US" altLang="zh-CN" sz="2400" b="1" i="1" baseline="-25000" dirty="0">
                  <a:solidFill>
                    <a:schemeClr val="accent2"/>
                  </a:solidFill>
                  <a:latin typeface="Times New Roman" panose="02020603050405020304" pitchFamily="18" charset="0"/>
                  <a:cs typeface="Times New Roman" panose="02020603050405020304" pitchFamily="18" charset="0"/>
                </a:rPr>
                <a:t>C</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1" name="Text Box 33"/>
            <p:cNvSpPr txBox="1"/>
            <p:nvPr/>
          </p:nvSpPr>
          <p:spPr>
            <a:xfrm>
              <a:off x="4560" y="288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 Ì</a:t>
              </a:r>
              <a:r>
                <a:rPr lang="en-US" altLang="zh-CN" sz="2400" b="1" i="1" baseline="-25000" dirty="0">
                  <a:solidFill>
                    <a:schemeClr val="accent2"/>
                  </a:solidFill>
                  <a:latin typeface="Times New Roman" panose="02020603050405020304" pitchFamily="18" charset="0"/>
                  <a:cs typeface="Times New Roman" panose="02020603050405020304" pitchFamily="18" charset="0"/>
                </a:rPr>
                <a:t>L</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2" name="Text Box 34"/>
            <p:cNvSpPr txBox="1"/>
            <p:nvPr/>
          </p:nvSpPr>
          <p:spPr>
            <a:xfrm>
              <a:off x="4032" y="288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Ì</a:t>
              </a:r>
              <a:r>
                <a:rPr lang="en-US" altLang="zh-CN" sz="2400" b="1" i="1" baseline="-25000" dirty="0">
                  <a:solidFill>
                    <a:schemeClr val="accent2"/>
                  </a:solidFill>
                  <a:latin typeface="Times New Roman" panose="02020603050405020304" pitchFamily="18" charset="0"/>
                  <a:cs typeface="Times New Roman" panose="02020603050405020304" pitchFamily="18" charset="0"/>
                </a:rPr>
                <a:t>R</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3" name="Text Box 35"/>
            <p:cNvSpPr txBox="1"/>
            <p:nvPr/>
          </p:nvSpPr>
          <p:spPr>
            <a:xfrm>
              <a:off x="4656" y="340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L</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4" name="Text Box 36"/>
            <p:cNvSpPr txBox="1"/>
            <p:nvPr/>
          </p:nvSpPr>
          <p:spPr>
            <a:xfrm>
              <a:off x="4032" y="33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R</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55" name="Text Box 37"/>
            <p:cNvSpPr txBox="1"/>
            <p:nvPr/>
          </p:nvSpPr>
          <p:spPr>
            <a:xfrm>
              <a:off x="3312" y="312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Ù</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grpSp>
      <p:graphicFrame>
        <p:nvGraphicFramePr>
          <p:cNvPr id="853030" name="Object 38"/>
          <p:cNvGraphicFramePr>
            <a:graphicFrameLocks noChangeAspect="1"/>
          </p:cNvGraphicFramePr>
          <p:nvPr/>
        </p:nvGraphicFramePr>
        <p:xfrm>
          <a:off x="990600" y="3557588"/>
          <a:ext cx="2870200" cy="1352550"/>
        </p:xfrm>
        <a:graphic>
          <a:graphicData uri="http://schemas.openxmlformats.org/presentationml/2006/ole">
            <mc:AlternateContent xmlns:mc="http://schemas.openxmlformats.org/markup-compatibility/2006">
              <mc:Choice xmlns:v="urn:schemas-microsoft-com:vml" Requires="v">
                <p:oleObj spid="_x0000_s3369" name="" r:id="rId1" imgW="1294765" imgH="635000" progId="Equation.3">
                  <p:embed/>
                </p:oleObj>
              </mc:Choice>
              <mc:Fallback>
                <p:oleObj name="" r:id="rId1" imgW="1294765" imgH="635000" progId="Equation.3">
                  <p:embed/>
                  <p:pic>
                    <p:nvPicPr>
                      <p:cNvPr id="0" name="图片 3368"/>
                      <p:cNvPicPr/>
                      <p:nvPr/>
                    </p:nvPicPr>
                    <p:blipFill>
                      <a:blip r:embed="rId2"/>
                      <a:stretch>
                        <a:fillRect/>
                      </a:stretch>
                    </p:blipFill>
                    <p:spPr>
                      <a:xfrm>
                        <a:off x="990600" y="3557588"/>
                        <a:ext cx="2870200" cy="1352550"/>
                      </a:xfrm>
                      <a:prstGeom prst="rect">
                        <a:avLst/>
                      </a:prstGeom>
                      <a:noFill/>
                      <a:ln w="38100">
                        <a:noFill/>
                        <a:miter/>
                      </a:ln>
                    </p:spPr>
                  </p:pic>
                </p:oleObj>
              </mc:Fallback>
            </mc:AlternateContent>
          </a:graphicData>
        </a:graphic>
      </p:graphicFrame>
      <p:graphicFrame>
        <p:nvGraphicFramePr>
          <p:cNvPr id="853031" name="Object 39"/>
          <p:cNvGraphicFramePr>
            <a:graphicFrameLocks noChangeAspect="1"/>
          </p:cNvGraphicFramePr>
          <p:nvPr/>
        </p:nvGraphicFramePr>
        <p:xfrm>
          <a:off x="838200" y="5097463"/>
          <a:ext cx="3487738" cy="1355725"/>
        </p:xfrm>
        <a:graphic>
          <a:graphicData uri="http://schemas.openxmlformats.org/presentationml/2006/ole">
            <mc:AlternateContent xmlns:mc="http://schemas.openxmlformats.org/markup-compatibility/2006">
              <mc:Choice xmlns:v="urn:schemas-microsoft-com:vml" Requires="v">
                <p:oleObj spid="_x0000_s3368" name="" r:id="rId3" imgW="1574165" imgH="635000" progId="Equation.3">
                  <p:embed/>
                </p:oleObj>
              </mc:Choice>
              <mc:Fallback>
                <p:oleObj name="" r:id="rId3" imgW="1574165" imgH="635000" progId="Equation.3">
                  <p:embed/>
                  <p:pic>
                    <p:nvPicPr>
                      <p:cNvPr id="0" name="图片 3367"/>
                      <p:cNvPicPr/>
                      <p:nvPr/>
                    </p:nvPicPr>
                    <p:blipFill>
                      <a:blip r:embed="rId4"/>
                      <a:stretch>
                        <a:fillRect/>
                      </a:stretch>
                    </p:blipFill>
                    <p:spPr>
                      <a:xfrm>
                        <a:off x="838200" y="5097463"/>
                        <a:ext cx="3487738" cy="1355725"/>
                      </a:xfrm>
                      <a:prstGeom prst="rect">
                        <a:avLst/>
                      </a:prstGeom>
                      <a:noFill/>
                      <a:ln w="38100">
                        <a:noFill/>
                        <a:miter/>
                      </a:ln>
                    </p:spPr>
                  </p:pic>
                </p:oleObj>
              </mc:Fallback>
            </mc:AlternateContent>
          </a:graphicData>
        </a:graphic>
      </p:graphicFrame>
      <p:graphicFrame>
        <p:nvGraphicFramePr>
          <p:cNvPr id="853032" name="Object 40"/>
          <p:cNvGraphicFramePr>
            <a:graphicFrameLocks noChangeAspect="1"/>
          </p:cNvGraphicFramePr>
          <p:nvPr/>
        </p:nvGraphicFramePr>
        <p:xfrm>
          <a:off x="1355725" y="760413"/>
          <a:ext cx="2701925" cy="2773362"/>
        </p:xfrm>
        <a:graphic>
          <a:graphicData uri="http://schemas.openxmlformats.org/presentationml/2006/ole">
            <mc:AlternateContent xmlns:mc="http://schemas.openxmlformats.org/markup-compatibility/2006">
              <mc:Choice xmlns:v="urn:schemas-microsoft-com:vml" Requires="v">
                <p:oleObj spid="_x0000_s3370" name="" r:id="rId5" imgW="1219200" imgH="1524000" progId="Equation.3">
                  <p:embed/>
                </p:oleObj>
              </mc:Choice>
              <mc:Fallback>
                <p:oleObj name="" r:id="rId5" imgW="1219200" imgH="1524000" progId="Equation.3">
                  <p:embed/>
                  <p:pic>
                    <p:nvPicPr>
                      <p:cNvPr id="0" name="图片 3369"/>
                      <p:cNvPicPr/>
                      <p:nvPr/>
                    </p:nvPicPr>
                    <p:blipFill>
                      <a:blip r:embed="rId6"/>
                      <a:stretch>
                        <a:fillRect/>
                      </a:stretch>
                    </p:blipFill>
                    <p:spPr>
                      <a:xfrm>
                        <a:off x="1355725" y="760413"/>
                        <a:ext cx="2701925" cy="2773362"/>
                      </a:xfrm>
                      <a:prstGeom prst="rect">
                        <a:avLst/>
                      </a:prstGeom>
                      <a:noFill/>
                      <a:ln w="38100">
                        <a:noFill/>
                        <a:miter/>
                      </a:ln>
                    </p:spPr>
                  </p:pic>
                </p:oleObj>
              </mc:Fallback>
            </mc:AlternateContent>
          </a:graphicData>
        </a:graphic>
      </p:graphicFrame>
      <p:grpSp>
        <p:nvGrpSpPr>
          <p:cNvPr id="6" name="Group 41"/>
          <p:cNvGrpSpPr/>
          <p:nvPr/>
        </p:nvGrpSpPr>
        <p:grpSpPr>
          <a:xfrm>
            <a:off x="5181600" y="3633788"/>
            <a:ext cx="3262313" cy="2192337"/>
            <a:chOff x="3417" y="2267"/>
            <a:chExt cx="2055" cy="1381"/>
          </a:xfrm>
        </p:grpSpPr>
        <p:grpSp>
          <p:nvGrpSpPr>
            <p:cNvPr id="73736" name="Group 42"/>
            <p:cNvGrpSpPr/>
            <p:nvPr/>
          </p:nvGrpSpPr>
          <p:grpSpPr>
            <a:xfrm>
              <a:off x="3417" y="2267"/>
              <a:ext cx="2055" cy="1381"/>
              <a:chOff x="2943" y="4131"/>
              <a:chExt cx="4279" cy="2992"/>
            </a:xfrm>
          </p:grpSpPr>
          <p:sp>
            <p:nvSpPr>
              <p:cNvPr id="73742" name="Line 43"/>
              <p:cNvSpPr/>
              <p:nvPr/>
            </p:nvSpPr>
            <p:spPr>
              <a:xfrm>
                <a:off x="2943" y="5682"/>
                <a:ext cx="4279" cy="0"/>
              </a:xfrm>
              <a:prstGeom prst="line">
                <a:avLst/>
              </a:prstGeom>
              <a:ln w="38100" cap="flat" cmpd="sng">
                <a:solidFill>
                  <a:srgbClr val="000080"/>
                </a:solidFill>
                <a:prstDash val="solid"/>
                <a:headEnd type="none" w="med" len="med"/>
                <a:tailEnd type="stealth" w="med" len="lg"/>
              </a:ln>
            </p:spPr>
          </p:sp>
          <p:sp>
            <p:nvSpPr>
              <p:cNvPr id="73743" name="Line 44"/>
              <p:cNvSpPr/>
              <p:nvPr/>
            </p:nvSpPr>
            <p:spPr>
              <a:xfrm rot="10800000" flipH="1" flipV="1">
                <a:off x="3515" y="5583"/>
                <a:ext cx="2145" cy="11"/>
              </a:xfrm>
              <a:prstGeom prst="line">
                <a:avLst/>
              </a:prstGeom>
              <a:ln w="38100" cap="flat" cmpd="sng">
                <a:solidFill>
                  <a:srgbClr val="000000"/>
                </a:solidFill>
                <a:prstDash val="solid"/>
                <a:headEnd type="none" w="med" len="med"/>
                <a:tailEnd type="stealth" w="med" len="lg"/>
              </a:ln>
            </p:spPr>
          </p:sp>
          <p:sp>
            <p:nvSpPr>
              <p:cNvPr id="73744" name="Line 45"/>
              <p:cNvSpPr/>
              <p:nvPr/>
            </p:nvSpPr>
            <p:spPr>
              <a:xfrm>
                <a:off x="5682" y="5594"/>
                <a:ext cx="0" cy="1529"/>
              </a:xfrm>
              <a:prstGeom prst="line">
                <a:avLst/>
              </a:prstGeom>
              <a:ln w="38100" cap="flat" cmpd="sng">
                <a:solidFill>
                  <a:srgbClr val="000000"/>
                </a:solidFill>
                <a:prstDash val="solid"/>
                <a:headEnd type="none" w="med" len="med"/>
                <a:tailEnd type="stealth" w="med" len="lg"/>
              </a:ln>
            </p:spPr>
          </p:sp>
          <p:sp>
            <p:nvSpPr>
              <p:cNvPr id="73745" name="Line 46"/>
              <p:cNvSpPr/>
              <p:nvPr/>
            </p:nvSpPr>
            <p:spPr>
              <a:xfrm flipV="1">
                <a:off x="5781" y="4131"/>
                <a:ext cx="0" cy="2959"/>
              </a:xfrm>
              <a:prstGeom prst="line">
                <a:avLst/>
              </a:prstGeom>
              <a:ln w="38100" cap="flat" cmpd="sng">
                <a:solidFill>
                  <a:srgbClr val="000000"/>
                </a:solidFill>
                <a:prstDash val="solid"/>
                <a:headEnd type="none" w="med" len="med"/>
                <a:tailEnd type="stealth" w="med" len="lg"/>
              </a:ln>
            </p:spPr>
          </p:sp>
          <p:sp>
            <p:nvSpPr>
              <p:cNvPr id="73746" name="Line 47"/>
              <p:cNvSpPr/>
              <p:nvPr/>
            </p:nvSpPr>
            <p:spPr>
              <a:xfrm flipV="1">
                <a:off x="3537" y="4186"/>
                <a:ext cx="2200" cy="1331"/>
              </a:xfrm>
              <a:prstGeom prst="line">
                <a:avLst/>
              </a:prstGeom>
              <a:ln w="38100" cap="flat" cmpd="sng">
                <a:solidFill>
                  <a:srgbClr val="FF0000"/>
                </a:solidFill>
                <a:prstDash val="solid"/>
                <a:headEnd type="none" w="med" len="med"/>
                <a:tailEnd type="stealth" w="med" len="lg"/>
              </a:ln>
            </p:spPr>
          </p:sp>
        </p:grpSp>
        <p:sp>
          <p:nvSpPr>
            <p:cNvPr id="73737" name="Text Box 48"/>
            <p:cNvSpPr txBox="1"/>
            <p:nvPr/>
          </p:nvSpPr>
          <p:spPr>
            <a:xfrm>
              <a:off x="5088" y="302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chemeClr val="accent2"/>
                  </a:solidFill>
                  <a:latin typeface="Times New Roman" panose="02020603050405020304" pitchFamily="18" charset="0"/>
                  <a:cs typeface="Times New Roman" panose="02020603050405020304" pitchFamily="18" charset="0"/>
                </a:rPr>
                <a:t>Ù</a:t>
              </a:r>
              <a:endParaRPr lang="en-US" altLang="zh-CN" sz="2400" b="1" i="1" dirty="0">
                <a:solidFill>
                  <a:schemeClr val="accent2"/>
                </a:solidFill>
                <a:latin typeface="Times New Roman" panose="02020603050405020304" pitchFamily="18" charset="0"/>
                <a:ea typeface="Times New Roman" panose="02020603050405020304" pitchFamily="18" charset="0"/>
              </a:endParaRPr>
            </a:p>
          </p:txBody>
        </p:sp>
        <p:sp>
          <p:nvSpPr>
            <p:cNvPr id="73738" name="Text Box 49"/>
            <p:cNvSpPr txBox="1"/>
            <p:nvPr/>
          </p:nvSpPr>
          <p:spPr>
            <a:xfrm>
              <a:off x="4800" y="2496"/>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Ì</a:t>
              </a:r>
              <a:r>
                <a:rPr lang="en-US" altLang="zh-CN" sz="2400" b="1" i="1" baseline="-25000" dirty="0">
                  <a:latin typeface="Times New Roman" panose="02020603050405020304" pitchFamily="18" charset="0"/>
                  <a:cs typeface="Times New Roman" panose="02020603050405020304" pitchFamily="18" charset="0"/>
                </a:rPr>
                <a:t>C</a:t>
              </a:r>
              <a:r>
                <a:rPr lang="en-US" altLang="zh-CN" sz="2400" b="1" i="1" dirty="0">
                  <a:latin typeface="Times New Roman" panose="02020603050405020304" pitchFamily="18" charset="0"/>
                  <a:cs typeface="Times New Roman" panose="02020603050405020304" pitchFamily="18" charset="0"/>
                </a:rPr>
                <a:t> </a:t>
              </a:r>
              <a:endParaRPr lang="en-US" altLang="zh-CN" sz="2400" b="1" i="1" dirty="0">
                <a:latin typeface="Times New Roman" panose="02020603050405020304" pitchFamily="18" charset="0"/>
                <a:ea typeface="Times New Roman" panose="02020603050405020304" pitchFamily="18" charset="0"/>
              </a:endParaRPr>
            </a:p>
          </p:txBody>
        </p:sp>
        <p:sp>
          <p:nvSpPr>
            <p:cNvPr id="73739" name="Text Box 50"/>
            <p:cNvSpPr txBox="1"/>
            <p:nvPr/>
          </p:nvSpPr>
          <p:spPr>
            <a:xfrm>
              <a:off x="4464" y="3168"/>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Ì</a:t>
              </a:r>
              <a:r>
                <a:rPr lang="en-US" altLang="zh-CN" sz="2400" b="1" i="1" baseline="-25000" dirty="0">
                  <a:latin typeface="Times New Roman" panose="02020603050405020304" pitchFamily="18" charset="0"/>
                  <a:cs typeface="Times New Roman" panose="02020603050405020304" pitchFamily="18" charset="0"/>
                </a:rPr>
                <a:t>L</a:t>
              </a:r>
              <a:endParaRPr lang="en-US" altLang="zh-CN" sz="2400" b="1" i="1" dirty="0">
                <a:latin typeface="Times New Roman" panose="02020603050405020304" pitchFamily="18" charset="0"/>
                <a:ea typeface="Times New Roman" panose="02020603050405020304" pitchFamily="18" charset="0"/>
              </a:endParaRPr>
            </a:p>
          </p:txBody>
        </p:sp>
        <p:sp>
          <p:nvSpPr>
            <p:cNvPr id="73740" name="Text Box 51"/>
            <p:cNvSpPr txBox="1"/>
            <p:nvPr/>
          </p:nvSpPr>
          <p:spPr>
            <a:xfrm>
              <a:off x="4320" y="259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Ì</a:t>
              </a:r>
              <a:r>
                <a:rPr lang="en-US" altLang="zh-CN" sz="2400" b="1" i="1" baseline="-25000" dirty="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ea typeface="Times New Roman" panose="02020603050405020304" pitchFamily="18" charset="0"/>
              </a:endParaRPr>
            </a:p>
          </p:txBody>
        </p:sp>
        <p:sp>
          <p:nvSpPr>
            <p:cNvPr id="73741" name="Text Box 52"/>
            <p:cNvSpPr txBox="1"/>
            <p:nvPr/>
          </p:nvSpPr>
          <p:spPr>
            <a:xfrm>
              <a:off x="4080" y="23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solidFill>
                    <a:srgbClr val="FF5050"/>
                  </a:solidFill>
                  <a:latin typeface="Times New Roman" panose="02020603050405020304" pitchFamily="18" charset="0"/>
                  <a:cs typeface="Times New Roman" panose="02020603050405020304" pitchFamily="18" charset="0"/>
                </a:rPr>
                <a:t>Ì</a:t>
              </a:r>
              <a:endParaRPr lang="en-US" altLang="zh-CN" sz="2400" b="1" i="1" dirty="0">
                <a:solidFill>
                  <a:srgbClr val="FF5050"/>
                </a:solidFill>
                <a:latin typeface="Times New Roman" panose="02020603050405020304" pitchFamily="18" charset="0"/>
                <a:ea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000000"/>
                                          </p:val>
                                        </p:tav>
                                        <p:tav tm="100000">
                                          <p:val>
                                            <p:strVal val="#ppt_w"/>
                                          </p:val>
                                        </p:tav>
                                      </p:tavLst>
                                    </p:anim>
                                    <p:anim calcmode="lin" valueType="num">
                                      <p:cBhvr>
                                        <p:cTn id="13"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53030"/>
                                        </p:tgtEl>
                                        <p:attrNameLst>
                                          <p:attrName>style.visibility</p:attrName>
                                        </p:attrNameLst>
                                      </p:cBhvr>
                                      <p:to>
                                        <p:strVal val="visible"/>
                                      </p:to>
                                    </p:set>
                                    <p:animEffect transition="in" filter="blinds(horizontal)">
                                      <p:cBhvr>
                                        <p:cTn id="18" dur="500"/>
                                        <p:tgtEl>
                                          <p:spTgt spid="853030"/>
                                        </p:tgtEl>
                                      </p:cBhvr>
                                    </p:animEffect>
                                  </p:childTnLst>
                                </p:cTn>
                              </p:par>
                              <p:par>
                                <p:cTn id="19" presetID="3" presetClass="entr" presetSubtype="10" fill="hold" nodeType="withEffect">
                                  <p:stCondLst>
                                    <p:cond delay="0"/>
                                  </p:stCondLst>
                                  <p:childTnLst>
                                    <p:set>
                                      <p:cBhvr>
                                        <p:cTn id="20" dur="1" fill="hold">
                                          <p:stCondLst>
                                            <p:cond delay="0"/>
                                          </p:stCondLst>
                                        </p:cTn>
                                        <p:tgtEl>
                                          <p:spTgt spid="853032"/>
                                        </p:tgtEl>
                                        <p:attrNameLst>
                                          <p:attrName>style.visibility</p:attrName>
                                        </p:attrNameLst>
                                      </p:cBhvr>
                                      <p:to>
                                        <p:strVal val="visible"/>
                                      </p:to>
                                    </p:set>
                                    <p:animEffect transition="in" filter="blinds(horizontal)">
                                      <p:cBhvr>
                                        <p:cTn id="21" dur="500"/>
                                        <p:tgtEl>
                                          <p:spTgt spid="85303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53031"/>
                                        </p:tgtEl>
                                        <p:attrNameLst>
                                          <p:attrName>style.visibility</p:attrName>
                                        </p:attrNameLst>
                                      </p:cBhvr>
                                      <p:to>
                                        <p:strVal val="visible"/>
                                      </p:to>
                                    </p:set>
                                    <p:animEffect transition="in" filter="blinds(horizontal)">
                                      <p:cBhvr>
                                        <p:cTn id="26" dur="500"/>
                                        <p:tgtEl>
                                          <p:spTgt spid="853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54019" name="Rectangle 3"/>
          <p:cNvSpPr/>
          <p:nvPr/>
        </p:nvSpPr>
        <p:spPr>
          <a:xfrm>
            <a:off x="544513" y="457200"/>
            <a:ext cx="7772400" cy="9144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4000" b="1" dirty="0">
                <a:solidFill>
                  <a:schemeClr val="tx2"/>
                </a:solidFill>
                <a:latin typeface="Times New Roman" panose="02020603050405020304" pitchFamily="18" charset="0"/>
                <a:ea typeface="华文中宋" panose="02010600040101010101" pitchFamily="2" charset="-122"/>
              </a:rPr>
              <a:t>3.5 </a:t>
            </a:r>
            <a:r>
              <a:rPr lang="zh-CN" altLang="en-US" sz="4000" b="1" dirty="0">
                <a:solidFill>
                  <a:schemeClr val="tx2"/>
                </a:solidFill>
                <a:latin typeface="Times New Roman" panose="02020603050405020304" pitchFamily="18" charset="0"/>
                <a:ea typeface="华文中宋" panose="02010600040101010101" pitchFamily="2" charset="-122"/>
              </a:rPr>
              <a:t>复杂交流电路的分析和计算</a:t>
            </a:r>
            <a:endParaRPr lang="zh-CN" altLang="en-US" sz="4000" b="1" dirty="0">
              <a:solidFill>
                <a:schemeClr val="tx2"/>
              </a:solidFill>
              <a:latin typeface="Times New Roman" panose="02020603050405020304" pitchFamily="18" charset="0"/>
              <a:ea typeface="华文中宋" panose="02010600040101010101" pitchFamily="2" charset="-122"/>
            </a:endParaRPr>
          </a:p>
        </p:txBody>
      </p:sp>
      <p:sp>
        <p:nvSpPr>
          <p:cNvPr id="854020" name="Text Box 4"/>
          <p:cNvSpPr txBox="1"/>
          <p:nvPr/>
        </p:nvSpPr>
        <p:spPr>
          <a:xfrm>
            <a:off x="685800" y="1371600"/>
            <a:ext cx="7772400" cy="2227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对于复杂的交流电路，可以像直流电路一样应用支路法，节点法，叠加原理，等效电源定理等来分析计算，所不同的就是电压和电流要用电压相量和电流相量，电阻要用阻抗，电路的参数用复数表示。</a:t>
            </a:r>
            <a:endParaRPr lang="zh-CN" altLang="en-US" sz="2800" b="1" dirty="0">
              <a:latin typeface="Times New Roman" panose="02020603050405020304" pitchFamily="18" charset="0"/>
              <a:ea typeface="华文中宋" panose="02010600040101010101" pitchFamily="2" charset="-122"/>
            </a:endParaRPr>
          </a:p>
        </p:txBody>
      </p:sp>
      <p:sp>
        <p:nvSpPr>
          <p:cNvPr id="854021" name="Rectangle 5"/>
          <p:cNvSpPr>
            <a:spLocks noChangeArrowheads="1"/>
          </p:cNvSpPr>
          <p:nvPr/>
        </p:nvSpPr>
        <p:spPr bwMode="auto">
          <a:xfrm>
            <a:off x="685800" y="3657600"/>
            <a:ext cx="4114800" cy="979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3-9】</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=220∠0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a:t>
            </a:r>
            <a:r>
              <a:rPr kumimoji="1" lang="zh-CN" altLang="en-US"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0" lang="zh-CN" altLang="en-US"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和</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0"/>
          <p:cNvGrpSpPr/>
          <p:nvPr/>
        </p:nvGrpSpPr>
        <p:grpSpPr>
          <a:xfrm>
            <a:off x="4908550" y="3789363"/>
            <a:ext cx="4343400" cy="2598737"/>
            <a:chOff x="2928" y="2251"/>
            <a:chExt cx="2736" cy="1637"/>
          </a:xfrm>
        </p:grpSpPr>
        <p:grpSp>
          <p:nvGrpSpPr>
            <p:cNvPr id="74761" name="Group 49"/>
            <p:cNvGrpSpPr/>
            <p:nvPr/>
          </p:nvGrpSpPr>
          <p:grpSpPr>
            <a:xfrm>
              <a:off x="3076" y="2251"/>
              <a:ext cx="1392" cy="288"/>
              <a:chOff x="3072" y="2256"/>
              <a:chExt cx="1392" cy="288"/>
            </a:xfrm>
          </p:grpSpPr>
          <p:sp>
            <p:nvSpPr>
              <p:cNvPr id="74801" name="Text Box 6"/>
              <p:cNvSpPr txBox="1"/>
              <p:nvPr/>
            </p:nvSpPr>
            <p:spPr>
              <a:xfrm>
                <a:off x="3072"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sp>
            <p:nvSpPr>
              <p:cNvPr id="854023" name="Text Box 7"/>
              <p:cNvSpPr txBox="1">
                <a:spLocks noChangeArrowheads="1"/>
              </p:cNvSpPr>
              <p:nvPr/>
            </p:nvSpPr>
            <p:spPr bwMode="auto">
              <a:xfrm>
                <a:off x="3936" y="22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4762" name="Group 8"/>
            <p:cNvGrpSpPr/>
            <p:nvPr/>
          </p:nvGrpSpPr>
          <p:grpSpPr>
            <a:xfrm>
              <a:off x="2928" y="2304"/>
              <a:ext cx="2736" cy="1584"/>
              <a:chOff x="2928" y="2304"/>
              <a:chExt cx="2736" cy="1584"/>
            </a:xfrm>
          </p:grpSpPr>
          <p:grpSp>
            <p:nvGrpSpPr>
              <p:cNvPr id="74763" name="Group 9"/>
              <p:cNvGrpSpPr/>
              <p:nvPr/>
            </p:nvGrpSpPr>
            <p:grpSpPr>
              <a:xfrm>
                <a:off x="2976" y="2550"/>
                <a:ext cx="2209" cy="1338"/>
                <a:chOff x="1832" y="3856"/>
                <a:chExt cx="6105" cy="3740"/>
              </a:xfrm>
            </p:grpSpPr>
            <p:sp>
              <p:nvSpPr>
                <p:cNvPr id="74771" name="Line 10"/>
                <p:cNvSpPr/>
                <p:nvPr/>
              </p:nvSpPr>
              <p:spPr>
                <a:xfrm flipV="1">
                  <a:off x="1920" y="4043"/>
                  <a:ext cx="5775" cy="11"/>
                </a:xfrm>
                <a:prstGeom prst="line">
                  <a:avLst/>
                </a:prstGeom>
                <a:ln w="38100" cap="flat" cmpd="sng">
                  <a:solidFill>
                    <a:srgbClr val="000000"/>
                  </a:solidFill>
                  <a:prstDash val="solid"/>
                  <a:headEnd type="none" w="med" len="med"/>
                  <a:tailEnd type="none" w="med" len="med"/>
                </a:ln>
              </p:spPr>
            </p:sp>
            <p:sp>
              <p:nvSpPr>
                <p:cNvPr id="74772" name="Rectangle 11"/>
                <p:cNvSpPr/>
                <p:nvPr/>
              </p:nvSpPr>
              <p:spPr>
                <a:xfrm rot="5400000">
                  <a:off x="3486" y="3697"/>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74773" name="Group 12"/>
                <p:cNvGrpSpPr/>
                <p:nvPr/>
              </p:nvGrpSpPr>
              <p:grpSpPr>
                <a:xfrm>
                  <a:off x="5894" y="5355"/>
                  <a:ext cx="511" cy="2219"/>
                  <a:chOff x="2091" y="573"/>
                  <a:chExt cx="220" cy="907"/>
                </a:xfrm>
              </p:grpSpPr>
              <p:sp>
                <p:nvSpPr>
                  <p:cNvPr id="74796" name="Line 13"/>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4797" name="Oval 14"/>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98" name="Oval 15"/>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99" name="Oval 16"/>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800" name="Rectangle 17"/>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4774" name="Line 18"/>
                <p:cNvSpPr/>
                <p:nvPr/>
              </p:nvSpPr>
              <p:spPr>
                <a:xfrm>
                  <a:off x="7684" y="4062"/>
                  <a:ext cx="0" cy="960"/>
                </a:xfrm>
                <a:prstGeom prst="line">
                  <a:avLst/>
                </a:prstGeom>
                <a:ln w="38100" cap="flat" cmpd="sng">
                  <a:solidFill>
                    <a:srgbClr val="000000"/>
                  </a:solidFill>
                  <a:prstDash val="solid"/>
                  <a:headEnd type="none" w="med" len="med"/>
                  <a:tailEnd type="none" w="med" len="med"/>
                </a:ln>
              </p:spPr>
            </p:sp>
            <p:grpSp>
              <p:nvGrpSpPr>
                <p:cNvPr id="74775" name="Group 19"/>
                <p:cNvGrpSpPr/>
                <p:nvPr/>
              </p:nvGrpSpPr>
              <p:grpSpPr>
                <a:xfrm>
                  <a:off x="7405" y="4931"/>
                  <a:ext cx="532" cy="1466"/>
                  <a:chOff x="5264" y="3679"/>
                  <a:chExt cx="418" cy="1090"/>
                </a:xfrm>
              </p:grpSpPr>
              <p:sp>
                <p:nvSpPr>
                  <p:cNvPr id="74792" name="Line 20"/>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4793" name="Line 21"/>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4794" name="Line 22"/>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4795" name="Line 23"/>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4776" name="Line 24"/>
                <p:cNvSpPr/>
                <p:nvPr/>
              </p:nvSpPr>
              <p:spPr>
                <a:xfrm>
                  <a:off x="7673" y="5932"/>
                  <a:ext cx="0" cy="1631"/>
                </a:xfrm>
                <a:prstGeom prst="line">
                  <a:avLst/>
                </a:prstGeom>
                <a:ln w="38100" cap="flat" cmpd="sng">
                  <a:solidFill>
                    <a:srgbClr val="000000"/>
                  </a:solidFill>
                  <a:prstDash val="solid"/>
                  <a:headEnd type="none" w="med" len="med"/>
                  <a:tailEnd type="none" w="med" len="med"/>
                </a:ln>
              </p:spPr>
            </p:sp>
            <p:sp>
              <p:nvSpPr>
                <p:cNvPr id="74777" name="Line 25"/>
                <p:cNvSpPr/>
                <p:nvPr/>
              </p:nvSpPr>
              <p:spPr>
                <a:xfrm>
                  <a:off x="6177" y="4047"/>
                  <a:ext cx="22" cy="755"/>
                </a:xfrm>
                <a:prstGeom prst="line">
                  <a:avLst/>
                </a:prstGeom>
                <a:ln w="38100" cap="flat" cmpd="sng">
                  <a:solidFill>
                    <a:srgbClr val="000000"/>
                  </a:solidFill>
                  <a:prstDash val="solid"/>
                  <a:headEnd type="none" w="med" len="med"/>
                  <a:tailEnd type="none" w="med" len="med"/>
                </a:ln>
              </p:spPr>
            </p:sp>
            <p:sp>
              <p:nvSpPr>
                <p:cNvPr id="74778" name="Line 26"/>
                <p:cNvSpPr/>
                <p:nvPr/>
              </p:nvSpPr>
              <p:spPr>
                <a:xfrm>
                  <a:off x="2448" y="4054"/>
                  <a:ext cx="588" cy="0"/>
                </a:xfrm>
                <a:prstGeom prst="line">
                  <a:avLst/>
                </a:prstGeom>
                <a:ln w="38100" cap="flat" cmpd="sng">
                  <a:solidFill>
                    <a:srgbClr val="000000"/>
                  </a:solidFill>
                  <a:prstDash val="solid"/>
                  <a:headEnd type="none" w="med" len="med"/>
                  <a:tailEnd type="stealth" w="med" len="lg"/>
                </a:ln>
              </p:spPr>
            </p:sp>
            <p:sp>
              <p:nvSpPr>
                <p:cNvPr id="74779" name="Line 27"/>
                <p:cNvSpPr/>
                <p:nvPr/>
              </p:nvSpPr>
              <p:spPr>
                <a:xfrm>
                  <a:off x="6177" y="4254"/>
                  <a:ext cx="0" cy="355"/>
                </a:xfrm>
                <a:prstGeom prst="line">
                  <a:avLst/>
                </a:prstGeom>
                <a:ln w="38100" cap="flat" cmpd="sng">
                  <a:solidFill>
                    <a:srgbClr val="000000"/>
                  </a:solidFill>
                  <a:prstDash val="solid"/>
                  <a:headEnd type="none" w="med" len="med"/>
                  <a:tailEnd type="stealth" w="med" len="lg"/>
                </a:ln>
              </p:spPr>
            </p:sp>
            <p:sp>
              <p:nvSpPr>
                <p:cNvPr id="74780" name="Line 28"/>
                <p:cNvSpPr/>
                <p:nvPr/>
              </p:nvSpPr>
              <p:spPr>
                <a:xfrm>
                  <a:off x="7662" y="4343"/>
                  <a:ext cx="0" cy="355"/>
                </a:xfrm>
                <a:prstGeom prst="line">
                  <a:avLst/>
                </a:prstGeom>
                <a:ln w="38100" cap="flat" cmpd="sng">
                  <a:solidFill>
                    <a:srgbClr val="000000"/>
                  </a:solidFill>
                  <a:prstDash val="solid"/>
                  <a:headEnd type="none" w="med" len="med"/>
                  <a:tailEnd type="stealth" w="med" len="lg"/>
                </a:ln>
              </p:spPr>
            </p:sp>
            <p:sp>
              <p:nvSpPr>
                <p:cNvPr id="74781" name="Line 29"/>
                <p:cNvSpPr/>
                <p:nvPr/>
              </p:nvSpPr>
              <p:spPr>
                <a:xfrm>
                  <a:off x="1928" y="4659"/>
                  <a:ext cx="322" cy="0"/>
                </a:xfrm>
                <a:prstGeom prst="line">
                  <a:avLst/>
                </a:prstGeom>
                <a:ln w="38100" cap="flat" cmpd="sng">
                  <a:solidFill>
                    <a:srgbClr val="000000"/>
                  </a:solidFill>
                  <a:prstDash val="solid"/>
                  <a:headEnd type="none" w="med" len="med"/>
                  <a:tailEnd type="none" w="med" len="med"/>
                </a:ln>
              </p:spPr>
            </p:sp>
            <p:sp>
              <p:nvSpPr>
                <p:cNvPr id="74782" name="Line 30"/>
                <p:cNvSpPr/>
                <p:nvPr/>
              </p:nvSpPr>
              <p:spPr>
                <a:xfrm rot="5400000">
                  <a:off x="1915" y="4653"/>
                  <a:ext cx="340" cy="0"/>
                </a:xfrm>
                <a:prstGeom prst="line">
                  <a:avLst/>
                </a:prstGeom>
                <a:ln w="38100" cap="flat" cmpd="sng">
                  <a:solidFill>
                    <a:srgbClr val="000000"/>
                  </a:solidFill>
                  <a:prstDash val="solid"/>
                  <a:headEnd type="none" w="med" len="med"/>
                  <a:tailEnd type="none" w="med" len="med"/>
                </a:ln>
              </p:spPr>
            </p:sp>
            <p:sp>
              <p:nvSpPr>
                <p:cNvPr id="74783" name="Line 31"/>
                <p:cNvSpPr/>
                <p:nvPr/>
              </p:nvSpPr>
              <p:spPr>
                <a:xfrm>
                  <a:off x="1843" y="7244"/>
                  <a:ext cx="322" cy="0"/>
                </a:xfrm>
                <a:prstGeom prst="line">
                  <a:avLst/>
                </a:prstGeom>
                <a:ln w="38100" cap="flat" cmpd="sng">
                  <a:solidFill>
                    <a:srgbClr val="000000"/>
                  </a:solidFill>
                  <a:prstDash val="solid"/>
                  <a:headEnd type="none" w="med" len="med"/>
                  <a:tailEnd type="none" w="med" len="med"/>
                </a:ln>
              </p:spPr>
            </p:sp>
            <p:grpSp>
              <p:nvGrpSpPr>
                <p:cNvPr id="74784" name="Group 32"/>
                <p:cNvGrpSpPr/>
                <p:nvPr/>
              </p:nvGrpSpPr>
              <p:grpSpPr>
                <a:xfrm rot="-5400000">
                  <a:off x="4820" y="3002"/>
                  <a:ext cx="511" cy="2219"/>
                  <a:chOff x="2091" y="573"/>
                  <a:chExt cx="220" cy="907"/>
                </a:xfrm>
              </p:grpSpPr>
              <p:sp>
                <p:nvSpPr>
                  <p:cNvPr id="74787" name="Line 33"/>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4788" name="Oval 34"/>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89" name="Oval 35"/>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90" name="Oval 36"/>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91" name="Rectangle 37"/>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4785" name="Rectangle 38"/>
                <p:cNvSpPr/>
                <p:nvPr/>
              </p:nvSpPr>
              <p:spPr>
                <a:xfrm>
                  <a:off x="6088" y="481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4786" name="Line 39"/>
                <p:cNvSpPr/>
                <p:nvPr/>
              </p:nvSpPr>
              <p:spPr>
                <a:xfrm flipV="1">
                  <a:off x="1832" y="7574"/>
                  <a:ext cx="5863" cy="22"/>
                </a:xfrm>
                <a:prstGeom prst="line">
                  <a:avLst/>
                </a:prstGeom>
                <a:ln w="38100" cap="flat" cmpd="sng">
                  <a:solidFill>
                    <a:srgbClr val="000000"/>
                  </a:solidFill>
                  <a:prstDash val="solid"/>
                  <a:headEnd type="none" w="med" len="med"/>
                  <a:tailEnd type="none" w="med" len="med"/>
                </a:ln>
              </p:spPr>
            </p:sp>
          </p:grpSp>
          <p:sp>
            <p:nvSpPr>
              <p:cNvPr id="74764" name="Text Box 40"/>
              <p:cNvSpPr txBox="1"/>
              <p:nvPr/>
            </p:nvSpPr>
            <p:spPr>
              <a:xfrm>
                <a:off x="2928" y="30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p:txBody>
          </p:sp>
          <p:sp>
            <p:nvSpPr>
              <p:cNvPr id="74765" name="Text Box 41"/>
              <p:cNvSpPr txBox="1"/>
              <p:nvPr/>
            </p:nvSpPr>
            <p:spPr>
              <a:xfrm>
                <a:off x="5088" y="273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i="1" dirty="0">
                  <a:latin typeface="Times New Roman" panose="02020603050405020304" pitchFamily="18" charset="0"/>
                  <a:ea typeface="华文中宋" panose="02010600040101010101" pitchFamily="2" charset="-122"/>
                </a:endParaRPr>
              </a:p>
            </p:txBody>
          </p:sp>
          <p:sp>
            <p:nvSpPr>
              <p:cNvPr id="74766" name="Text Box 42"/>
              <p:cNvSpPr txBox="1"/>
              <p:nvPr/>
            </p:nvSpPr>
            <p:spPr>
              <a:xfrm>
                <a:off x="4608" y="264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854059" name="Text Box 43"/>
              <p:cNvSpPr txBox="1">
                <a:spLocks noChangeArrowheads="1"/>
              </p:cNvSpPr>
              <p:nvPr/>
            </p:nvSpPr>
            <p:spPr bwMode="auto">
              <a:xfrm>
                <a:off x="5088" y="3216"/>
                <a:ext cx="576" cy="291"/>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-j4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54060" name="Text Box 44"/>
              <p:cNvSpPr txBox="1">
                <a:spLocks noChangeArrowheads="1"/>
              </p:cNvSpPr>
              <p:nvPr/>
            </p:nvSpPr>
            <p:spPr bwMode="auto">
              <a:xfrm>
                <a:off x="4080" y="2928"/>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54061" name="Text Box 45"/>
              <p:cNvSpPr txBox="1">
                <a:spLocks noChangeArrowheads="1"/>
              </p:cNvSpPr>
              <p:nvPr/>
            </p:nvSpPr>
            <p:spPr bwMode="auto">
              <a:xfrm>
                <a:off x="4080" y="34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54062" name="Text Box 46"/>
              <p:cNvSpPr txBox="1">
                <a:spLocks noChangeArrowheads="1"/>
              </p:cNvSpPr>
              <p:nvPr/>
            </p:nvSpPr>
            <p:spPr bwMode="auto">
              <a:xfrm>
                <a:off x="3408" y="2304"/>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854063" name="Rectangle 47"/>
          <p:cNvSpPr>
            <a:spLocks noChangeArrowheads="1"/>
          </p:cNvSpPr>
          <p:nvPr/>
        </p:nvSpPr>
        <p:spPr bwMode="auto">
          <a:xfrm>
            <a:off x="838200" y="4498975"/>
            <a:ext cx="25908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电路阻抗</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54064" name="Object 48"/>
          <p:cNvGraphicFramePr>
            <a:graphicFrameLocks noChangeAspect="1"/>
          </p:cNvGraphicFramePr>
          <p:nvPr/>
        </p:nvGraphicFramePr>
        <p:xfrm>
          <a:off x="1703388" y="5051425"/>
          <a:ext cx="1603375" cy="1465263"/>
        </p:xfrm>
        <a:graphic>
          <a:graphicData uri="http://schemas.openxmlformats.org/presentationml/2006/ole">
            <mc:AlternateContent xmlns:mc="http://schemas.openxmlformats.org/markup-compatibility/2006">
              <mc:Choice xmlns:v="urn:schemas-microsoft-com:vml" Requires="v">
                <p:oleObj spid="_x0000_s3371" name="" r:id="rId1" imgW="723900" imgH="685800" progId="Equation.3">
                  <p:embed/>
                </p:oleObj>
              </mc:Choice>
              <mc:Fallback>
                <p:oleObj name="" r:id="rId1" imgW="723900" imgH="685800" progId="Equation.3">
                  <p:embed/>
                  <p:pic>
                    <p:nvPicPr>
                      <p:cNvPr id="0" name="图片 3370"/>
                      <p:cNvPicPr/>
                      <p:nvPr/>
                    </p:nvPicPr>
                    <p:blipFill>
                      <a:blip r:embed="rId2"/>
                      <a:stretch>
                        <a:fillRect/>
                      </a:stretch>
                    </p:blipFill>
                    <p:spPr>
                      <a:xfrm>
                        <a:off x="1703388" y="5051425"/>
                        <a:ext cx="1603375" cy="14652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54019"/>
                                        </p:tgtEl>
                                        <p:attrNameLst>
                                          <p:attrName>style.visibility</p:attrName>
                                        </p:attrNameLst>
                                      </p:cBhvr>
                                      <p:to>
                                        <p:strVal val="visible"/>
                                      </p:to>
                                    </p:set>
                                    <p:animEffect transition="in" filter="wipe(left)">
                                      <p:cBhvr>
                                        <p:cTn id="7" dur="500"/>
                                        <p:tgtEl>
                                          <p:spTgt spid="8540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4020"/>
                                        </p:tgtEl>
                                        <p:attrNameLst>
                                          <p:attrName>style.visibility</p:attrName>
                                        </p:attrNameLst>
                                      </p:cBhvr>
                                      <p:to>
                                        <p:strVal val="visible"/>
                                      </p:to>
                                    </p:set>
                                    <p:animEffect transition="in" filter="blinds(horizontal)">
                                      <p:cBhvr>
                                        <p:cTn id="12" dur="500"/>
                                        <p:tgtEl>
                                          <p:spTgt spid="8540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54021"/>
                                        </p:tgtEl>
                                        <p:attrNameLst>
                                          <p:attrName>style.visibility</p:attrName>
                                        </p:attrNameLst>
                                      </p:cBhvr>
                                      <p:to>
                                        <p:strVal val="visible"/>
                                      </p:to>
                                    </p:set>
                                    <p:animEffect transition="in" filter="blinds(horizontal)">
                                      <p:cBhvr>
                                        <p:cTn id="17" dur="500"/>
                                        <p:tgtEl>
                                          <p:spTgt spid="854021"/>
                                        </p:tgtEl>
                                      </p:cBhvr>
                                    </p:animEffect>
                                  </p:childTnLst>
                                </p:cTn>
                              </p:par>
                            </p:childTnLst>
                          </p:cTn>
                        </p:par>
                        <p:par>
                          <p:cTn id="18" fill="hold">
                            <p:stCondLst>
                              <p:cond delay="500"/>
                            </p:stCondLst>
                            <p:childTnLst>
                              <p:par>
                                <p:cTn id="19" presetID="17" presetClass="entr" presetSubtype="1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000000"/>
                                          </p:val>
                                        </p:tav>
                                        <p:tav tm="100000">
                                          <p:val>
                                            <p:strVal val="#ppt_w"/>
                                          </p:val>
                                        </p:tav>
                                      </p:tavLst>
                                    </p:anim>
                                    <p:anim calcmode="lin" valueType="num">
                                      <p:cBhvr>
                                        <p:cTn id="2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54063"/>
                                        </p:tgtEl>
                                        <p:attrNameLst>
                                          <p:attrName>style.visibility</p:attrName>
                                        </p:attrNameLst>
                                      </p:cBhvr>
                                      <p:to>
                                        <p:strVal val="visible"/>
                                      </p:to>
                                    </p:set>
                                    <p:animEffect transition="in" filter="wipe(left)">
                                      <p:cBhvr>
                                        <p:cTn id="27" dur="500"/>
                                        <p:tgtEl>
                                          <p:spTgt spid="854063"/>
                                        </p:tgtEl>
                                      </p:cBhvr>
                                    </p:animEffect>
                                  </p:childTnLst>
                                </p:cTn>
                              </p:par>
                            </p:childTnLst>
                          </p:cTn>
                        </p:par>
                        <p:par>
                          <p:cTn id="28" fill="hold">
                            <p:stCondLst>
                              <p:cond delay="500"/>
                            </p:stCondLst>
                            <p:childTnLst>
                              <p:par>
                                <p:cTn id="29" presetID="4" presetClass="entr" presetSubtype="16" fill="hold" nodeType="afterEffect">
                                  <p:stCondLst>
                                    <p:cond delay="0"/>
                                  </p:stCondLst>
                                  <p:childTnLst>
                                    <p:set>
                                      <p:cBhvr>
                                        <p:cTn id="30" dur="1" fill="hold">
                                          <p:stCondLst>
                                            <p:cond delay="0"/>
                                          </p:stCondLst>
                                        </p:cTn>
                                        <p:tgtEl>
                                          <p:spTgt spid="854064"/>
                                        </p:tgtEl>
                                        <p:attrNameLst>
                                          <p:attrName>style.visibility</p:attrName>
                                        </p:attrNameLst>
                                      </p:cBhvr>
                                      <p:to>
                                        <p:strVal val="visible"/>
                                      </p:to>
                                    </p:set>
                                    <p:animEffect transition="in" filter="box(in)">
                                      <p:cBhvr>
                                        <p:cTn id="31" dur="500"/>
                                        <p:tgtEl>
                                          <p:spTgt spid="854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9" grpId="0"/>
      <p:bldP spid="854020" grpId="0"/>
      <p:bldP spid="854021" grpId="0"/>
      <p:bldP spid="85406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5"/>
          <p:cNvGrpSpPr/>
          <p:nvPr/>
        </p:nvGrpSpPr>
        <p:grpSpPr>
          <a:xfrm>
            <a:off x="4864100" y="660400"/>
            <a:ext cx="4343400" cy="2590800"/>
            <a:chOff x="2928" y="2256"/>
            <a:chExt cx="2736" cy="1632"/>
          </a:xfrm>
        </p:grpSpPr>
        <p:sp>
          <p:nvSpPr>
            <p:cNvPr id="75785" name="Text Box 6"/>
            <p:cNvSpPr txBox="1"/>
            <p:nvPr/>
          </p:nvSpPr>
          <p:spPr>
            <a:xfrm>
              <a:off x="3072"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sp>
          <p:nvSpPr>
            <p:cNvPr id="860167" name="Text Box 7"/>
            <p:cNvSpPr txBox="1">
              <a:spLocks noChangeArrowheads="1"/>
            </p:cNvSpPr>
            <p:nvPr/>
          </p:nvSpPr>
          <p:spPr bwMode="auto">
            <a:xfrm>
              <a:off x="3936" y="22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5787" name="Group 8"/>
            <p:cNvGrpSpPr/>
            <p:nvPr/>
          </p:nvGrpSpPr>
          <p:grpSpPr>
            <a:xfrm>
              <a:off x="2928" y="2304"/>
              <a:ext cx="2736" cy="1584"/>
              <a:chOff x="2928" y="2304"/>
              <a:chExt cx="2736" cy="1584"/>
            </a:xfrm>
          </p:grpSpPr>
          <p:grpSp>
            <p:nvGrpSpPr>
              <p:cNvPr id="75788" name="Group 9"/>
              <p:cNvGrpSpPr/>
              <p:nvPr/>
            </p:nvGrpSpPr>
            <p:grpSpPr>
              <a:xfrm>
                <a:off x="2976" y="2550"/>
                <a:ext cx="2209" cy="1338"/>
                <a:chOff x="1832" y="3856"/>
                <a:chExt cx="6105" cy="3740"/>
              </a:xfrm>
            </p:grpSpPr>
            <p:sp>
              <p:nvSpPr>
                <p:cNvPr id="75796" name="Line 10"/>
                <p:cNvSpPr/>
                <p:nvPr/>
              </p:nvSpPr>
              <p:spPr>
                <a:xfrm flipV="1">
                  <a:off x="1920" y="4043"/>
                  <a:ext cx="5775" cy="11"/>
                </a:xfrm>
                <a:prstGeom prst="line">
                  <a:avLst/>
                </a:prstGeom>
                <a:ln w="38100" cap="flat" cmpd="sng">
                  <a:solidFill>
                    <a:srgbClr val="000000"/>
                  </a:solidFill>
                  <a:prstDash val="solid"/>
                  <a:headEnd type="none" w="med" len="med"/>
                  <a:tailEnd type="none" w="med" len="med"/>
                </a:ln>
              </p:spPr>
            </p:sp>
            <p:sp>
              <p:nvSpPr>
                <p:cNvPr id="75797" name="Rectangle 11"/>
                <p:cNvSpPr/>
                <p:nvPr/>
              </p:nvSpPr>
              <p:spPr>
                <a:xfrm rot="5400000">
                  <a:off x="3486" y="3697"/>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75798" name="Group 12"/>
                <p:cNvGrpSpPr/>
                <p:nvPr/>
              </p:nvGrpSpPr>
              <p:grpSpPr>
                <a:xfrm>
                  <a:off x="5894" y="5355"/>
                  <a:ext cx="511" cy="2219"/>
                  <a:chOff x="2091" y="573"/>
                  <a:chExt cx="220" cy="907"/>
                </a:xfrm>
              </p:grpSpPr>
              <p:sp>
                <p:nvSpPr>
                  <p:cNvPr id="75821" name="Line 13"/>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5822" name="Oval 14"/>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23" name="Oval 15"/>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24" name="Oval 16"/>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25" name="Rectangle 17"/>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5799" name="Line 18"/>
                <p:cNvSpPr/>
                <p:nvPr/>
              </p:nvSpPr>
              <p:spPr>
                <a:xfrm>
                  <a:off x="7684" y="4062"/>
                  <a:ext cx="0" cy="960"/>
                </a:xfrm>
                <a:prstGeom prst="line">
                  <a:avLst/>
                </a:prstGeom>
                <a:ln w="38100" cap="flat" cmpd="sng">
                  <a:solidFill>
                    <a:srgbClr val="000000"/>
                  </a:solidFill>
                  <a:prstDash val="solid"/>
                  <a:headEnd type="none" w="med" len="med"/>
                  <a:tailEnd type="none" w="med" len="med"/>
                </a:ln>
              </p:spPr>
            </p:sp>
            <p:grpSp>
              <p:nvGrpSpPr>
                <p:cNvPr id="75800" name="Group 19"/>
                <p:cNvGrpSpPr/>
                <p:nvPr/>
              </p:nvGrpSpPr>
              <p:grpSpPr>
                <a:xfrm>
                  <a:off x="7405" y="4931"/>
                  <a:ext cx="532" cy="1466"/>
                  <a:chOff x="5264" y="3679"/>
                  <a:chExt cx="418" cy="1090"/>
                </a:xfrm>
              </p:grpSpPr>
              <p:sp>
                <p:nvSpPr>
                  <p:cNvPr id="75817" name="Line 20"/>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5818" name="Line 21"/>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5819" name="Line 22"/>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5820" name="Line 23"/>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5801" name="Line 24"/>
                <p:cNvSpPr/>
                <p:nvPr/>
              </p:nvSpPr>
              <p:spPr>
                <a:xfrm>
                  <a:off x="7673" y="5932"/>
                  <a:ext cx="0" cy="1631"/>
                </a:xfrm>
                <a:prstGeom prst="line">
                  <a:avLst/>
                </a:prstGeom>
                <a:ln w="38100" cap="flat" cmpd="sng">
                  <a:solidFill>
                    <a:srgbClr val="000000"/>
                  </a:solidFill>
                  <a:prstDash val="solid"/>
                  <a:headEnd type="none" w="med" len="med"/>
                  <a:tailEnd type="none" w="med" len="med"/>
                </a:ln>
              </p:spPr>
            </p:sp>
            <p:sp>
              <p:nvSpPr>
                <p:cNvPr id="75802" name="Line 25"/>
                <p:cNvSpPr/>
                <p:nvPr/>
              </p:nvSpPr>
              <p:spPr>
                <a:xfrm>
                  <a:off x="6177" y="4047"/>
                  <a:ext cx="22" cy="755"/>
                </a:xfrm>
                <a:prstGeom prst="line">
                  <a:avLst/>
                </a:prstGeom>
                <a:ln w="38100" cap="flat" cmpd="sng">
                  <a:solidFill>
                    <a:srgbClr val="000000"/>
                  </a:solidFill>
                  <a:prstDash val="solid"/>
                  <a:headEnd type="none" w="med" len="med"/>
                  <a:tailEnd type="none" w="med" len="med"/>
                </a:ln>
              </p:spPr>
            </p:sp>
            <p:sp>
              <p:nvSpPr>
                <p:cNvPr id="75803" name="Line 26"/>
                <p:cNvSpPr/>
                <p:nvPr/>
              </p:nvSpPr>
              <p:spPr>
                <a:xfrm>
                  <a:off x="2448" y="4054"/>
                  <a:ext cx="588" cy="0"/>
                </a:xfrm>
                <a:prstGeom prst="line">
                  <a:avLst/>
                </a:prstGeom>
                <a:ln w="38100" cap="flat" cmpd="sng">
                  <a:solidFill>
                    <a:srgbClr val="000000"/>
                  </a:solidFill>
                  <a:prstDash val="solid"/>
                  <a:headEnd type="none" w="med" len="med"/>
                  <a:tailEnd type="stealth" w="med" len="lg"/>
                </a:ln>
              </p:spPr>
            </p:sp>
            <p:sp>
              <p:nvSpPr>
                <p:cNvPr id="75804" name="Line 27"/>
                <p:cNvSpPr/>
                <p:nvPr/>
              </p:nvSpPr>
              <p:spPr>
                <a:xfrm>
                  <a:off x="6177" y="4254"/>
                  <a:ext cx="0" cy="355"/>
                </a:xfrm>
                <a:prstGeom prst="line">
                  <a:avLst/>
                </a:prstGeom>
                <a:ln w="38100" cap="flat" cmpd="sng">
                  <a:solidFill>
                    <a:srgbClr val="000000"/>
                  </a:solidFill>
                  <a:prstDash val="solid"/>
                  <a:headEnd type="none" w="med" len="med"/>
                  <a:tailEnd type="stealth" w="med" len="lg"/>
                </a:ln>
              </p:spPr>
            </p:sp>
            <p:sp>
              <p:nvSpPr>
                <p:cNvPr id="75805" name="Line 28"/>
                <p:cNvSpPr/>
                <p:nvPr/>
              </p:nvSpPr>
              <p:spPr>
                <a:xfrm>
                  <a:off x="7662" y="4343"/>
                  <a:ext cx="0" cy="355"/>
                </a:xfrm>
                <a:prstGeom prst="line">
                  <a:avLst/>
                </a:prstGeom>
                <a:ln w="38100" cap="flat" cmpd="sng">
                  <a:solidFill>
                    <a:srgbClr val="000000"/>
                  </a:solidFill>
                  <a:prstDash val="solid"/>
                  <a:headEnd type="none" w="med" len="med"/>
                  <a:tailEnd type="stealth" w="med" len="lg"/>
                </a:ln>
              </p:spPr>
            </p:sp>
            <p:sp>
              <p:nvSpPr>
                <p:cNvPr id="75806" name="Line 29"/>
                <p:cNvSpPr/>
                <p:nvPr/>
              </p:nvSpPr>
              <p:spPr>
                <a:xfrm>
                  <a:off x="1928" y="4659"/>
                  <a:ext cx="322" cy="0"/>
                </a:xfrm>
                <a:prstGeom prst="line">
                  <a:avLst/>
                </a:prstGeom>
                <a:ln w="38100" cap="flat" cmpd="sng">
                  <a:solidFill>
                    <a:srgbClr val="000000"/>
                  </a:solidFill>
                  <a:prstDash val="solid"/>
                  <a:headEnd type="none" w="med" len="med"/>
                  <a:tailEnd type="none" w="med" len="med"/>
                </a:ln>
              </p:spPr>
            </p:sp>
            <p:sp>
              <p:nvSpPr>
                <p:cNvPr id="75807" name="Line 30"/>
                <p:cNvSpPr/>
                <p:nvPr/>
              </p:nvSpPr>
              <p:spPr>
                <a:xfrm rot="5400000">
                  <a:off x="1915" y="4653"/>
                  <a:ext cx="340" cy="0"/>
                </a:xfrm>
                <a:prstGeom prst="line">
                  <a:avLst/>
                </a:prstGeom>
                <a:ln w="38100" cap="flat" cmpd="sng">
                  <a:solidFill>
                    <a:srgbClr val="000000"/>
                  </a:solidFill>
                  <a:prstDash val="solid"/>
                  <a:headEnd type="none" w="med" len="med"/>
                  <a:tailEnd type="none" w="med" len="med"/>
                </a:ln>
              </p:spPr>
            </p:sp>
            <p:sp>
              <p:nvSpPr>
                <p:cNvPr id="75808" name="Line 31"/>
                <p:cNvSpPr/>
                <p:nvPr/>
              </p:nvSpPr>
              <p:spPr>
                <a:xfrm>
                  <a:off x="1843" y="7244"/>
                  <a:ext cx="322" cy="0"/>
                </a:xfrm>
                <a:prstGeom prst="line">
                  <a:avLst/>
                </a:prstGeom>
                <a:ln w="38100" cap="flat" cmpd="sng">
                  <a:solidFill>
                    <a:srgbClr val="000000"/>
                  </a:solidFill>
                  <a:prstDash val="solid"/>
                  <a:headEnd type="none" w="med" len="med"/>
                  <a:tailEnd type="none" w="med" len="med"/>
                </a:ln>
              </p:spPr>
            </p:sp>
            <p:grpSp>
              <p:nvGrpSpPr>
                <p:cNvPr id="75809" name="Group 32"/>
                <p:cNvGrpSpPr/>
                <p:nvPr/>
              </p:nvGrpSpPr>
              <p:grpSpPr>
                <a:xfrm rot="-5400000">
                  <a:off x="4820" y="3002"/>
                  <a:ext cx="511" cy="2219"/>
                  <a:chOff x="2091" y="573"/>
                  <a:chExt cx="220" cy="907"/>
                </a:xfrm>
              </p:grpSpPr>
              <p:sp>
                <p:nvSpPr>
                  <p:cNvPr id="75812" name="Line 33"/>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5813" name="Oval 34"/>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14" name="Oval 35"/>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15" name="Oval 36"/>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16" name="Rectangle 37"/>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5810" name="Rectangle 38"/>
                <p:cNvSpPr/>
                <p:nvPr/>
              </p:nvSpPr>
              <p:spPr>
                <a:xfrm>
                  <a:off x="6088" y="481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5811" name="Line 39"/>
                <p:cNvSpPr/>
                <p:nvPr/>
              </p:nvSpPr>
              <p:spPr>
                <a:xfrm flipV="1">
                  <a:off x="1832" y="7574"/>
                  <a:ext cx="5863" cy="22"/>
                </a:xfrm>
                <a:prstGeom prst="line">
                  <a:avLst/>
                </a:prstGeom>
                <a:ln w="38100" cap="flat" cmpd="sng">
                  <a:solidFill>
                    <a:srgbClr val="000000"/>
                  </a:solidFill>
                  <a:prstDash val="solid"/>
                  <a:headEnd type="none" w="med" len="med"/>
                  <a:tailEnd type="none" w="med" len="med"/>
                </a:ln>
              </p:spPr>
            </p:sp>
          </p:grpSp>
          <p:sp>
            <p:nvSpPr>
              <p:cNvPr id="75789" name="Text Box 40"/>
              <p:cNvSpPr txBox="1"/>
              <p:nvPr/>
            </p:nvSpPr>
            <p:spPr>
              <a:xfrm>
                <a:off x="2928" y="30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p:txBody>
          </p:sp>
          <p:sp>
            <p:nvSpPr>
              <p:cNvPr id="75790" name="Text Box 41"/>
              <p:cNvSpPr txBox="1"/>
              <p:nvPr/>
            </p:nvSpPr>
            <p:spPr>
              <a:xfrm>
                <a:off x="5088" y="273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i="1" dirty="0">
                  <a:latin typeface="Times New Roman" panose="02020603050405020304" pitchFamily="18" charset="0"/>
                  <a:ea typeface="华文中宋" panose="02010600040101010101" pitchFamily="2" charset="-122"/>
                </a:endParaRPr>
              </a:p>
            </p:txBody>
          </p:sp>
          <p:sp>
            <p:nvSpPr>
              <p:cNvPr id="75791" name="Text Box 42"/>
              <p:cNvSpPr txBox="1"/>
              <p:nvPr/>
            </p:nvSpPr>
            <p:spPr>
              <a:xfrm>
                <a:off x="4608" y="264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860203" name="Text Box 43"/>
              <p:cNvSpPr txBox="1">
                <a:spLocks noChangeArrowheads="1"/>
              </p:cNvSpPr>
              <p:nvPr/>
            </p:nvSpPr>
            <p:spPr bwMode="auto">
              <a:xfrm>
                <a:off x="5088" y="3216"/>
                <a:ext cx="576" cy="291"/>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-j4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0204" name="Text Box 44"/>
              <p:cNvSpPr txBox="1">
                <a:spLocks noChangeArrowheads="1"/>
              </p:cNvSpPr>
              <p:nvPr/>
            </p:nvSpPr>
            <p:spPr bwMode="auto">
              <a:xfrm>
                <a:off x="4080" y="2928"/>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0205" name="Text Box 45"/>
              <p:cNvSpPr txBox="1">
                <a:spLocks noChangeArrowheads="1"/>
              </p:cNvSpPr>
              <p:nvPr/>
            </p:nvSpPr>
            <p:spPr bwMode="auto">
              <a:xfrm>
                <a:off x="4080" y="34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0206" name="Text Box 46"/>
              <p:cNvSpPr txBox="1">
                <a:spLocks noChangeArrowheads="1"/>
              </p:cNvSpPr>
              <p:nvPr/>
            </p:nvSpPr>
            <p:spPr bwMode="auto">
              <a:xfrm>
                <a:off x="3408" y="2304"/>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860207" name="Rectangle 47"/>
          <p:cNvSpPr>
            <a:spLocks noChangeArrowheads="1"/>
          </p:cNvSpPr>
          <p:nvPr/>
        </p:nvSpPr>
        <p:spPr bwMode="auto">
          <a:xfrm>
            <a:off x="901700" y="2032000"/>
            <a:ext cx="22860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电路总的阻抗</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0208" name="Object 48"/>
          <p:cNvGraphicFramePr>
            <a:graphicFrameLocks noChangeAspect="1"/>
          </p:cNvGraphicFramePr>
          <p:nvPr/>
        </p:nvGraphicFramePr>
        <p:xfrm>
          <a:off x="2273300" y="660400"/>
          <a:ext cx="1603375" cy="1465263"/>
        </p:xfrm>
        <a:graphic>
          <a:graphicData uri="http://schemas.openxmlformats.org/presentationml/2006/ole">
            <mc:AlternateContent xmlns:mc="http://schemas.openxmlformats.org/markup-compatibility/2006">
              <mc:Choice xmlns:v="urn:schemas-microsoft-com:vml" Requires="v">
                <p:oleObj spid="_x0000_s3372" name="" r:id="rId1" imgW="723900" imgH="685800" progId="Equation.3">
                  <p:embed/>
                </p:oleObj>
              </mc:Choice>
              <mc:Fallback>
                <p:oleObj name="" r:id="rId1" imgW="723900" imgH="685800" progId="Equation.3">
                  <p:embed/>
                  <p:pic>
                    <p:nvPicPr>
                      <p:cNvPr id="0" name="图片 3371"/>
                      <p:cNvPicPr/>
                      <p:nvPr/>
                    </p:nvPicPr>
                    <p:blipFill>
                      <a:blip r:embed="rId2"/>
                      <a:stretch>
                        <a:fillRect/>
                      </a:stretch>
                    </p:blipFill>
                    <p:spPr>
                      <a:xfrm>
                        <a:off x="2273300" y="660400"/>
                        <a:ext cx="1603375" cy="1465263"/>
                      </a:xfrm>
                      <a:prstGeom prst="rect">
                        <a:avLst/>
                      </a:prstGeom>
                      <a:noFill/>
                      <a:ln w="38100">
                        <a:noFill/>
                        <a:miter/>
                      </a:ln>
                    </p:spPr>
                  </p:pic>
                </p:oleObj>
              </mc:Fallback>
            </mc:AlternateContent>
          </a:graphicData>
        </a:graphic>
      </p:graphicFrame>
      <p:graphicFrame>
        <p:nvGraphicFramePr>
          <p:cNvPr id="860209" name="Object 49"/>
          <p:cNvGraphicFramePr>
            <a:graphicFrameLocks noChangeAspect="1"/>
          </p:cNvGraphicFramePr>
          <p:nvPr/>
        </p:nvGraphicFramePr>
        <p:xfrm>
          <a:off x="1081088" y="2489200"/>
          <a:ext cx="3711575" cy="2414588"/>
        </p:xfrm>
        <a:graphic>
          <a:graphicData uri="http://schemas.openxmlformats.org/presentationml/2006/ole">
            <mc:AlternateContent xmlns:mc="http://schemas.openxmlformats.org/markup-compatibility/2006">
              <mc:Choice xmlns:v="urn:schemas-microsoft-com:vml" Requires="v">
                <p:oleObj spid="_x0000_s3373" name="" r:id="rId3" imgW="1676400" imgH="1130300" progId="Equation.3">
                  <p:embed/>
                </p:oleObj>
              </mc:Choice>
              <mc:Fallback>
                <p:oleObj name="" r:id="rId3" imgW="1676400" imgH="1130300" progId="Equation.3">
                  <p:embed/>
                  <p:pic>
                    <p:nvPicPr>
                      <p:cNvPr id="0" name="图片 3372"/>
                      <p:cNvPicPr/>
                      <p:nvPr/>
                    </p:nvPicPr>
                    <p:blipFill>
                      <a:blip r:embed="rId4"/>
                      <a:stretch>
                        <a:fillRect/>
                      </a:stretch>
                    </p:blipFill>
                    <p:spPr>
                      <a:xfrm>
                        <a:off x="1081088" y="2489200"/>
                        <a:ext cx="3711575" cy="2414588"/>
                      </a:xfrm>
                      <a:prstGeom prst="rect">
                        <a:avLst/>
                      </a:prstGeom>
                      <a:noFill/>
                      <a:ln w="38100">
                        <a:noFill/>
                        <a:miter/>
                      </a:ln>
                    </p:spPr>
                  </p:pic>
                </p:oleObj>
              </mc:Fallback>
            </mc:AlternateContent>
          </a:graphicData>
        </a:graphic>
      </p:graphicFrame>
      <p:sp>
        <p:nvSpPr>
          <p:cNvPr id="860210" name="Rectangle 50"/>
          <p:cNvSpPr>
            <a:spLocks noChangeArrowheads="1"/>
          </p:cNvSpPr>
          <p:nvPr/>
        </p:nvSpPr>
        <p:spPr bwMode="auto">
          <a:xfrm>
            <a:off x="977900" y="5006975"/>
            <a:ext cx="22860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总的电流</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0211" name="Object 51"/>
          <p:cNvGraphicFramePr>
            <a:graphicFrameLocks noChangeAspect="1"/>
          </p:cNvGraphicFramePr>
          <p:nvPr/>
        </p:nvGraphicFramePr>
        <p:xfrm>
          <a:off x="1601788" y="5557838"/>
          <a:ext cx="6353175" cy="895350"/>
        </p:xfrm>
        <a:graphic>
          <a:graphicData uri="http://schemas.openxmlformats.org/presentationml/2006/ole">
            <mc:AlternateContent xmlns:mc="http://schemas.openxmlformats.org/markup-compatibility/2006">
              <mc:Choice xmlns:v="urn:schemas-microsoft-com:vml" Requires="v">
                <p:oleObj spid="_x0000_s3374" name="" r:id="rId5" imgW="2870200" imgH="419100" progId="Equation.3">
                  <p:embed/>
                </p:oleObj>
              </mc:Choice>
              <mc:Fallback>
                <p:oleObj name="" r:id="rId5" imgW="2870200" imgH="419100" progId="Equation.3">
                  <p:embed/>
                  <p:pic>
                    <p:nvPicPr>
                      <p:cNvPr id="0" name="图片 3373"/>
                      <p:cNvPicPr/>
                      <p:nvPr/>
                    </p:nvPicPr>
                    <p:blipFill>
                      <a:blip r:embed="rId6"/>
                      <a:stretch>
                        <a:fillRect/>
                      </a:stretch>
                    </p:blipFill>
                    <p:spPr>
                      <a:xfrm>
                        <a:off x="1601788" y="5557838"/>
                        <a:ext cx="6353175" cy="895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60208"/>
                                        </p:tgtEl>
                                        <p:attrNameLst>
                                          <p:attrName>style.visibility</p:attrName>
                                        </p:attrNameLst>
                                      </p:cBhvr>
                                      <p:to>
                                        <p:strVal val="visible"/>
                                      </p:to>
                                    </p:set>
                                    <p:animEffect transition="in" filter="wipe(left)">
                                      <p:cBhvr>
                                        <p:cTn id="12" dur="500"/>
                                        <p:tgtEl>
                                          <p:spTgt spid="8602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207"/>
                                        </p:tgtEl>
                                        <p:attrNameLst>
                                          <p:attrName>style.visibility</p:attrName>
                                        </p:attrNameLst>
                                      </p:cBhvr>
                                      <p:to>
                                        <p:strVal val="visible"/>
                                      </p:to>
                                    </p:set>
                                    <p:animEffect transition="in" filter="wipe(left)">
                                      <p:cBhvr>
                                        <p:cTn id="17" dur="500"/>
                                        <p:tgtEl>
                                          <p:spTgt spid="860207"/>
                                        </p:tgtEl>
                                      </p:cBhvr>
                                    </p:animEffect>
                                  </p:childTnLst>
                                </p:cTn>
                              </p:par>
                            </p:childTnLst>
                          </p:cTn>
                        </p:par>
                        <p:par>
                          <p:cTn id="18" fill="hold">
                            <p:stCondLst>
                              <p:cond delay="500"/>
                            </p:stCondLst>
                            <p:childTnLst>
                              <p:par>
                                <p:cTn id="19" presetID="8" presetClass="entr" presetSubtype="16" fill="hold" nodeType="afterEffect">
                                  <p:stCondLst>
                                    <p:cond delay="0"/>
                                  </p:stCondLst>
                                  <p:childTnLst>
                                    <p:set>
                                      <p:cBhvr>
                                        <p:cTn id="20" dur="1" fill="hold">
                                          <p:stCondLst>
                                            <p:cond delay="0"/>
                                          </p:stCondLst>
                                        </p:cTn>
                                        <p:tgtEl>
                                          <p:spTgt spid="860209"/>
                                        </p:tgtEl>
                                        <p:attrNameLst>
                                          <p:attrName>style.visibility</p:attrName>
                                        </p:attrNameLst>
                                      </p:cBhvr>
                                      <p:to>
                                        <p:strVal val="visible"/>
                                      </p:to>
                                    </p:set>
                                    <p:animEffect transition="in" filter="diamond(in)">
                                      <p:cBhvr>
                                        <p:cTn id="21" dur="500"/>
                                        <p:tgtEl>
                                          <p:spTgt spid="86020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60210"/>
                                        </p:tgtEl>
                                        <p:attrNameLst>
                                          <p:attrName>style.visibility</p:attrName>
                                        </p:attrNameLst>
                                      </p:cBhvr>
                                      <p:to>
                                        <p:strVal val="visible"/>
                                      </p:to>
                                    </p:set>
                                    <p:animEffect transition="in" filter="wipe(left)">
                                      <p:cBhvr>
                                        <p:cTn id="26" dur="500"/>
                                        <p:tgtEl>
                                          <p:spTgt spid="86021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860211"/>
                                        </p:tgtEl>
                                        <p:attrNameLst>
                                          <p:attrName>style.visibility</p:attrName>
                                        </p:attrNameLst>
                                      </p:cBhvr>
                                      <p:to>
                                        <p:strVal val="visible"/>
                                      </p:to>
                                    </p:set>
                                    <p:animEffect transition="in" filter="wipe(left)">
                                      <p:cBhvr>
                                        <p:cTn id="30" dur="500"/>
                                        <p:tgtEl>
                                          <p:spTgt spid="860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7" grpId="0"/>
      <p:bldP spid="8602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4864100" y="476250"/>
            <a:ext cx="4343400" cy="2590800"/>
            <a:chOff x="2928" y="2256"/>
            <a:chExt cx="2736" cy="1632"/>
          </a:xfrm>
        </p:grpSpPr>
        <p:sp>
          <p:nvSpPr>
            <p:cNvPr id="76809" name="Text Box 4"/>
            <p:cNvSpPr txBox="1"/>
            <p:nvPr/>
          </p:nvSpPr>
          <p:spPr>
            <a:xfrm>
              <a:off x="3072"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sp>
          <p:nvSpPr>
            <p:cNvPr id="861189" name="Text Box 5"/>
            <p:cNvSpPr txBox="1">
              <a:spLocks noChangeArrowheads="1"/>
            </p:cNvSpPr>
            <p:nvPr/>
          </p:nvSpPr>
          <p:spPr bwMode="auto">
            <a:xfrm>
              <a:off x="3936" y="22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6811" name="Group 6"/>
            <p:cNvGrpSpPr/>
            <p:nvPr/>
          </p:nvGrpSpPr>
          <p:grpSpPr>
            <a:xfrm>
              <a:off x="2928" y="2304"/>
              <a:ext cx="2736" cy="1584"/>
              <a:chOff x="2928" y="2304"/>
              <a:chExt cx="2736" cy="1584"/>
            </a:xfrm>
          </p:grpSpPr>
          <p:grpSp>
            <p:nvGrpSpPr>
              <p:cNvPr id="76812" name="Group 7"/>
              <p:cNvGrpSpPr/>
              <p:nvPr/>
            </p:nvGrpSpPr>
            <p:grpSpPr>
              <a:xfrm>
                <a:off x="2976" y="2550"/>
                <a:ext cx="2209" cy="1338"/>
                <a:chOff x="1832" y="3856"/>
                <a:chExt cx="6105" cy="3740"/>
              </a:xfrm>
            </p:grpSpPr>
            <p:sp>
              <p:nvSpPr>
                <p:cNvPr id="76820" name="Line 8"/>
                <p:cNvSpPr/>
                <p:nvPr/>
              </p:nvSpPr>
              <p:spPr>
                <a:xfrm flipV="1">
                  <a:off x="1920" y="4043"/>
                  <a:ext cx="5775" cy="11"/>
                </a:xfrm>
                <a:prstGeom prst="line">
                  <a:avLst/>
                </a:prstGeom>
                <a:ln w="38100" cap="flat" cmpd="sng">
                  <a:solidFill>
                    <a:srgbClr val="000000"/>
                  </a:solidFill>
                  <a:prstDash val="solid"/>
                  <a:headEnd type="none" w="med" len="med"/>
                  <a:tailEnd type="none" w="med" len="med"/>
                </a:ln>
              </p:spPr>
            </p:sp>
            <p:sp>
              <p:nvSpPr>
                <p:cNvPr id="76821" name="Rectangle 9"/>
                <p:cNvSpPr/>
                <p:nvPr/>
              </p:nvSpPr>
              <p:spPr>
                <a:xfrm rot="5400000">
                  <a:off x="3486" y="3697"/>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76822" name="Group 10"/>
                <p:cNvGrpSpPr/>
                <p:nvPr/>
              </p:nvGrpSpPr>
              <p:grpSpPr>
                <a:xfrm>
                  <a:off x="5894" y="5355"/>
                  <a:ext cx="511" cy="2219"/>
                  <a:chOff x="2091" y="573"/>
                  <a:chExt cx="220" cy="907"/>
                </a:xfrm>
              </p:grpSpPr>
              <p:sp>
                <p:nvSpPr>
                  <p:cNvPr id="76845" name="Line 11"/>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6846" name="Oval 12"/>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47" name="Oval 13"/>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48" name="Oval 14"/>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49" name="Rectangle 15"/>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6823" name="Line 16"/>
                <p:cNvSpPr/>
                <p:nvPr/>
              </p:nvSpPr>
              <p:spPr>
                <a:xfrm>
                  <a:off x="7684" y="4062"/>
                  <a:ext cx="0" cy="960"/>
                </a:xfrm>
                <a:prstGeom prst="line">
                  <a:avLst/>
                </a:prstGeom>
                <a:ln w="38100" cap="flat" cmpd="sng">
                  <a:solidFill>
                    <a:srgbClr val="000000"/>
                  </a:solidFill>
                  <a:prstDash val="solid"/>
                  <a:headEnd type="none" w="med" len="med"/>
                  <a:tailEnd type="none" w="med" len="med"/>
                </a:ln>
              </p:spPr>
            </p:sp>
            <p:grpSp>
              <p:nvGrpSpPr>
                <p:cNvPr id="76824" name="Group 17"/>
                <p:cNvGrpSpPr/>
                <p:nvPr/>
              </p:nvGrpSpPr>
              <p:grpSpPr>
                <a:xfrm>
                  <a:off x="7405" y="4931"/>
                  <a:ext cx="532" cy="1466"/>
                  <a:chOff x="5264" y="3679"/>
                  <a:chExt cx="418" cy="1090"/>
                </a:xfrm>
              </p:grpSpPr>
              <p:sp>
                <p:nvSpPr>
                  <p:cNvPr id="76841" name="Line 18"/>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76842" name="Line 19"/>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76843" name="Line 20"/>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76844" name="Line 21"/>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76825" name="Line 22"/>
                <p:cNvSpPr/>
                <p:nvPr/>
              </p:nvSpPr>
              <p:spPr>
                <a:xfrm>
                  <a:off x="7673" y="5932"/>
                  <a:ext cx="0" cy="1631"/>
                </a:xfrm>
                <a:prstGeom prst="line">
                  <a:avLst/>
                </a:prstGeom>
                <a:ln w="38100" cap="flat" cmpd="sng">
                  <a:solidFill>
                    <a:srgbClr val="000000"/>
                  </a:solidFill>
                  <a:prstDash val="solid"/>
                  <a:headEnd type="none" w="med" len="med"/>
                  <a:tailEnd type="none" w="med" len="med"/>
                </a:ln>
              </p:spPr>
            </p:sp>
            <p:sp>
              <p:nvSpPr>
                <p:cNvPr id="76826" name="Line 23"/>
                <p:cNvSpPr/>
                <p:nvPr/>
              </p:nvSpPr>
              <p:spPr>
                <a:xfrm>
                  <a:off x="6177" y="4047"/>
                  <a:ext cx="22" cy="755"/>
                </a:xfrm>
                <a:prstGeom prst="line">
                  <a:avLst/>
                </a:prstGeom>
                <a:ln w="38100" cap="flat" cmpd="sng">
                  <a:solidFill>
                    <a:srgbClr val="000000"/>
                  </a:solidFill>
                  <a:prstDash val="solid"/>
                  <a:headEnd type="none" w="med" len="med"/>
                  <a:tailEnd type="none" w="med" len="med"/>
                </a:ln>
              </p:spPr>
            </p:sp>
            <p:sp>
              <p:nvSpPr>
                <p:cNvPr id="76827" name="Line 24"/>
                <p:cNvSpPr/>
                <p:nvPr/>
              </p:nvSpPr>
              <p:spPr>
                <a:xfrm>
                  <a:off x="2448" y="4054"/>
                  <a:ext cx="588" cy="0"/>
                </a:xfrm>
                <a:prstGeom prst="line">
                  <a:avLst/>
                </a:prstGeom>
                <a:ln w="38100" cap="flat" cmpd="sng">
                  <a:solidFill>
                    <a:srgbClr val="000000"/>
                  </a:solidFill>
                  <a:prstDash val="solid"/>
                  <a:headEnd type="none" w="med" len="med"/>
                  <a:tailEnd type="stealth" w="med" len="lg"/>
                </a:ln>
              </p:spPr>
            </p:sp>
            <p:sp>
              <p:nvSpPr>
                <p:cNvPr id="76828" name="Line 25"/>
                <p:cNvSpPr/>
                <p:nvPr/>
              </p:nvSpPr>
              <p:spPr>
                <a:xfrm>
                  <a:off x="6177" y="4254"/>
                  <a:ext cx="0" cy="355"/>
                </a:xfrm>
                <a:prstGeom prst="line">
                  <a:avLst/>
                </a:prstGeom>
                <a:ln w="38100" cap="flat" cmpd="sng">
                  <a:solidFill>
                    <a:srgbClr val="000000"/>
                  </a:solidFill>
                  <a:prstDash val="solid"/>
                  <a:headEnd type="none" w="med" len="med"/>
                  <a:tailEnd type="stealth" w="med" len="lg"/>
                </a:ln>
              </p:spPr>
            </p:sp>
            <p:sp>
              <p:nvSpPr>
                <p:cNvPr id="76829" name="Line 26"/>
                <p:cNvSpPr/>
                <p:nvPr/>
              </p:nvSpPr>
              <p:spPr>
                <a:xfrm>
                  <a:off x="7662" y="4343"/>
                  <a:ext cx="0" cy="355"/>
                </a:xfrm>
                <a:prstGeom prst="line">
                  <a:avLst/>
                </a:prstGeom>
                <a:ln w="38100" cap="flat" cmpd="sng">
                  <a:solidFill>
                    <a:srgbClr val="000000"/>
                  </a:solidFill>
                  <a:prstDash val="solid"/>
                  <a:headEnd type="none" w="med" len="med"/>
                  <a:tailEnd type="stealth" w="med" len="lg"/>
                </a:ln>
              </p:spPr>
            </p:sp>
            <p:sp>
              <p:nvSpPr>
                <p:cNvPr id="76830" name="Line 27"/>
                <p:cNvSpPr/>
                <p:nvPr/>
              </p:nvSpPr>
              <p:spPr>
                <a:xfrm>
                  <a:off x="1928" y="4659"/>
                  <a:ext cx="322" cy="0"/>
                </a:xfrm>
                <a:prstGeom prst="line">
                  <a:avLst/>
                </a:prstGeom>
                <a:ln w="38100" cap="flat" cmpd="sng">
                  <a:solidFill>
                    <a:srgbClr val="000000"/>
                  </a:solidFill>
                  <a:prstDash val="solid"/>
                  <a:headEnd type="none" w="med" len="med"/>
                  <a:tailEnd type="none" w="med" len="med"/>
                </a:ln>
              </p:spPr>
            </p:sp>
            <p:sp>
              <p:nvSpPr>
                <p:cNvPr id="76831" name="Line 28"/>
                <p:cNvSpPr/>
                <p:nvPr/>
              </p:nvSpPr>
              <p:spPr>
                <a:xfrm rot="5400000">
                  <a:off x="1915" y="4653"/>
                  <a:ext cx="340" cy="0"/>
                </a:xfrm>
                <a:prstGeom prst="line">
                  <a:avLst/>
                </a:prstGeom>
                <a:ln w="38100" cap="flat" cmpd="sng">
                  <a:solidFill>
                    <a:srgbClr val="000000"/>
                  </a:solidFill>
                  <a:prstDash val="solid"/>
                  <a:headEnd type="none" w="med" len="med"/>
                  <a:tailEnd type="none" w="med" len="med"/>
                </a:ln>
              </p:spPr>
            </p:sp>
            <p:sp>
              <p:nvSpPr>
                <p:cNvPr id="76832" name="Line 29"/>
                <p:cNvSpPr/>
                <p:nvPr/>
              </p:nvSpPr>
              <p:spPr>
                <a:xfrm>
                  <a:off x="1843" y="7244"/>
                  <a:ext cx="322" cy="0"/>
                </a:xfrm>
                <a:prstGeom prst="line">
                  <a:avLst/>
                </a:prstGeom>
                <a:ln w="38100" cap="flat" cmpd="sng">
                  <a:solidFill>
                    <a:srgbClr val="000000"/>
                  </a:solidFill>
                  <a:prstDash val="solid"/>
                  <a:headEnd type="none" w="med" len="med"/>
                  <a:tailEnd type="none" w="med" len="med"/>
                </a:ln>
              </p:spPr>
            </p:sp>
            <p:grpSp>
              <p:nvGrpSpPr>
                <p:cNvPr id="76833" name="Group 30"/>
                <p:cNvGrpSpPr/>
                <p:nvPr/>
              </p:nvGrpSpPr>
              <p:grpSpPr>
                <a:xfrm rot="-5400000">
                  <a:off x="4820" y="3002"/>
                  <a:ext cx="511" cy="2219"/>
                  <a:chOff x="2091" y="573"/>
                  <a:chExt cx="220" cy="907"/>
                </a:xfrm>
              </p:grpSpPr>
              <p:sp>
                <p:nvSpPr>
                  <p:cNvPr id="76836" name="Line 31"/>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6837" name="Oval 32"/>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38" name="Oval 33"/>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39" name="Oval 34"/>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40" name="Rectangle 35"/>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6834" name="Rectangle 36"/>
                <p:cNvSpPr/>
                <p:nvPr/>
              </p:nvSpPr>
              <p:spPr>
                <a:xfrm>
                  <a:off x="6088" y="481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6835" name="Line 37"/>
                <p:cNvSpPr/>
                <p:nvPr/>
              </p:nvSpPr>
              <p:spPr>
                <a:xfrm flipV="1">
                  <a:off x="1832" y="7574"/>
                  <a:ext cx="5863" cy="22"/>
                </a:xfrm>
                <a:prstGeom prst="line">
                  <a:avLst/>
                </a:prstGeom>
                <a:ln w="38100" cap="flat" cmpd="sng">
                  <a:solidFill>
                    <a:srgbClr val="000000"/>
                  </a:solidFill>
                  <a:prstDash val="solid"/>
                  <a:headEnd type="none" w="med" len="med"/>
                  <a:tailEnd type="none" w="med" len="med"/>
                </a:ln>
              </p:spPr>
            </p:sp>
          </p:grpSp>
          <p:sp>
            <p:nvSpPr>
              <p:cNvPr id="76813" name="Text Box 38"/>
              <p:cNvSpPr txBox="1"/>
              <p:nvPr/>
            </p:nvSpPr>
            <p:spPr>
              <a:xfrm>
                <a:off x="2928" y="30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p:txBody>
          </p:sp>
          <p:sp>
            <p:nvSpPr>
              <p:cNvPr id="76814" name="Text Box 39"/>
              <p:cNvSpPr txBox="1"/>
              <p:nvPr/>
            </p:nvSpPr>
            <p:spPr>
              <a:xfrm>
                <a:off x="5088" y="273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i="1" dirty="0">
                  <a:latin typeface="Times New Roman" panose="02020603050405020304" pitchFamily="18" charset="0"/>
                  <a:ea typeface="华文中宋" panose="02010600040101010101" pitchFamily="2" charset="-122"/>
                </a:endParaRPr>
              </a:p>
            </p:txBody>
          </p:sp>
          <p:sp>
            <p:nvSpPr>
              <p:cNvPr id="76815" name="Text Box 40"/>
              <p:cNvSpPr txBox="1"/>
              <p:nvPr/>
            </p:nvSpPr>
            <p:spPr>
              <a:xfrm>
                <a:off x="4608" y="2640"/>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861225" name="Text Box 41"/>
              <p:cNvSpPr txBox="1">
                <a:spLocks noChangeArrowheads="1"/>
              </p:cNvSpPr>
              <p:nvPr/>
            </p:nvSpPr>
            <p:spPr bwMode="auto">
              <a:xfrm>
                <a:off x="5088" y="3216"/>
                <a:ext cx="576" cy="291"/>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-j4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1226" name="Text Box 42"/>
              <p:cNvSpPr txBox="1">
                <a:spLocks noChangeArrowheads="1"/>
              </p:cNvSpPr>
              <p:nvPr/>
            </p:nvSpPr>
            <p:spPr bwMode="auto">
              <a:xfrm>
                <a:off x="4080" y="2928"/>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1227" name="Text Box 43"/>
              <p:cNvSpPr txBox="1">
                <a:spLocks noChangeArrowheads="1"/>
              </p:cNvSpPr>
              <p:nvPr/>
            </p:nvSpPr>
            <p:spPr bwMode="auto">
              <a:xfrm>
                <a:off x="4080" y="3456"/>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j2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1228" name="Text Box 44"/>
              <p:cNvSpPr txBox="1">
                <a:spLocks noChangeArrowheads="1"/>
              </p:cNvSpPr>
              <p:nvPr/>
            </p:nvSpPr>
            <p:spPr bwMode="auto">
              <a:xfrm>
                <a:off x="3408" y="2304"/>
                <a:ext cx="528"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 Ω</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861229" name="Rectangle 45"/>
          <p:cNvSpPr>
            <a:spLocks noChangeArrowheads="1"/>
          </p:cNvSpPr>
          <p:nvPr/>
        </p:nvSpPr>
        <p:spPr bwMode="auto">
          <a:xfrm>
            <a:off x="901700" y="704850"/>
            <a:ext cx="22860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总的电流</a:t>
            </a:r>
            <a:endParaRPr kumimoji="1" lang="zh-CN" altLang="en-US" sz="24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1230" name="Object 46"/>
          <p:cNvGraphicFramePr>
            <a:graphicFrameLocks noChangeAspect="1"/>
          </p:cNvGraphicFramePr>
          <p:nvPr/>
        </p:nvGraphicFramePr>
        <p:xfrm>
          <a:off x="971550" y="1238250"/>
          <a:ext cx="3373438" cy="1411288"/>
        </p:xfrm>
        <a:graphic>
          <a:graphicData uri="http://schemas.openxmlformats.org/presentationml/2006/ole">
            <mc:AlternateContent xmlns:mc="http://schemas.openxmlformats.org/markup-compatibility/2006">
              <mc:Choice xmlns:v="urn:schemas-microsoft-com:vml" Requires="v">
                <p:oleObj spid="_x0000_s3377" name="" r:id="rId1" imgW="1524000" imgH="660400" progId="Equation.3">
                  <p:embed/>
                </p:oleObj>
              </mc:Choice>
              <mc:Fallback>
                <p:oleObj name="" r:id="rId1" imgW="1524000" imgH="660400" progId="Equation.3">
                  <p:embed/>
                  <p:pic>
                    <p:nvPicPr>
                      <p:cNvPr id="0" name="图片 3376"/>
                      <p:cNvPicPr/>
                      <p:nvPr/>
                    </p:nvPicPr>
                    <p:blipFill>
                      <a:blip r:embed="rId2"/>
                      <a:stretch>
                        <a:fillRect/>
                      </a:stretch>
                    </p:blipFill>
                    <p:spPr>
                      <a:xfrm>
                        <a:off x="971550" y="1238250"/>
                        <a:ext cx="3373438" cy="1411288"/>
                      </a:xfrm>
                      <a:prstGeom prst="rect">
                        <a:avLst/>
                      </a:prstGeom>
                      <a:noFill/>
                      <a:ln w="38100">
                        <a:noFill/>
                        <a:miter/>
                      </a:ln>
                    </p:spPr>
                  </p:pic>
                </p:oleObj>
              </mc:Fallback>
            </mc:AlternateContent>
          </a:graphicData>
        </a:graphic>
      </p:graphicFrame>
      <p:sp>
        <p:nvSpPr>
          <p:cNvPr id="861231" name="Rectangle 47"/>
          <p:cNvSpPr>
            <a:spLocks noChangeArrowheads="1"/>
          </p:cNvSpPr>
          <p:nvPr/>
        </p:nvSpPr>
        <p:spPr bwMode="auto">
          <a:xfrm>
            <a:off x="825500" y="2636838"/>
            <a:ext cx="3200400" cy="979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用分流公式计算另外</a:t>
            </a:r>
            <a:r>
              <a:rPr kumimoji="1"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个电流</a:t>
            </a:r>
            <a:endParaRPr kumimoji="1" lang="zh-CN" altLang="en-US" sz="2400" b="1" i="0" u="none" strike="noStrike" kern="1200" cap="none" spc="0" normalizeH="0" baseline="0" noProof="0" dirty="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1232" name="Object 48"/>
          <p:cNvGraphicFramePr>
            <a:graphicFrameLocks noChangeAspect="1"/>
          </p:cNvGraphicFramePr>
          <p:nvPr/>
        </p:nvGraphicFramePr>
        <p:xfrm>
          <a:off x="1038225" y="3573463"/>
          <a:ext cx="7026275" cy="1463675"/>
        </p:xfrm>
        <a:graphic>
          <a:graphicData uri="http://schemas.openxmlformats.org/presentationml/2006/ole">
            <mc:AlternateContent xmlns:mc="http://schemas.openxmlformats.org/markup-compatibility/2006">
              <mc:Choice xmlns:v="urn:schemas-microsoft-com:vml" Requires="v">
                <p:oleObj spid="_x0000_s3376" name="" r:id="rId3" imgW="3175000" imgH="685800" progId="Equation.3">
                  <p:embed/>
                </p:oleObj>
              </mc:Choice>
              <mc:Fallback>
                <p:oleObj name="" r:id="rId3" imgW="3175000" imgH="685800" progId="Equation.3">
                  <p:embed/>
                  <p:pic>
                    <p:nvPicPr>
                      <p:cNvPr id="0" name="图片 3375"/>
                      <p:cNvPicPr/>
                      <p:nvPr/>
                    </p:nvPicPr>
                    <p:blipFill>
                      <a:blip r:embed="rId4"/>
                      <a:stretch>
                        <a:fillRect/>
                      </a:stretch>
                    </p:blipFill>
                    <p:spPr>
                      <a:xfrm>
                        <a:off x="1038225" y="3573463"/>
                        <a:ext cx="7026275" cy="1463675"/>
                      </a:xfrm>
                      <a:prstGeom prst="rect">
                        <a:avLst/>
                      </a:prstGeom>
                      <a:noFill/>
                      <a:ln w="38100">
                        <a:noFill/>
                        <a:miter/>
                      </a:ln>
                    </p:spPr>
                  </p:pic>
                </p:oleObj>
              </mc:Fallback>
            </mc:AlternateContent>
          </a:graphicData>
        </a:graphic>
      </p:graphicFrame>
      <p:graphicFrame>
        <p:nvGraphicFramePr>
          <p:cNvPr id="861233" name="Object 49"/>
          <p:cNvGraphicFramePr>
            <a:graphicFrameLocks noChangeAspect="1"/>
          </p:cNvGraphicFramePr>
          <p:nvPr/>
        </p:nvGraphicFramePr>
        <p:xfrm>
          <a:off x="1054100" y="5173663"/>
          <a:ext cx="7026275" cy="1463675"/>
        </p:xfrm>
        <a:graphic>
          <a:graphicData uri="http://schemas.openxmlformats.org/presentationml/2006/ole">
            <mc:AlternateContent xmlns:mc="http://schemas.openxmlformats.org/markup-compatibility/2006">
              <mc:Choice xmlns:v="urn:schemas-microsoft-com:vml" Requires="v">
                <p:oleObj spid="_x0000_s3375" name="" r:id="rId5" imgW="3175000" imgH="685800" progId="Equation.3">
                  <p:embed/>
                </p:oleObj>
              </mc:Choice>
              <mc:Fallback>
                <p:oleObj name="" r:id="rId5" imgW="3175000" imgH="685800" progId="Equation.3">
                  <p:embed/>
                  <p:pic>
                    <p:nvPicPr>
                      <p:cNvPr id="0" name="图片 3374"/>
                      <p:cNvPicPr/>
                      <p:nvPr/>
                    </p:nvPicPr>
                    <p:blipFill>
                      <a:blip r:embed="rId6"/>
                      <a:stretch>
                        <a:fillRect/>
                      </a:stretch>
                    </p:blipFill>
                    <p:spPr>
                      <a:xfrm>
                        <a:off x="1054100" y="5173663"/>
                        <a:ext cx="7026275" cy="14636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1229"/>
                                        </p:tgtEl>
                                        <p:attrNameLst>
                                          <p:attrName>style.visibility</p:attrName>
                                        </p:attrNameLst>
                                      </p:cBhvr>
                                      <p:to>
                                        <p:strVal val="visible"/>
                                      </p:to>
                                    </p:set>
                                    <p:animEffect transition="in" filter="wipe(left)">
                                      <p:cBhvr>
                                        <p:cTn id="12" dur="500"/>
                                        <p:tgtEl>
                                          <p:spTgt spid="861229"/>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861230"/>
                                        </p:tgtEl>
                                        <p:attrNameLst>
                                          <p:attrName>style.visibility</p:attrName>
                                        </p:attrNameLst>
                                      </p:cBhvr>
                                      <p:to>
                                        <p:strVal val="visible"/>
                                      </p:to>
                                    </p:set>
                                    <p:animEffect transition="in" filter="blinds(horizontal)">
                                      <p:cBhvr>
                                        <p:cTn id="16" dur="500"/>
                                        <p:tgtEl>
                                          <p:spTgt spid="861230"/>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861231"/>
                                        </p:tgtEl>
                                        <p:attrNameLst>
                                          <p:attrName>style.visibility</p:attrName>
                                        </p:attrNameLst>
                                      </p:cBhvr>
                                      <p:to>
                                        <p:strVal val="visible"/>
                                      </p:to>
                                    </p:set>
                                    <p:animEffect transition="in" filter="strips(downRight)">
                                      <p:cBhvr>
                                        <p:cTn id="21" dur="500"/>
                                        <p:tgtEl>
                                          <p:spTgt spid="8612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61232"/>
                                        </p:tgtEl>
                                        <p:attrNameLst>
                                          <p:attrName>style.visibility</p:attrName>
                                        </p:attrNameLst>
                                      </p:cBhvr>
                                      <p:to>
                                        <p:strVal val="visible"/>
                                      </p:to>
                                    </p:set>
                                    <p:animEffect transition="in" filter="wipe(left)">
                                      <p:cBhvr>
                                        <p:cTn id="26" dur="500"/>
                                        <p:tgtEl>
                                          <p:spTgt spid="861232"/>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861233"/>
                                        </p:tgtEl>
                                        <p:attrNameLst>
                                          <p:attrName>style.visibility</p:attrName>
                                        </p:attrNameLst>
                                      </p:cBhvr>
                                      <p:to>
                                        <p:strVal val="visible"/>
                                      </p:to>
                                    </p:set>
                                    <p:animEffect transition="in" filter="wipe(left)">
                                      <p:cBhvr>
                                        <p:cTn id="30" dur="500"/>
                                        <p:tgtEl>
                                          <p:spTgt spid="861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229" grpId="0"/>
      <p:bldP spid="86123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2211" name="Rectangle 3"/>
          <p:cNvSpPr>
            <a:spLocks noChangeArrowheads="1"/>
          </p:cNvSpPr>
          <p:nvPr/>
        </p:nvSpPr>
        <p:spPr bwMode="auto">
          <a:xfrm>
            <a:off x="468313" y="549275"/>
            <a:ext cx="8382000" cy="979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3-10】</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10Ω, </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=12.5 Ω</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=50 Ω,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电压源</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=220∠0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a:t>
            </a:r>
            <a:r>
              <a:rPr kumimoji="1" lang="zh-CN" altLang="en-US" sz="24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支路法</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求各支路电流。</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2261" name="Rectangle 53"/>
          <p:cNvSpPr>
            <a:spLocks noChangeArrowheads="1"/>
          </p:cNvSpPr>
          <p:nvPr/>
        </p:nvSpPr>
        <p:spPr bwMode="auto">
          <a:xfrm>
            <a:off x="611188" y="1458913"/>
            <a:ext cx="79248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用支路电流法。列出一个</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方程和二个</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方程。</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2262" name="Object 54"/>
          <p:cNvGraphicFramePr>
            <a:graphicFrameLocks noChangeAspect="1"/>
          </p:cNvGraphicFramePr>
          <p:nvPr/>
        </p:nvGraphicFramePr>
        <p:xfrm>
          <a:off x="1333500" y="2049463"/>
          <a:ext cx="3886200" cy="1524000"/>
        </p:xfrm>
        <a:graphic>
          <a:graphicData uri="http://schemas.openxmlformats.org/presentationml/2006/ole">
            <mc:AlternateContent xmlns:mc="http://schemas.openxmlformats.org/markup-compatibility/2006">
              <mc:Choice xmlns:v="urn:schemas-microsoft-com:vml" Requires="v">
                <p:oleObj spid="_x0000_s3378" name="" r:id="rId1" imgW="1739900" imgH="736600" progId="Equation.3">
                  <p:embed/>
                </p:oleObj>
              </mc:Choice>
              <mc:Fallback>
                <p:oleObj name="" r:id="rId1" imgW="1739900" imgH="736600" progId="Equation.3">
                  <p:embed/>
                  <p:pic>
                    <p:nvPicPr>
                      <p:cNvPr id="0" name="图片 3377"/>
                      <p:cNvPicPr/>
                      <p:nvPr/>
                    </p:nvPicPr>
                    <p:blipFill>
                      <a:blip r:embed="rId2"/>
                      <a:stretch>
                        <a:fillRect/>
                      </a:stretch>
                    </p:blipFill>
                    <p:spPr>
                      <a:xfrm>
                        <a:off x="1333500" y="2049463"/>
                        <a:ext cx="3886200" cy="1524000"/>
                      </a:xfrm>
                      <a:prstGeom prst="rect">
                        <a:avLst/>
                      </a:prstGeom>
                      <a:noFill/>
                      <a:ln w="38100">
                        <a:noFill/>
                        <a:miter/>
                      </a:ln>
                    </p:spPr>
                  </p:pic>
                </p:oleObj>
              </mc:Fallback>
            </mc:AlternateContent>
          </a:graphicData>
        </a:graphic>
      </p:graphicFrame>
      <p:sp>
        <p:nvSpPr>
          <p:cNvPr id="862263" name="Rectangle 55"/>
          <p:cNvSpPr>
            <a:spLocks noChangeArrowheads="1"/>
          </p:cNvSpPr>
          <p:nvPr/>
        </p:nvSpPr>
        <p:spPr bwMode="auto">
          <a:xfrm>
            <a:off x="744538" y="3535363"/>
            <a:ext cx="32766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代入数据并整理，得</a:t>
            </a:r>
            <a:endParaRPr kumimoji="1" lang="zh-CN" altLang="en-US" sz="24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2264" name="Object 56"/>
          <p:cNvGraphicFramePr>
            <a:graphicFrameLocks noChangeAspect="1"/>
          </p:cNvGraphicFramePr>
          <p:nvPr/>
        </p:nvGraphicFramePr>
        <p:xfrm>
          <a:off x="1419225" y="4068763"/>
          <a:ext cx="3440113" cy="1447800"/>
        </p:xfrm>
        <a:graphic>
          <a:graphicData uri="http://schemas.openxmlformats.org/presentationml/2006/ole">
            <mc:AlternateContent xmlns:mc="http://schemas.openxmlformats.org/markup-compatibility/2006">
              <mc:Choice xmlns:v="urn:schemas-microsoft-com:vml" Requires="v">
                <p:oleObj spid="_x0000_s3379" name="" r:id="rId3" imgW="1409700" imgH="736600" progId="Equation.3">
                  <p:embed/>
                </p:oleObj>
              </mc:Choice>
              <mc:Fallback>
                <p:oleObj name="" r:id="rId3" imgW="1409700" imgH="736600" progId="Equation.3">
                  <p:embed/>
                  <p:pic>
                    <p:nvPicPr>
                      <p:cNvPr id="0" name="图片 3378"/>
                      <p:cNvPicPr/>
                      <p:nvPr/>
                    </p:nvPicPr>
                    <p:blipFill>
                      <a:blip r:embed="rId4"/>
                      <a:stretch>
                        <a:fillRect/>
                      </a:stretch>
                    </p:blipFill>
                    <p:spPr>
                      <a:xfrm>
                        <a:off x="1419225" y="4068763"/>
                        <a:ext cx="3440113" cy="1447800"/>
                      </a:xfrm>
                      <a:prstGeom prst="rect">
                        <a:avLst/>
                      </a:prstGeom>
                      <a:noFill/>
                      <a:ln w="38100">
                        <a:noFill/>
                        <a:miter/>
                      </a:ln>
                    </p:spPr>
                  </p:pic>
                </p:oleObj>
              </mc:Fallback>
            </mc:AlternateContent>
          </a:graphicData>
        </a:graphic>
      </p:graphicFrame>
      <p:sp>
        <p:nvSpPr>
          <p:cNvPr id="862265" name="Rectangle 57"/>
          <p:cNvSpPr>
            <a:spLocks noChangeArrowheads="1"/>
          </p:cNvSpPr>
          <p:nvPr/>
        </p:nvSpPr>
        <p:spPr bwMode="auto">
          <a:xfrm>
            <a:off x="609600" y="5181600"/>
            <a:ext cx="11430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解得</a:t>
            </a:r>
            <a:endParaRPr kumimoji="1" lang="zh-CN" altLang="en-US" sz="24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2266" name="Object 58"/>
          <p:cNvGraphicFramePr>
            <a:graphicFrameLocks noChangeAspect="1"/>
          </p:cNvGraphicFramePr>
          <p:nvPr/>
        </p:nvGraphicFramePr>
        <p:xfrm>
          <a:off x="1284288" y="5638800"/>
          <a:ext cx="6616700" cy="990600"/>
        </p:xfrm>
        <a:graphic>
          <a:graphicData uri="http://schemas.openxmlformats.org/presentationml/2006/ole">
            <mc:AlternateContent xmlns:mc="http://schemas.openxmlformats.org/markup-compatibility/2006">
              <mc:Choice xmlns:v="urn:schemas-microsoft-com:vml" Requires="v">
                <p:oleObj spid="_x0000_s3380" name="" r:id="rId5" imgW="2857500" imgH="482600" progId="Equation.3">
                  <p:embed/>
                </p:oleObj>
              </mc:Choice>
              <mc:Fallback>
                <p:oleObj name="" r:id="rId5" imgW="2857500" imgH="482600" progId="Equation.3">
                  <p:embed/>
                  <p:pic>
                    <p:nvPicPr>
                      <p:cNvPr id="0" name="图片 3379"/>
                      <p:cNvPicPr/>
                      <p:nvPr/>
                    </p:nvPicPr>
                    <p:blipFill>
                      <a:blip r:embed="rId6"/>
                      <a:stretch>
                        <a:fillRect/>
                      </a:stretch>
                    </p:blipFill>
                    <p:spPr>
                      <a:xfrm>
                        <a:off x="1284288" y="5638800"/>
                        <a:ext cx="6616700" cy="990600"/>
                      </a:xfrm>
                      <a:prstGeom prst="rect">
                        <a:avLst/>
                      </a:prstGeom>
                      <a:noFill/>
                      <a:ln w="38100">
                        <a:noFill/>
                        <a:miter/>
                      </a:ln>
                    </p:spPr>
                  </p:pic>
                </p:oleObj>
              </mc:Fallback>
            </mc:AlternateContent>
          </a:graphicData>
        </a:graphic>
      </p:graphicFrame>
      <p:grpSp>
        <p:nvGrpSpPr>
          <p:cNvPr id="2" name="Group 63"/>
          <p:cNvGrpSpPr/>
          <p:nvPr/>
        </p:nvGrpSpPr>
        <p:grpSpPr>
          <a:xfrm>
            <a:off x="5486400" y="2209800"/>
            <a:ext cx="2971800" cy="2657475"/>
            <a:chOff x="3456" y="1392"/>
            <a:chExt cx="1872" cy="1674"/>
          </a:xfrm>
        </p:grpSpPr>
        <p:grpSp>
          <p:nvGrpSpPr>
            <p:cNvPr id="77835" name="Group 4"/>
            <p:cNvGrpSpPr/>
            <p:nvPr/>
          </p:nvGrpSpPr>
          <p:grpSpPr>
            <a:xfrm>
              <a:off x="3456" y="1392"/>
              <a:ext cx="1872" cy="1674"/>
              <a:chOff x="3408" y="1968"/>
              <a:chExt cx="1872" cy="1674"/>
            </a:xfrm>
          </p:grpSpPr>
          <p:grpSp>
            <p:nvGrpSpPr>
              <p:cNvPr id="77840" name="Group 5"/>
              <p:cNvGrpSpPr/>
              <p:nvPr/>
            </p:nvGrpSpPr>
            <p:grpSpPr>
              <a:xfrm>
                <a:off x="3600" y="2256"/>
                <a:ext cx="1647" cy="1386"/>
                <a:chOff x="2151" y="4505"/>
                <a:chExt cx="4117" cy="3465"/>
              </a:xfrm>
            </p:grpSpPr>
            <p:grpSp>
              <p:nvGrpSpPr>
                <p:cNvPr id="77849" name="Group 6"/>
                <p:cNvGrpSpPr/>
                <p:nvPr/>
              </p:nvGrpSpPr>
              <p:grpSpPr>
                <a:xfrm>
                  <a:off x="4043" y="4780"/>
                  <a:ext cx="402" cy="1650"/>
                  <a:chOff x="2091" y="573"/>
                  <a:chExt cx="220" cy="907"/>
                </a:xfrm>
              </p:grpSpPr>
              <p:sp>
                <p:nvSpPr>
                  <p:cNvPr id="77883" name="Line 7"/>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7884" name="Oval 8"/>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85" name="Oval 9"/>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86" name="Oval 10"/>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87" name="Rectangle 11"/>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7850" name="Line 12"/>
                <p:cNvSpPr/>
                <p:nvPr/>
              </p:nvSpPr>
              <p:spPr>
                <a:xfrm>
                  <a:off x="6155" y="4543"/>
                  <a:ext cx="5" cy="3405"/>
                </a:xfrm>
                <a:prstGeom prst="line">
                  <a:avLst/>
                </a:prstGeom>
                <a:ln w="38100" cap="flat" cmpd="sng">
                  <a:solidFill>
                    <a:srgbClr val="000000"/>
                  </a:solidFill>
                  <a:prstDash val="solid"/>
                  <a:headEnd type="none" w="med" len="med"/>
                  <a:tailEnd type="none" w="med" len="med"/>
                </a:ln>
              </p:spPr>
            </p:sp>
            <p:grpSp>
              <p:nvGrpSpPr>
                <p:cNvPr id="77851" name="Group 13"/>
                <p:cNvGrpSpPr/>
                <p:nvPr/>
              </p:nvGrpSpPr>
              <p:grpSpPr>
                <a:xfrm>
                  <a:off x="2151" y="5982"/>
                  <a:ext cx="828" cy="1988"/>
                  <a:chOff x="4417" y="567"/>
                  <a:chExt cx="693" cy="1650"/>
                </a:xfrm>
              </p:grpSpPr>
              <p:grpSp>
                <p:nvGrpSpPr>
                  <p:cNvPr id="77876" name="Group 14"/>
                  <p:cNvGrpSpPr/>
                  <p:nvPr/>
                </p:nvGrpSpPr>
                <p:grpSpPr>
                  <a:xfrm>
                    <a:off x="4417" y="567"/>
                    <a:ext cx="550" cy="1650"/>
                    <a:chOff x="4417" y="567"/>
                    <a:chExt cx="550" cy="1650"/>
                  </a:xfrm>
                </p:grpSpPr>
                <p:sp>
                  <p:nvSpPr>
                    <p:cNvPr id="77881" name="Oval 15"/>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82" name="Line 16"/>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77877" name="Group 17"/>
                  <p:cNvGrpSpPr/>
                  <p:nvPr/>
                </p:nvGrpSpPr>
                <p:grpSpPr>
                  <a:xfrm>
                    <a:off x="4956" y="853"/>
                    <a:ext cx="154" cy="979"/>
                    <a:chOff x="4956" y="853"/>
                    <a:chExt cx="154" cy="979"/>
                  </a:xfrm>
                </p:grpSpPr>
                <p:sp>
                  <p:nvSpPr>
                    <p:cNvPr id="77878" name="Line 18"/>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77879" name="Line 19"/>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77880" name="Line 20"/>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grpSp>
              <p:nvGrpSpPr>
                <p:cNvPr id="77852" name="Group 21"/>
                <p:cNvGrpSpPr/>
                <p:nvPr/>
              </p:nvGrpSpPr>
              <p:grpSpPr>
                <a:xfrm>
                  <a:off x="6045" y="5220"/>
                  <a:ext cx="223" cy="1974"/>
                  <a:chOff x="743" y="567"/>
                  <a:chExt cx="187" cy="1639"/>
                </a:xfrm>
              </p:grpSpPr>
              <p:sp>
                <p:nvSpPr>
                  <p:cNvPr id="77874" name="Line 22"/>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77875" name="Rectangle 23"/>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7853" name="Line 24"/>
                <p:cNvSpPr/>
                <p:nvPr/>
              </p:nvSpPr>
              <p:spPr>
                <a:xfrm flipV="1">
                  <a:off x="2505" y="4527"/>
                  <a:ext cx="3639" cy="2"/>
                </a:xfrm>
                <a:prstGeom prst="line">
                  <a:avLst/>
                </a:prstGeom>
                <a:ln w="38100" cap="flat" cmpd="sng">
                  <a:solidFill>
                    <a:srgbClr val="000000"/>
                  </a:solidFill>
                  <a:prstDash val="solid"/>
                  <a:headEnd type="none" w="med" len="med"/>
                  <a:tailEnd type="none" w="med" len="med"/>
                </a:ln>
              </p:spPr>
            </p:sp>
            <p:sp>
              <p:nvSpPr>
                <p:cNvPr id="77854" name="Line 25"/>
                <p:cNvSpPr/>
                <p:nvPr/>
              </p:nvSpPr>
              <p:spPr>
                <a:xfrm>
                  <a:off x="2505" y="7935"/>
                  <a:ext cx="3661" cy="13"/>
                </a:xfrm>
                <a:prstGeom prst="line">
                  <a:avLst/>
                </a:prstGeom>
                <a:ln w="38100" cap="flat" cmpd="sng">
                  <a:solidFill>
                    <a:srgbClr val="000000"/>
                  </a:solidFill>
                  <a:prstDash val="solid"/>
                  <a:headEnd type="none" w="med" len="med"/>
                  <a:tailEnd type="none" w="med" len="med"/>
                </a:ln>
              </p:spPr>
            </p:sp>
            <p:sp>
              <p:nvSpPr>
                <p:cNvPr id="77855" name="Line 26"/>
                <p:cNvSpPr/>
                <p:nvPr/>
              </p:nvSpPr>
              <p:spPr>
                <a:xfrm rot="-5400000">
                  <a:off x="3097" y="4373"/>
                  <a:ext cx="0" cy="308"/>
                </a:xfrm>
                <a:prstGeom prst="line">
                  <a:avLst/>
                </a:prstGeom>
                <a:ln w="38100" cap="flat" cmpd="sng">
                  <a:solidFill>
                    <a:srgbClr val="000000"/>
                  </a:solidFill>
                  <a:prstDash val="solid"/>
                  <a:headEnd type="none" w="med" len="med"/>
                  <a:tailEnd type="triangle" w="med" len="med"/>
                </a:ln>
              </p:spPr>
            </p:sp>
            <p:sp>
              <p:nvSpPr>
                <p:cNvPr id="77856" name="Line 27"/>
                <p:cNvSpPr/>
                <p:nvPr/>
              </p:nvSpPr>
              <p:spPr>
                <a:xfrm rot="-5400000">
                  <a:off x="5429" y="4373"/>
                  <a:ext cx="0" cy="308"/>
                </a:xfrm>
                <a:prstGeom prst="line">
                  <a:avLst/>
                </a:prstGeom>
                <a:ln w="38100" cap="flat" cmpd="sng">
                  <a:solidFill>
                    <a:srgbClr val="000000"/>
                  </a:solidFill>
                  <a:prstDash val="solid"/>
                  <a:headEnd type="none" w="med" len="med"/>
                  <a:tailEnd type="triangle" w="med" len="med"/>
                </a:ln>
              </p:spPr>
            </p:sp>
            <p:sp>
              <p:nvSpPr>
                <p:cNvPr id="77857" name="Line 28"/>
                <p:cNvSpPr/>
                <p:nvPr/>
              </p:nvSpPr>
              <p:spPr>
                <a:xfrm flipV="1">
                  <a:off x="4274" y="4758"/>
                  <a:ext cx="0" cy="308"/>
                </a:xfrm>
                <a:prstGeom prst="line">
                  <a:avLst/>
                </a:prstGeom>
                <a:ln w="38100" cap="flat" cmpd="sng">
                  <a:solidFill>
                    <a:srgbClr val="000000"/>
                  </a:solidFill>
                  <a:prstDash val="solid"/>
                  <a:headEnd type="none" w="med" len="med"/>
                  <a:tailEnd type="triangle" w="med" len="med"/>
                </a:ln>
              </p:spPr>
            </p:sp>
            <p:grpSp>
              <p:nvGrpSpPr>
                <p:cNvPr id="77858" name="Group 29"/>
                <p:cNvGrpSpPr/>
                <p:nvPr/>
              </p:nvGrpSpPr>
              <p:grpSpPr>
                <a:xfrm>
                  <a:off x="3952" y="5957"/>
                  <a:ext cx="828" cy="1988"/>
                  <a:chOff x="4417" y="567"/>
                  <a:chExt cx="693" cy="1650"/>
                </a:xfrm>
              </p:grpSpPr>
              <p:grpSp>
                <p:nvGrpSpPr>
                  <p:cNvPr id="77867" name="Group 30"/>
                  <p:cNvGrpSpPr/>
                  <p:nvPr/>
                </p:nvGrpSpPr>
                <p:grpSpPr>
                  <a:xfrm>
                    <a:off x="4417" y="567"/>
                    <a:ext cx="550" cy="1650"/>
                    <a:chOff x="4417" y="567"/>
                    <a:chExt cx="550" cy="1650"/>
                  </a:xfrm>
                </p:grpSpPr>
                <p:sp>
                  <p:nvSpPr>
                    <p:cNvPr id="77872" name="Oval 31"/>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73" name="Line 32"/>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77868" name="Group 33"/>
                  <p:cNvGrpSpPr/>
                  <p:nvPr/>
                </p:nvGrpSpPr>
                <p:grpSpPr>
                  <a:xfrm>
                    <a:off x="4956" y="853"/>
                    <a:ext cx="154" cy="979"/>
                    <a:chOff x="4956" y="853"/>
                    <a:chExt cx="154" cy="979"/>
                  </a:xfrm>
                </p:grpSpPr>
                <p:sp>
                  <p:nvSpPr>
                    <p:cNvPr id="77869" name="Line 34"/>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77870" name="Line 35"/>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77871" name="Line 36"/>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grpSp>
              <p:nvGrpSpPr>
                <p:cNvPr id="77859" name="Group 37"/>
                <p:cNvGrpSpPr/>
                <p:nvPr/>
              </p:nvGrpSpPr>
              <p:grpSpPr>
                <a:xfrm>
                  <a:off x="2244" y="4857"/>
                  <a:ext cx="402" cy="1650"/>
                  <a:chOff x="2091" y="573"/>
                  <a:chExt cx="220" cy="907"/>
                </a:xfrm>
              </p:grpSpPr>
              <p:sp>
                <p:nvSpPr>
                  <p:cNvPr id="77862" name="Line 38"/>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7863" name="Oval 39"/>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64" name="Oval 40"/>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65" name="Oval 41"/>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66" name="Rectangle 42"/>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7860" name="Line 43"/>
                <p:cNvSpPr/>
                <p:nvPr/>
              </p:nvSpPr>
              <p:spPr>
                <a:xfrm>
                  <a:off x="4274" y="4516"/>
                  <a:ext cx="0" cy="363"/>
                </a:xfrm>
                <a:prstGeom prst="line">
                  <a:avLst/>
                </a:prstGeom>
                <a:ln w="38100" cap="flat" cmpd="sng">
                  <a:solidFill>
                    <a:srgbClr val="000000"/>
                  </a:solidFill>
                  <a:prstDash val="solid"/>
                  <a:headEnd type="none" w="med" len="med"/>
                  <a:tailEnd type="none" w="med" len="med"/>
                </a:ln>
              </p:spPr>
            </p:sp>
            <p:sp>
              <p:nvSpPr>
                <p:cNvPr id="77861" name="Line 44"/>
                <p:cNvSpPr/>
                <p:nvPr/>
              </p:nvSpPr>
              <p:spPr>
                <a:xfrm>
                  <a:off x="2481" y="4505"/>
                  <a:ext cx="0" cy="440"/>
                </a:xfrm>
                <a:prstGeom prst="line">
                  <a:avLst/>
                </a:prstGeom>
                <a:ln w="38100" cap="flat" cmpd="sng">
                  <a:solidFill>
                    <a:srgbClr val="000000"/>
                  </a:solidFill>
                  <a:prstDash val="solid"/>
                  <a:headEnd type="none" w="med" len="med"/>
                  <a:tailEnd type="none" w="med" len="med"/>
                </a:ln>
              </p:spPr>
            </p:sp>
          </p:grpSp>
          <p:sp>
            <p:nvSpPr>
              <p:cNvPr id="77841" name="Text Box 45"/>
              <p:cNvSpPr txBox="1"/>
              <p:nvPr/>
            </p:nvSpPr>
            <p:spPr>
              <a:xfrm>
                <a:off x="4032" y="196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sp>
            <p:nvSpPr>
              <p:cNvPr id="77842" name="Text Box 46"/>
              <p:cNvSpPr txBox="1"/>
              <p:nvPr/>
            </p:nvSpPr>
            <p:spPr>
              <a:xfrm>
                <a:off x="4896" y="278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dirty="0">
                  <a:latin typeface="Times New Roman" panose="02020603050405020304" pitchFamily="18" charset="0"/>
                  <a:ea typeface="华文中宋" panose="02010600040101010101" pitchFamily="2" charset="-122"/>
                </a:endParaRPr>
              </a:p>
            </p:txBody>
          </p:sp>
          <p:sp>
            <p:nvSpPr>
              <p:cNvPr id="77843" name="Text Box 47"/>
              <p:cNvSpPr txBox="1"/>
              <p:nvPr/>
            </p:nvSpPr>
            <p:spPr>
              <a:xfrm>
                <a:off x="4896" y="196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i="1" dirty="0">
                  <a:latin typeface="Times New Roman" panose="02020603050405020304" pitchFamily="18" charset="0"/>
                  <a:ea typeface="华文中宋" panose="02010600040101010101" pitchFamily="2" charset="-122"/>
                </a:endParaRPr>
              </a:p>
            </p:txBody>
          </p:sp>
          <p:sp>
            <p:nvSpPr>
              <p:cNvPr id="77844" name="Text Box 48"/>
              <p:cNvSpPr txBox="1"/>
              <p:nvPr/>
            </p:nvSpPr>
            <p:spPr>
              <a:xfrm>
                <a:off x="4512" y="23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862257" name="Text Box 49"/>
              <p:cNvSpPr txBox="1">
                <a:spLocks noChangeArrowheads="1"/>
              </p:cNvSpPr>
              <p:nvPr/>
            </p:nvSpPr>
            <p:spPr bwMode="auto">
              <a:xfrm>
                <a:off x="4128" y="2496"/>
                <a:ext cx="384"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2258" name="Text Box 50"/>
              <p:cNvSpPr txBox="1">
                <a:spLocks noChangeArrowheads="1"/>
              </p:cNvSpPr>
              <p:nvPr/>
            </p:nvSpPr>
            <p:spPr bwMode="auto">
              <a:xfrm>
                <a:off x="3408" y="2544"/>
                <a:ext cx="432"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7847" name="Text Box 51"/>
              <p:cNvSpPr txBox="1"/>
              <p:nvPr/>
            </p:nvSpPr>
            <p:spPr>
              <a:xfrm>
                <a:off x="4560" y="307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77848" name="Text Box 52"/>
              <p:cNvSpPr txBox="1"/>
              <p:nvPr/>
            </p:nvSpPr>
            <p:spPr>
              <a:xfrm>
                <a:off x="3840" y="307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grpSp>
        <p:sp>
          <p:nvSpPr>
            <p:cNvPr id="77836" name="Oval 59"/>
            <p:cNvSpPr/>
            <p:nvPr/>
          </p:nvSpPr>
          <p:spPr>
            <a:xfrm>
              <a:off x="4032" y="1824"/>
              <a:ext cx="432" cy="768"/>
            </a:xfrm>
            <a:prstGeom prst="ellipse">
              <a:avLst/>
            </a:prstGeom>
            <a:noFill/>
            <a:ln w="38100" cap="flat" cmpd="sng">
              <a:solidFill>
                <a:srgbClr val="FF505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37" name="Line 60"/>
            <p:cNvSpPr/>
            <p:nvPr/>
          </p:nvSpPr>
          <p:spPr>
            <a:xfrm flipV="1">
              <a:off x="4032" y="2064"/>
              <a:ext cx="0" cy="144"/>
            </a:xfrm>
            <a:prstGeom prst="line">
              <a:avLst/>
            </a:prstGeom>
            <a:ln w="38100" cap="flat" cmpd="sng">
              <a:solidFill>
                <a:srgbClr val="FF5050"/>
              </a:solidFill>
              <a:prstDash val="solid"/>
              <a:headEnd type="none" w="med" len="med"/>
              <a:tailEnd type="triangle" w="med" len="med"/>
            </a:ln>
          </p:spPr>
        </p:sp>
        <p:sp>
          <p:nvSpPr>
            <p:cNvPr id="77838" name="Oval 61"/>
            <p:cNvSpPr/>
            <p:nvPr/>
          </p:nvSpPr>
          <p:spPr>
            <a:xfrm>
              <a:off x="4800" y="1968"/>
              <a:ext cx="384" cy="720"/>
            </a:xfrm>
            <a:prstGeom prst="ellipse">
              <a:avLst/>
            </a:prstGeom>
            <a:noFill/>
            <a:ln w="38100" cap="flat" cmpd="sng">
              <a:solidFill>
                <a:srgbClr val="FF505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7839" name="Line 62"/>
            <p:cNvSpPr/>
            <p:nvPr/>
          </p:nvSpPr>
          <p:spPr>
            <a:xfrm>
              <a:off x="4800" y="2160"/>
              <a:ext cx="0" cy="144"/>
            </a:xfrm>
            <a:prstGeom prst="line">
              <a:avLst/>
            </a:prstGeom>
            <a:ln w="38100" cap="flat" cmpd="sng">
              <a:solidFill>
                <a:srgbClr val="FF5050"/>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2211"/>
                                        </p:tgtEl>
                                        <p:attrNameLst>
                                          <p:attrName>style.visibility</p:attrName>
                                        </p:attrNameLst>
                                      </p:cBhvr>
                                      <p:to>
                                        <p:strVal val="visible"/>
                                      </p:to>
                                    </p:set>
                                    <p:animEffect transition="in" filter="blinds(horizontal)">
                                      <p:cBhvr>
                                        <p:cTn id="7" dur="500"/>
                                        <p:tgtEl>
                                          <p:spTgt spid="862211"/>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2261"/>
                                        </p:tgtEl>
                                        <p:attrNameLst>
                                          <p:attrName>style.visibility</p:attrName>
                                        </p:attrNameLst>
                                      </p:cBhvr>
                                      <p:to>
                                        <p:strVal val="visible"/>
                                      </p:to>
                                    </p:set>
                                    <p:animEffect transition="in" filter="wipe(left)">
                                      <p:cBhvr>
                                        <p:cTn id="17" dur="500"/>
                                        <p:tgtEl>
                                          <p:spTgt spid="862261"/>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862262"/>
                                        </p:tgtEl>
                                        <p:attrNameLst>
                                          <p:attrName>style.visibility</p:attrName>
                                        </p:attrNameLst>
                                      </p:cBhvr>
                                      <p:to>
                                        <p:strVal val="visible"/>
                                      </p:to>
                                    </p:set>
                                    <p:animEffect transition="in" filter="strips(downRight)">
                                      <p:cBhvr>
                                        <p:cTn id="21" dur="500"/>
                                        <p:tgtEl>
                                          <p:spTgt spid="86226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62263"/>
                                        </p:tgtEl>
                                        <p:attrNameLst>
                                          <p:attrName>style.visibility</p:attrName>
                                        </p:attrNameLst>
                                      </p:cBhvr>
                                      <p:to>
                                        <p:strVal val="visible"/>
                                      </p:to>
                                    </p:set>
                                    <p:animEffect transition="in" filter="wipe(left)">
                                      <p:cBhvr>
                                        <p:cTn id="26" dur="500"/>
                                        <p:tgtEl>
                                          <p:spTgt spid="862263"/>
                                        </p:tgtEl>
                                      </p:cBhvr>
                                    </p:animEffect>
                                  </p:childTnLst>
                                </p:cTn>
                              </p:par>
                            </p:childTnLst>
                          </p:cTn>
                        </p:par>
                        <p:par>
                          <p:cTn id="27" fill="hold">
                            <p:stCondLst>
                              <p:cond delay="500"/>
                            </p:stCondLst>
                            <p:childTnLst>
                              <p:par>
                                <p:cTn id="28" presetID="18" presetClass="entr" presetSubtype="6" fill="hold" nodeType="afterEffect">
                                  <p:stCondLst>
                                    <p:cond delay="0"/>
                                  </p:stCondLst>
                                  <p:childTnLst>
                                    <p:set>
                                      <p:cBhvr>
                                        <p:cTn id="29" dur="1" fill="hold">
                                          <p:stCondLst>
                                            <p:cond delay="0"/>
                                          </p:stCondLst>
                                        </p:cTn>
                                        <p:tgtEl>
                                          <p:spTgt spid="862264"/>
                                        </p:tgtEl>
                                        <p:attrNameLst>
                                          <p:attrName>style.visibility</p:attrName>
                                        </p:attrNameLst>
                                      </p:cBhvr>
                                      <p:to>
                                        <p:strVal val="visible"/>
                                      </p:to>
                                    </p:set>
                                    <p:animEffect transition="in" filter="strips(downRight)">
                                      <p:cBhvr>
                                        <p:cTn id="30" dur="500"/>
                                        <p:tgtEl>
                                          <p:spTgt spid="8622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62265"/>
                                        </p:tgtEl>
                                        <p:attrNameLst>
                                          <p:attrName>style.visibility</p:attrName>
                                        </p:attrNameLst>
                                      </p:cBhvr>
                                      <p:to>
                                        <p:strVal val="visible"/>
                                      </p:to>
                                    </p:set>
                                    <p:animEffect transition="in" filter="wipe(left)">
                                      <p:cBhvr>
                                        <p:cTn id="35" dur="500"/>
                                        <p:tgtEl>
                                          <p:spTgt spid="862265"/>
                                        </p:tgtEl>
                                      </p:cBhvr>
                                    </p:animEffect>
                                  </p:childTnLst>
                                </p:cTn>
                              </p:par>
                            </p:childTnLst>
                          </p:cTn>
                        </p:par>
                        <p:par>
                          <p:cTn id="36" fill="hold">
                            <p:stCondLst>
                              <p:cond delay="500"/>
                            </p:stCondLst>
                            <p:childTnLst>
                              <p:par>
                                <p:cTn id="37" presetID="4" presetClass="entr" presetSubtype="16" fill="hold" nodeType="afterEffect">
                                  <p:stCondLst>
                                    <p:cond delay="0"/>
                                  </p:stCondLst>
                                  <p:childTnLst>
                                    <p:set>
                                      <p:cBhvr>
                                        <p:cTn id="38" dur="1" fill="hold">
                                          <p:stCondLst>
                                            <p:cond delay="0"/>
                                          </p:stCondLst>
                                        </p:cTn>
                                        <p:tgtEl>
                                          <p:spTgt spid="862266"/>
                                        </p:tgtEl>
                                        <p:attrNameLst>
                                          <p:attrName>style.visibility</p:attrName>
                                        </p:attrNameLst>
                                      </p:cBhvr>
                                      <p:to>
                                        <p:strVal val="visible"/>
                                      </p:to>
                                    </p:set>
                                    <p:animEffect transition="in" filter="box(in)">
                                      <p:cBhvr>
                                        <p:cTn id="39" dur="500"/>
                                        <p:tgtEl>
                                          <p:spTgt spid="862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1" grpId="0"/>
      <p:bldP spid="862261" grpId="0"/>
      <p:bldP spid="862263" grpId="0"/>
      <p:bldP spid="86226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3235" name="Rectangle 3"/>
          <p:cNvSpPr>
            <a:spLocks noChangeArrowheads="1"/>
          </p:cNvSpPr>
          <p:nvPr/>
        </p:nvSpPr>
        <p:spPr bwMode="auto">
          <a:xfrm>
            <a:off x="457200" y="576263"/>
            <a:ext cx="5486400" cy="979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3-11】</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3-10</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中元件参数不变，用戴维南定理求电流</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 </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3236" name="Rectangle 4"/>
          <p:cNvSpPr>
            <a:spLocks noChangeArrowheads="1"/>
          </p:cNvSpPr>
          <p:nvPr/>
        </p:nvSpPr>
        <p:spPr bwMode="auto">
          <a:xfrm>
            <a:off x="533400" y="1566863"/>
            <a:ext cx="4419600" cy="1606550"/>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去掉</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R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所在支路，画出其余部分电路，见图（</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其</a:t>
            </a:r>
            <a:r>
              <a:rPr kumimoji="1" lang="zh-CN" altLang="en-US" sz="24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开路电压</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为</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3237" name="Object 5"/>
          <p:cNvGraphicFramePr>
            <a:graphicFrameLocks noChangeAspect="1"/>
          </p:cNvGraphicFramePr>
          <p:nvPr/>
        </p:nvGraphicFramePr>
        <p:xfrm>
          <a:off x="685800" y="2938463"/>
          <a:ext cx="5381625" cy="2506662"/>
        </p:xfrm>
        <a:graphic>
          <a:graphicData uri="http://schemas.openxmlformats.org/presentationml/2006/ole">
            <mc:AlternateContent xmlns:mc="http://schemas.openxmlformats.org/markup-compatibility/2006">
              <mc:Choice xmlns:v="urn:schemas-microsoft-com:vml" Requires="v">
                <p:oleObj spid="_x0000_s3381" name="" r:id="rId1" imgW="2273300" imgH="1143000" progId="Equation.3">
                  <p:embed/>
                </p:oleObj>
              </mc:Choice>
              <mc:Fallback>
                <p:oleObj name="" r:id="rId1" imgW="2273300" imgH="1143000" progId="Equation.3">
                  <p:embed/>
                  <p:pic>
                    <p:nvPicPr>
                      <p:cNvPr id="0" name="图片 3380"/>
                      <p:cNvPicPr/>
                      <p:nvPr/>
                    </p:nvPicPr>
                    <p:blipFill>
                      <a:blip r:embed="rId2"/>
                      <a:stretch>
                        <a:fillRect/>
                      </a:stretch>
                    </p:blipFill>
                    <p:spPr>
                      <a:xfrm>
                        <a:off x="685800" y="2938463"/>
                        <a:ext cx="5381625" cy="2506662"/>
                      </a:xfrm>
                      <a:prstGeom prst="rect">
                        <a:avLst/>
                      </a:prstGeom>
                      <a:noFill/>
                      <a:ln w="38100">
                        <a:noFill/>
                        <a:miter/>
                      </a:ln>
                    </p:spPr>
                  </p:pic>
                </p:oleObj>
              </mc:Fallback>
            </mc:AlternateContent>
          </a:graphicData>
        </a:graphic>
      </p:graphicFrame>
      <p:sp>
        <p:nvSpPr>
          <p:cNvPr id="863282" name="Rectangle 50"/>
          <p:cNvSpPr>
            <a:spLocks noChangeArrowheads="1"/>
          </p:cNvSpPr>
          <p:nvPr/>
        </p:nvSpPr>
        <p:spPr bwMode="auto">
          <a:xfrm>
            <a:off x="533400" y="5605463"/>
            <a:ext cx="39624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其</a:t>
            </a:r>
            <a:r>
              <a:rPr kumimoji="1" lang="zh-CN" altLang="en-US" sz="24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等效阻抗</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见图（</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），为</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74"/>
          <p:cNvGrpSpPr/>
          <p:nvPr/>
        </p:nvGrpSpPr>
        <p:grpSpPr>
          <a:xfrm>
            <a:off x="5638800" y="728663"/>
            <a:ext cx="3200400" cy="3200400"/>
            <a:chOff x="3552" y="459"/>
            <a:chExt cx="2016" cy="2016"/>
          </a:xfrm>
        </p:grpSpPr>
        <p:grpSp>
          <p:nvGrpSpPr>
            <p:cNvPr id="78879" name="Group 6"/>
            <p:cNvGrpSpPr/>
            <p:nvPr/>
          </p:nvGrpSpPr>
          <p:grpSpPr>
            <a:xfrm>
              <a:off x="3552" y="459"/>
              <a:ext cx="2016" cy="1680"/>
              <a:chOff x="3456" y="1392"/>
              <a:chExt cx="2016" cy="1680"/>
            </a:xfrm>
          </p:grpSpPr>
          <p:grpSp>
            <p:nvGrpSpPr>
              <p:cNvPr id="78881" name="Group 7"/>
              <p:cNvGrpSpPr/>
              <p:nvPr/>
            </p:nvGrpSpPr>
            <p:grpSpPr>
              <a:xfrm>
                <a:off x="4405" y="1790"/>
                <a:ext cx="161" cy="660"/>
                <a:chOff x="2091" y="573"/>
                <a:chExt cx="220" cy="907"/>
              </a:xfrm>
            </p:grpSpPr>
            <p:sp>
              <p:nvSpPr>
                <p:cNvPr id="78919" name="Line 8"/>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8920" name="Oval 9"/>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21" name="Oval 10"/>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22" name="Oval 11"/>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23" name="Rectangle 12"/>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78882" name="Group 13"/>
              <p:cNvGrpSpPr/>
              <p:nvPr/>
            </p:nvGrpSpPr>
            <p:grpSpPr>
              <a:xfrm>
                <a:off x="3648" y="2271"/>
                <a:ext cx="331" cy="795"/>
                <a:chOff x="4417" y="567"/>
                <a:chExt cx="693" cy="1650"/>
              </a:xfrm>
            </p:grpSpPr>
            <p:grpSp>
              <p:nvGrpSpPr>
                <p:cNvPr id="78912" name="Group 14"/>
                <p:cNvGrpSpPr/>
                <p:nvPr/>
              </p:nvGrpSpPr>
              <p:grpSpPr>
                <a:xfrm>
                  <a:off x="4417" y="567"/>
                  <a:ext cx="550" cy="1650"/>
                  <a:chOff x="4417" y="567"/>
                  <a:chExt cx="550" cy="1650"/>
                </a:xfrm>
              </p:grpSpPr>
              <p:sp>
                <p:nvSpPr>
                  <p:cNvPr id="78917" name="Oval 15"/>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18" name="Line 16"/>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78913" name="Group 17"/>
                <p:cNvGrpSpPr/>
                <p:nvPr/>
              </p:nvGrpSpPr>
              <p:grpSpPr>
                <a:xfrm>
                  <a:off x="4956" y="853"/>
                  <a:ext cx="154" cy="979"/>
                  <a:chOff x="4956" y="853"/>
                  <a:chExt cx="154" cy="979"/>
                </a:xfrm>
              </p:grpSpPr>
              <p:sp>
                <p:nvSpPr>
                  <p:cNvPr id="78914" name="Line 18"/>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78915" name="Line 19"/>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78916" name="Line 20"/>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sp>
            <p:nvSpPr>
              <p:cNvPr id="78883" name="Line 21"/>
              <p:cNvSpPr/>
              <p:nvPr/>
            </p:nvSpPr>
            <p:spPr>
              <a:xfrm flipV="1">
                <a:off x="3790" y="1689"/>
                <a:ext cx="1455" cy="1"/>
              </a:xfrm>
              <a:prstGeom prst="line">
                <a:avLst/>
              </a:prstGeom>
              <a:ln w="38100" cap="flat" cmpd="sng">
                <a:solidFill>
                  <a:srgbClr val="000000"/>
                </a:solidFill>
                <a:prstDash val="solid"/>
                <a:headEnd type="none" w="med" len="med"/>
                <a:tailEnd type="none" w="med" len="med"/>
              </a:ln>
            </p:spPr>
          </p:sp>
          <p:sp>
            <p:nvSpPr>
              <p:cNvPr id="78884" name="Line 22"/>
              <p:cNvSpPr/>
              <p:nvPr/>
            </p:nvSpPr>
            <p:spPr>
              <a:xfrm>
                <a:off x="3790" y="3052"/>
                <a:ext cx="1464" cy="5"/>
              </a:xfrm>
              <a:prstGeom prst="line">
                <a:avLst/>
              </a:prstGeom>
              <a:ln w="38100" cap="flat" cmpd="sng">
                <a:solidFill>
                  <a:srgbClr val="000000"/>
                </a:solidFill>
                <a:prstDash val="solid"/>
                <a:headEnd type="none" w="med" len="med"/>
                <a:tailEnd type="none" w="med" len="med"/>
              </a:ln>
            </p:spPr>
          </p:sp>
          <p:sp>
            <p:nvSpPr>
              <p:cNvPr id="78885" name="Line 23"/>
              <p:cNvSpPr/>
              <p:nvPr/>
            </p:nvSpPr>
            <p:spPr>
              <a:xfrm rot="-5400000">
                <a:off x="4026" y="1627"/>
                <a:ext cx="0" cy="123"/>
              </a:xfrm>
              <a:prstGeom prst="line">
                <a:avLst/>
              </a:prstGeom>
              <a:ln w="38100" cap="flat" cmpd="sng">
                <a:solidFill>
                  <a:srgbClr val="000000"/>
                </a:solidFill>
                <a:prstDash val="solid"/>
                <a:headEnd type="none" w="med" len="med"/>
                <a:tailEnd type="triangle" w="med" len="med"/>
              </a:ln>
            </p:spPr>
          </p:sp>
          <p:sp>
            <p:nvSpPr>
              <p:cNvPr id="78886" name="Line 24"/>
              <p:cNvSpPr/>
              <p:nvPr/>
            </p:nvSpPr>
            <p:spPr>
              <a:xfrm rot="-5400000">
                <a:off x="4959" y="1627"/>
                <a:ext cx="0" cy="123"/>
              </a:xfrm>
              <a:prstGeom prst="line">
                <a:avLst/>
              </a:prstGeom>
              <a:ln w="38100" cap="flat" cmpd="sng">
                <a:solidFill>
                  <a:srgbClr val="000000"/>
                </a:solidFill>
                <a:prstDash val="solid"/>
                <a:headEnd type="none" w="med" len="med"/>
                <a:tailEnd type="triangle" w="med" len="med"/>
              </a:ln>
            </p:spPr>
          </p:sp>
          <p:sp>
            <p:nvSpPr>
              <p:cNvPr id="78887" name="Line 25"/>
              <p:cNvSpPr/>
              <p:nvPr/>
            </p:nvSpPr>
            <p:spPr>
              <a:xfrm flipV="1">
                <a:off x="4497" y="1781"/>
                <a:ext cx="0" cy="123"/>
              </a:xfrm>
              <a:prstGeom prst="line">
                <a:avLst/>
              </a:prstGeom>
              <a:ln w="38100" cap="flat" cmpd="sng">
                <a:solidFill>
                  <a:srgbClr val="000000"/>
                </a:solidFill>
                <a:prstDash val="solid"/>
                <a:headEnd type="none" w="med" len="med"/>
                <a:tailEnd type="triangle" w="med" len="med"/>
              </a:ln>
            </p:spPr>
          </p:sp>
          <p:grpSp>
            <p:nvGrpSpPr>
              <p:cNvPr id="78888" name="Group 26"/>
              <p:cNvGrpSpPr/>
              <p:nvPr/>
            </p:nvGrpSpPr>
            <p:grpSpPr>
              <a:xfrm>
                <a:off x="4368" y="2261"/>
                <a:ext cx="332" cy="795"/>
                <a:chOff x="4417" y="567"/>
                <a:chExt cx="693" cy="1650"/>
              </a:xfrm>
            </p:grpSpPr>
            <p:grpSp>
              <p:nvGrpSpPr>
                <p:cNvPr id="78905" name="Group 27"/>
                <p:cNvGrpSpPr/>
                <p:nvPr/>
              </p:nvGrpSpPr>
              <p:grpSpPr>
                <a:xfrm>
                  <a:off x="4417" y="567"/>
                  <a:ext cx="550" cy="1650"/>
                  <a:chOff x="4417" y="567"/>
                  <a:chExt cx="550" cy="1650"/>
                </a:xfrm>
              </p:grpSpPr>
              <p:sp>
                <p:nvSpPr>
                  <p:cNvPr id="78910" name="Oval 28"/>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11" name="Line 29"/>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78906" name="Group 30"/>
                <p:cNvGrpSpPr/>
                <p:nvPr/>
              </p:nvGrpSpPr>
              <p:grpSpPr>
                <a:xfrm>
                  <a:off x="4956" y="853"/>
                  <a:ext cx="154" cy="979"/>
                  <a:chOff x="4956" y="853"/>
                  <a:chExt cx="154" cy="979"/>
                </a:xfrm>
              </p:grpSpPr>
              <p:sp>
                <p:nvSpPr>
                  <p:cNvPr id="78907" name="Line 31"/>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78908" name="Line 32"/>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78909" name="Line 33"/>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grpSp>
            <p:nvGrpSpPr>
              <p:cNvPr id="78889" name="Group 34"/>
              <p:cNvGrpSpPr/>
              <p:nvPr/>
            </p:nvGrpSpPr>
            <p:grpSpPr>
              <a:xfrm>
                <a:off x="3685" y="1821"/>
                <a:ext cx="161" cy="660"/>
                <a:chOff x="2091" y="573"/>
                <a:chExt cx="220" cy="907"/>
              </a:xfrm>
            </p:grpSpPr>
            <p:sp>
              <p:nvSpPr>
                <p:cNvPr id="78900" name="Line 35"/>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8901" name="Oval 36"/>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02" name="Oval 37"/>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03" name="Oval 38"/>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904" name="Rectangle 39"/>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8890" name="Line 40"/>
              <p:cNvSpPr/>
              <p:nvPr/>
            </p:nvSpPr>
            <p:spPr>
              <a:xfrm>
                <a:off x="4497" y="1684"/>
                <a:ext cx="0" cy="146"/>
              </a:xfrm>
              <a:prstGeom prst="line">
                <a:avLst/>
              </a:prstGeom>
              <a:ln w="38100" cap="flat" cmpd="sng">
                <a:solidFill>
                  <a:srgbClr val="000000"/>
                </a:solidFill>
                <a:prstDash val="solid"/>
                <a:headEnd type="none" w="med" len="med"/>
                <a:tailEnd type="none" w="med" len="med"/>
              </a:ln>
            </p:spPr>
          </p:sp>
          <p:sp>
            <p:nvSpPr>
              <p:cNvPr id="78891" name="Line 41"/>
              <p:cNvSpPr/>
              <p:nvPr/>
            </p:nvSpPr>
            <p:spPr>
              <a:xfrm>
                <a:off x="3780" y="1680"/>
                <a:ext cx="0" cy="176"/>
              </a:xfrm>
              <a:prstGeom prst="line">
                <a:avLst/>
              </a:prstGeom>
              <a:ln w="38100" cap="flat" cmpd="sng">
                <a:solidFill>
                  <a:srgbClr val="000000"/>
                </a:solidFill>
                <a:prstDash val="solid"/>
                <a:headEnd type="none" w="med" len="med"/>
                <a:tailEnd type="none" w="med" len="med"/>
              </a:ln>
            </p:spPr>
          </p:sp>
          <p:sp>
            <p:nvSpPr>
              <p:cNvPr id="78892" name="Text Box 42"/>
              <p:cNvSpPr txBox="1"/>
              <p:nvPr/>
            </p:nvSpPr>
            <p:spPr>
              <a:xfrm>
                <a:off x="4944" y="13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 </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i="1" dirty="0">
                  <a:latin typeface="Times New Roman" panose="02020603050405020304" pitchFamily="18" charset="0"/>
                  <a:ea typeface="华文中宋" panose="02010600040101010101" pitchFamily="2" charset="-122"/>
                </a:endParaRPr>
              </a:p>
            </p:txBody>
          </p:sp>
          <p:sp>
            <p:nvSpPr>
              <p:cNvPr id="863275" name="Text Box 43"/>
              <p:cNvSpPr txBox="1">
                <a:spLocks noChangeArrowheads="1"/>
              </p:cNvSpPr>
              <p:nvPr/>
            </p:nvSpPr>
            <p:spPr bwMode="auto">
              <a:xfrm>
                <a:off x="4176" y="1920"/>
                <a:ext cx="384"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3276" name="Text Box 44"/>
              <p:cNvSpPr txBox="1">
                <a:spLocks noChangeArrowheads="1"/>
              </p:cNvSpPr>
              <p:nvPr/>
            </p:nvSpPr>
            <p:spPr bwMode="auto">
              <a:xfrm>
                <a:off x="3456" y="1968"/>
                <a:ext cx="432"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8895" name="Text Box 45"/>
              <p:cNvSpPr txBox="1"/>
              <p:nvPr/>
            </p:nvSpPr>
            <p:spPr>
              <a:xfrm>
                <a:off x="4608" y="2496"/>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i="1" dirty="0">
                  <a:latin typeface="Times New Roman" panose="02020603050405020304" pitchFamily="18" charset="0"/>
                  <a:ea typeface="华文中宋" panose="02010600040101010101" pitchFamily="2" charset="-122"/>
                </a:endParaRPr>
              </a:p>
            </p:txBody>
          </p:sp>
          <p:sp>
            <p:nvSpPr>
              <p:cNvPr id="78896" name="Text Box 46"/>
              <p:cNvSpPr txBox="1"/>
              <p:nvPr/>
            </p:nvSpPr>
            <p:spPr>
              <a:xfrm>
                <a:off x="3888" y="249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i="1" dirty="0">
                  <a:latin typeface="Times New Roman" panose="02020603050405020304" pitchFamily="18" charset="0"/>
                  <a:ea typeface="华文中宋" panose="02010600040101010101" pitchFamily="2" charset="-122"/>
                </a:endParaRPr>
              </a:p>
            </p:txBody>
          </p:sp>
          <p:sp>
            <p:nvSpPr>
              <p:cNvPr id="78897" name="Text Box 47"/>
              <p:cNvSpPr txBox="1"/>
              <p:nvPr/>
            </p:nvSpPr>
            <p:spPr>
              <a:xfrm>
                <a:off x="4992" y="2208"/>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OC</a:t>
                </a:r>
                <a:endParaRPr lang="en-US" altLang="zh-CN" sz="2400" b="1" baseline="-25000" dirty="0">
                  <a:latin typeface="Times New Roman" panose="02020603050405020304" pitchFamily="18" charset="0"/>
                  <a:ea typeface="华文中宋" panose="02010600040101010101" pitchFamily="2" charset="-122"/>
                </a:endParaRPr>
              </a:p>
            </p:txBody>
          </p:sp>
          <p:sp>
            <p:nvSpPr>
              <p:cNvPr id="78898" name="Text Box 48"/>
              <p:cNvSpPr txBox="1"/>
              <p:nvPr/>
            </p:nvSpPr>
            <p:spPr>
              <a:xfrm>
                <a:off x="5040" y="1728"/>
                <a:ext cx="33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a:t>
                </a:r>
                <a:endParaRPr lang="en-US" altLang="zh-CN" sz="2800" b="1" dirty="0">
                  <a:latin typeface="Times New Roman" panose="02020603050405020304" pitchFamily="18" charset="0"/>
                  <a:ea typeface="华文中宋" panose="02010600040101010101" pitchFamily="2" charset="-122"/>
                </a:endParaRPr>
              </a:p>
            </p:txBody>
          </p:sp>
          <p:sp>
            <p:nvSpPr>
              <p:cNvPr id="78899" name="Text Box 49"/>
              <p:cNvSpPr txBox="1"/>
              <p:nvPr/>
            </p:nvSpPr>
            <p:spPr>
              <a:xfrm>
                <a:off x="4992" y="2745"/>
                <a:ext cx="43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pSp>
        <p:sp>
          <p:nvSpPr>
            <p:cNvPr id="863304" name="Text Box 72"/>
            <p:cNvSpPr txBox="1">
              <a:spLocks noChangeArrowheads="1"/>
            </p:cNvSpPr>
            <p:nvPr/>
          </p:nvSpPr>
          <p:spPr bwMode="auto">
            <a:xfrm>
              <a:off x="4408" y="2187"/>
              <a:ext cx="785"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2" name="Group 75"/>
          <p:cNvGrpSpPr/>
          <p:nvPr/>
        </p:nvGrpSpPr>
        <p:grpSpPr>
          <a:xfrm>
            <a:off x="5867400" y="4310063"/>
            <a:ext cx="2667000" cy="2209800"/>
            <a:chOff x="3696" y="2715"/>
            <a:chExt cx="1680" cy="1392"/>
          </a:xfrm>
        </p:grpSpPr>
        <p:grpSp>
          <p:nvGrpSpPr>
            <p:cNvPr id="78857" name="Group 51"/>
            <p:cNvGrpSpPr/>
            <p:nvPr/>
          </p:nvGrpSpPr>
          <p:grpSpPr>
            <a:xfrm>
              <a:off x="3696" y="2715"/>
              <a:ext cx="1680" cy="1056"/>
              <a:chOff x="3600" y="2304"/>
              <a:chExt cx="1680" cy="1056"/>
            </a:xfrm>
          </p:grpSpPr>
          <p:grpSp>
            <p:nvGrpSpPr>
              <p:cNvPr id="78859" name="Group 52"/>
              <p:cNvGrpSpPr/>
              <p:nvPr/>
            </p:nvGrpSpPr>
            <p:grpSpPr>
              <a:xfrm>
                <a:off x="4549" y="2414"/>
                <a:ext cx="161" cy="660"/>
                <a:chOff x="2091" y="573"/>
                <a:chExt cx="220" cy="907"/>
              </a:xfrm>
            </p:grpSpPr>
            <p:sp>
              <p:nvSpPr>
                <p:cNvPr id="78874" name="Line 53"/>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8875" name="Oval 54"/>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6" name="Oval 55"/>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7" name="Oval 56"/>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8" name="Rectangle 57"/>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8860" name="Line 58"/>
              <p:cNvSpPr/>
              <p:nvPr/>
            </p:nvSpPr>
            <p:spPr>
              <a:xfrm flipV="1">
                <a:off x="3934" y="2304"/>
                <a:ext cx="1298" cy="10"/>
              </a:xfrm>
              <a:prstGeom prst="line">
                <a:avLst/>
              </a:prstGeom>
              <a:ln w="38100" cap="flat" cmpd="sng">
                <a:solidFill>
                  <a:srgbClr val="000000"/>
                </a:solidFill>
                <a:prstDash val="solid"/>
                <a:headEnd type="none" w="med" len="med"/>
                <a:tailEnd type="none" w="med" len="med"/>
              </a:ln>
            </p:spPr>
          </p:sp>
          <p:sp>
            <p:nvSpPr>
              <p:cNvPr id="78861" name="Line 59"/>
              <p:cNvSpPr/>
              <p:nvPr/>
            </p:nvSpPr>
            <p:spPr>
              <a:xfrm>
                <a:off x="3936" y="3360"/>
                <a:ext cx="1344" cy="0"/>
              </a:xfrm>
              <a:prstGeom prst="line">
                <a:avLst/>
              </a:prstGeom>
              <a:ln w="38100" cap="flat" cmpd="sng">
                <a:solidFill>
                  <a:srgbClr val="000000"/>
                </a:solidFill>
                <a:prstDash val="solid"/>
                <a:headEnd type="none" w="med" len="med"/>
                <a:tailEnd type="none" w="med" len="med"/>
              </a:ln>
            </p:spPr>
          </p:sp>
          <p:grpSp>
            <p:nvGrpSpPr>
              <p:cNvPr id="78862" name="Group 60"/>
              <p:cNvGrpSpPr/>
              <p:nvPr/>
            </p:nvGrpSpPr>
            <p:grpSpPr>
              <a:xfrm>
                <a:off x="3829" y="2445"/>
                <a:ext cx="161" cy="660"/>
                <a:chOff x="2091" y="573"/>
                <a:chExt cx="220" cy="907"/>
              </a:xfrm>
            </p:grpSpPr>
            <p:sp>
              <p:nvSpPr>
                <p:cNvPr id="78869" name="Line 61"/>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8870" name="Oval 62"/>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1" name="Oval 63"/>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2" name="Oval 64"/>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8873" name="Rectangle 65"/>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8863" name="Line 66"/>
              <p:cNvSpPr/>
              <p:nvPr/>
            </p:nvSpPr>
            <p:spPr>
              <a:xfrm>
                <a:off x="4641" y="2308"/>
                <a:ext cx="0" cy="146"/>
              </a:xfrm>
              <a:prstGeom prst="line">
                <a:avLst/>
              </a:prstGeom>
              <a:ln w="38100" cap="flat" cmpd="sng">
                <a:solidFill>
                  <a:srgbClr val="000000"/>
                </a:solidFill>
                <a:prstDash val="solid"/>
                <a:headEnd type="none" w="med" len="med"/>
                <a:tailEnd type="none" w="med" len="med"/>
              </a:ln>
            </p:spPr>
          </p:sp>
          <p:sp>
            <p:nvSpPr>
              <p:cNvPr id="78864" name="Line 67"/>
              <p:cNvSpPr/>
              <p:nvPr/>
            </p:nvSpPr>
            <p:spPr>
              <a:xfrm>
                <a:off x="3924" y="2304"/>
                <a:ext cx="0" cy="176"/>
              </a:xfrm>
              <a:prstGeom prst="line">
                <a:avLst/>
              </a:prstGeom>
              <a:ln w="38100" cap="flat" cmpd="sng">
                <a:solidFill>
                  <a:srgbClr val="000000"/>
                </a:solidFill>
                <a:prstDash val="solid"/>
                <a:headEnd type="none" w="med" len="med"/>
                <a:tailEnd type="none" w="med" len="med"/>
              </a:ln>
            </p:spPr>
          </p:sp>
          <p:sp>
            <p:nvSpPr>
              <p:cNvPr id="863300" name="Text Box 68"/>
              <p:cNvSpPr txBox="1">
                <a:spLocks noChangeArrowheads="1"/>
              </p:cNvSpPr>
              <p:nvPr/>
            </p:nvSpPr>
            <p:spPr bwMode="auto">
              <a:xfrm>
                <a:off x="4320" y="2544"/>
                <a:ext cx="384"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3301" name="Text Box 69"/>
              <p:cNvSpPr txBox="1">
                <a:spLocks noChangeArrowheads="1"/>
              </p:cNvSpPr>
              <p:nvPr/>
            </p:nvSpPr>
            <p:spPr bwMode="auto">
              <a:xfrm>
                <a:off x="3600" y="2592"/>
                <a:ext cx="432"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8867" name="Line 70"/>
              <p:cNvSpPr/>
              <p:nvPr/>
            </p:nvSpPr>
            <p:spPr>
              <a:xfrm>
                <a:off x="3936" y="3072"/>
                <a:ext cx="0" cy="288"/>
              </a:xfrm>
              <a:prstGeom prst="line">
                <a:avLst/>
              </a:prstGeom>
              <a:ln w="38100" cap="flat" cmpd="sng">
                <a:solidFill>
                  <a:schemeClr val="tx1"/>
                </a:solidFill>
                <a:prstDash val="solid"/>
                <a:headEnd type="none" w="med" len="med"/>
                <a:tailEnd type="none" w="med" len="med"/>
              </a:ln>
            </p:spPr>
          </p:sp>
          <p:sp>
            <p:nvSpPr>
              <p:cNvPr id="78868" name="Line 71"/>
              <p:cNvSpPr/>
              <p:nvPr/>
            </p:nvSpPr>
            <p:spPr>
              <a:xfrm>
                <a:off x="4656" y="3072"/>
                <a:ext cx="0" cy="288"/>
              </a:xfrm>
              <a:prstGeom prst="line">
                <a:avLst/>
              </a:prstGeom>
              <a:ln w="38100" cap="flat" cmpd="sng">
                <a:solidFill>
                  <a:schemeClr val="tx1"/>
                </a:solidFill>
                <a:prstDash val="solid"/>
                <a:headEnd type="none" w="med" len="med"/>
                <a:tailEnd type="none" w="med" len="med"/>
              </a:ln>
            </p:spPr>
          </p:sp>
        </p:grpSp>
        <p:sp>
          <p:nvSpPr>
            <p:cNvPr id="863305" name="Text Box 73"/>
            <p:cNvSpPr txBox="1">
              <a:spLocks noChangeArrowheads="1"/>
            </p:cNvSpPr>
            <p:nvPr/>
          </p:nvSpPr>
          <p:spPr bwMode="auto">
            <a:xfrm>
              <a:off x="4552" y="3819"/>
              <a:ext cx="777"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3235"/>
                                        </p:tgtEl>
                                        <p:attrNameLst>
                                          <p:attrName>style.visibility</p:attrName>
                                        </p:attrNameLst>
                                      </p:cBhvr>
                                      <p:to>
                                        <p:strVal val="visible"/>
                                      </p:to>
                                    </p:set>
                                    <p:animEffect transition="in" filter="blinds(horizontal)">
                                      <p:cBhvr>
                                        <p:cTn id="7" dur="500"/>
                                        <p:tgtEl>
                                          <p:spTgt spid="86323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63236">
                                            <p:txEl>
                                              <p:charRg st="0" end="26"/>
                                            </p:txEl>
                                          </p:spTgt>
                                        </p:tgtEl>
                                        <p:attrNameLst>
                                          <p:attrName>style.visibility</p:attrName>
                                        </p:attrNameLst>
                                      </p:cBhvr>
                                      <p:to>
                                        <p:strVal val="visible"/>
                                      </p:to>
                                    </p:set>
                                    <p:animEffect transition="in" filter="strips(downRight)">
                                      <p:cBhvr>
                                        <p:cTn id="12" dur="500"/>
                                        <p:tgtEl>
                                          <p:spTgt spid="863236">
                                            <p:txEl>
                                              <p:charRg st="0" end="26"/>
                                            </p:txEl>
                                          </p:spTgt>
                                        </p:tgtEl>
                                      </p:cBhvr>
                                    </p:animEffect>
                                  </p:childTnLst>
                                </p:cTn>
                              </p:par>
                            </p:childTnLst>
                          </p:cTn>
                        </p:par>
                        <p:par>
                          <p:cTn id="13" fill="hold">
                            <p:stCondLst>
                              <p:cond delay="500"/>
                            </p:stCondLst>
                            <p:childTnLst>
                              <p:par>
                                <p:cTn id="14" presetID="17"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000000"/>
                                          </p:val>
                                        </p:tav>
                                        <p:tav tm="100000">
                                          <p:val>
                                            <p:strVal val="#ppt_w"/>
                                          </p:val>
                                        </p:tav>
                                      </p:tavLst>
                                    </p:anim>
                                    <p:anim calcmode="lin" valueType="num">
                                      <p:cBhvr>
                                        <p:cTn id="17"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863236">
                                            <p:txEl>
                                              <p:charRg st="26" end="33"/>
                                            </p:txEl>
                                          </p:spTgt>
                                        </p:tgtEl>
                                        <p:attrNameLst>
                                          <p:attrName>style.visibility</p:attrName>
                                        </p:attrNameLst>
                                      </p:cBhvr>
                                      <p:to>
                                        <p:strVal val="visible"/>
                                      </p:to>
                                    </p:set>
                                    <p:animEffect transition="in" filter="strips(downRight)">
                                      <p:cBhvr>
                                        <p:cTn id="22" dur="500"/>
                                        <p:tgtEl>
                                          <p:spTgt spid="863236">
                                            <p:txEl>
                                              <p:charRg st="26" end="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863237"/>
                                        </p:tgtEl>
                                        <p:attrNameLst>
                                          <p:attrName>style.visibility</p:attrName>
                                        </p:attrNameLst>
                                      </p:cBhvr>
                                      <p:to>
                                        <p:strVal val="visible"/>
                                      </p:to>
                                    </p:set>
                                    <p:animEffect transition="in" filter="strips(downRight)">
                                      <p:cBhvr>
                                        <p:cTn id="27" dur="500"/>
                                        <p:tgtEl>
                                          <p:spTgt spid="8632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63282"/>
                                        </p:tgtEl>
                                        <p:attrNameLst>
                                          <p:attrName>style.visibility</p:attrName>
                                        </p:attrNameLst>
                                      </p:cBhvr>
                                      <p:to>
                                        <p:strVal val="visible"/>
                                      </p:to>
                                    </p:set>
                                    <p:animEffect transition="in" filter="wipe(left)">
                                      <p:cBhvr>
                                        <p:cTn id="32" dur="500"/>
                                        <p:tgtEl>
                                          <p:spTgt spid="863282"/>
                                        </p:tgtEl>
                                      </p:cBhvr>
                                    </p:animEffect>
                                  </p:childTnLst>
                                </p:cTn>
                              </p:par>
                            </p:childTnLst>
                          </p:cTn>
                        </p:par>
                        <p:par>
                          <p:cTn id="33" fill="hold">
                            <p:stCondLst>
                              <p:cond delay="500"/>
                            </p:stCondLst>
                            <p:childTnLst>
                              <p:par>
                                <p:cTn id="34" presetID="17" presetClass="entr" presetSubtype="8"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ppt_x</p:attrName>
                                        </p:attrNameLst>
                                      </p:cBhvr>
                                      <p:tavLst>
                                        <p:tav tm="0">
                                          <p:val>
                                            <p:strVal val="#ppt_x-#ppt_w/2"/>
                                          </p:val>
                                        </p:tav>
                                        <p:tav tm="100000">
                                          <p:val>
                                            <p:strVal val="#ppt_x"/>
                                          </p:val>
                                        </p:tav>
                                      </p:tavLst>
                                    </p:anim>
                                    <p:anim calcmode="lin" valueType="num">
                                      <p:cBhvr>
                                        <p:cTn id="37" dur="500" fill="hold"/>
                                        <p:tgtEl>
                                          <p:spTgt spid="12"/>
                                        </p:tgtEl>
                                        <p:attrNameLst>
                                          <p:attrName>ppt_y</p:attrName>
                                        </p:attrNameLst>
                                      </p:cBhvr>
                                      <p:tavLst>
                                        <p:tav tm="0">
                                          <p:val>
                                            <p:strVal val="#ppt_y"/>
                                          </p:val>
                                        </p:tav>
                                        <p:tav tm="100000">
                                          <p:val>
                                            <p:strVal val="#ppt_y"/>
                                          </p:val>
                                        </p:tav>
                                      </p:tavLst>
                                    </p:anim>
                                    <p:anim calcmode="lin" valueType="num">
                                      <p:cBhvr>
                                        <p:cTn id="38" dur="500" fill="hold"/>
                                        <p:tgtEl>
                                          <p:spTgt spid="12"/>
                                        </p:tgtEl>
                                        <p:attrNameLst>
                                          <p:attrName>ppt_w</p:attrName>
                                        </p:attrNameLst>
                                      </p:cBhvr>
                                      <p:tavLst>
                                        <p:tav tm="0">
                                          <p:val>
                                            <p:fltVal val="0.000000"/>
                                          </p:val>
                                        </p:tav>
                                        <p:tav tm="100000">
                                          <p:val>
                                            <p:strVal val="#ppt_w"/>
                                          </p:val>
                                        </p:tav>
                                      </p:tavLst>
                                    </p:anim>
                                    <p:anim calcmode="lin" valueType="num">
                                      <p:cBhvr>
                                        <p:cTn id="39"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35" grpId="0"/>
      <p:bldP spid="863236" grpId="0" build="p"/>
      <p:bldP spid="86328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4259" name="Rectangle 3"/>
          <p:cNvSpPr>
            <a:spLocks noChangeArrowheads="1"/>
          </p:cNvSpPr>
          <p:nvPr/>
        </p:nvSpPr>
        <p:spPr bwMode="auto">
          <a:xfrm>
            <a:off x="685800" y="685800"/>
            <a:ext cx="39624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其</a:t>
            </a:r>
            <a:r>
              <a:rPr kumimoji="1" lang="zh-CN" altLang="en-US" sz="24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等效阻抗</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见图</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，为</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4260" name="Object 4"/>
          <p:cNvGraphicFramePr>
            <a:graphicFrameLocks noChangeAspect="1"/>
          </p:cNvGraphicFramePr>
          <p:nvPr/>
        </p:nvGraphicFramePr>
        <p:xfrm>
          <a:off x="1371600" y="1219200"/>
          <a:ext cx="2824163" cy="2317750"/>
        </p:xfrm>
        <a:graphic>
          <a:graphicData uri="http://schemas.openxmlformats.org/presentationml/2006/ole">
            <mc:AlternateContent xmlns:mc="http://schemas.openxmlformats.org/markup-compatibility/2006">
              <mc:Choice xmlns:v="urn:schemas-microsoft-com:vml" Requires="v">
                <p:oleObj spid="_x0000_s3382" name="" r:id="rId1" imgW="1219200" imgH="1130300" progId="Equation.DSMT4">
                  <p:embed/>
                </p:oleObj>
              </mc:Choice>
              <mc:Fallback>
                <p:oleObj name="" r:id="rId1" imgW="1219200" imgH="1130300" progId="Equation.DSMT4">
                  <p:embed/>
                  <p:pic>
                    <p:nvPicPr>
                      <p:cNvPr id="0" name="图片 3381"/>
                      <p:cNvPicPr/>
                      <p:nvPr/>
                    </p:nvPicPr>
                    <p:blipFill>
                      <a:blip r:embed="rId2"/>
                      <a:stretch>
                        <a:fillRect/>
                      </a:stretch>
                    </p:blipFill>
                    <p:spPr>
                      <a:xfrm>
                        <a:off x="1371600" y="1219200"/>
                        <a:ext cx="2824163" cy="2317750"/>
                      </a:xfrm>
                      <a:prstGeom prst="rect">
                        <a:avLst/>
                      </a:prstGeom>
                      <a:noFill/>
                      <a:ln w="38100">
                        <a:noFill/>
                        <a:miter/>
                      </a:ln>
                    </p:spPr>
                  </p:pic>
                </p:oleObj>
              </mc:Fallback>
            </mc:AlternateContent>
          </a:graphicData>
        </a:graphic>
      </p:graphicFrame>
      <p:grpSp>
        <p:nvGrpSpPr>
          <p:cNvPr id="2" name="Group 47"/>
          <p:cNvGrpSpPr/>
          <p:nvPr/>
        </p:nvGrpSpPr>
        <p:grpSpPr>
          <a:xfrm>
            <a:off x="5867400" y="685800"/>
            <a:ext cx="3252788" cy="2238375"/>
            <a:chOff x="3696" y="432"/>
            <a:chExt cx="2049" cy="1410"/>
          </a:xfrm>
        </p:grpSpPr>
        <p:grpSp>
          <p:nvGrpSpPr>
            <p:cNvPr id="79896" name="Group 6"/>
            <p:cNvGrpSpPr/>
            <p:nvPr/>
          </p:nvGrpSpPr>
          <p:grpSpPr>
            <a:xfrm>
              <a:off x="3696" y="432"/>
              <a:ext cx="2049" cy="1056"/>
              <a:chOff x="3600" y="2304"/>
              <a:chExt cx="1680" cy="1056"/>
            </a:xfrm>
          </p:grpSpPr>
          <p:grpSp>
            <p:nvGrpSpPr>
              <p:cNvPr id="79899" name="Group 7"/>
              <p:cNvGrpSpPr/>
              <p:nvPr/>
            </p:nvGrpSpPr>
            <p:grpSpPr>
              <a:xfrm>
                <a:off x="4549" y="2414"/>
                <a:ext cx="161" cy="660"/>
                <a:chOff x="2091" y="573"/>
                <a:chExt cx="220" cy="907"/>
              </a:xfrm>
            </p:grpSpPr>
            <p:sp>
              <p:nvSpPr>
                <p:cNvPr id="79914" name="Line 8"/>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9915" name="Oval 9"/>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6" name="Oval 10"/>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7" name="Oval 11"/>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8" name="Rectangle 12"/>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9900" name="Line 13"/>
              <p:cNvSpPr/>
              <p:nvPr/>
            </p:nvSpPr>
            <p:spPr>
              <a:xfrm flipV="1">
                <a:off x="3934" y="2304"/>
                <a:ext cx="1298" cy="10"/>
              </a:xfrm>
              <a:prstGeom prst="line">
                <a:avLst/>
              </a:prstGeom>
              <a:ln w="38100" cap="flat" cmpd="sng">
                <a:solidFill>
                  <a:srgbClr val="000000"/>
                </a:solidFill>
                <a:prstDash val="solid"/>
                <a:headEnd type="none" w="med" len="med"/>
                <a:tailEnd type="none" w="med" len="med"/>
              </a:ln>
            </p:spPr>
          </p:sp>
          <p:sp>
            <p:nvSpPr>
              <p:cNvPr id="79901" name="Line 14"/>
              <p:cNvSpPr/>
              <p:nvPr/>
            </p:nvSpPr>
            <p:spPr>
              <a:xfrm>
                <a:off x="3936" y="3360"/>
                <a:ext cx="1344" cy="0"/>
              </a:xfrm>
              <a:prstGeom prst="line">
                <a:avLst/>
              </a:prstGeom>
              <a:ln w="38100" cap="flat" cmpd="sng">
                <a:solidFill>
                  <a:srgbClr val="000000"/>
                </a:solidFill>
                <a:prstDash val="solid"/>
                <a:headEnd type="none" w="med" len="med"/>
                <a:tailEnd type="none" w="med" len="med"/>
              </a:ln>
            </p:spPr>
          </p:sp>
          <p:grpSp>
            <p:nvGrpSpPr>
              <p:cNvPr id="79902" name="Group 15"/>
              <p:cNvGrpSpPr/>
              <p:nvPr/>
            </p:nvGrpSpPr>
            <p:grpSpPr>
              <a:xfrm>
                <a:off x="3829" y="2445"/>
                <a:ext cx="161" cy="660"/>
                <a:chOff x="2091" y="573"/>
                <a:chExt cx="220" cy="907"/>
              </a:xfrm>
            </p:grpSpPr>
            <p:sp>
              <p:nvSpPr>
                <p:cNvPr id="79909" name="Line 16"/>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79910" name="Oval 17"/>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1" name="Oval 18"/>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2" name="Oval 19"/>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913" name="Rectangle 20"/>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79903" name="Line 21"/>
              <p:cNvSpPr/>
              <p:nvPr/>
            </p:nvSpPr>
            <p:spPr>
              <a:xfrm>
                <a:off x="4641" y="2308"/>
                <a:ext cx="0" cy="146"/>
              </a:xfrm>
              <a:prstGeom prst="line">
                <a:avLst/>
              </a:prstGeom>
              <a:ln w="38100" cap="flat" cmpd="sng">
                <a:solidFill>
                  <a:srgbClr val="000000"/>
                </a:solidFill>
                <a:prstDash val="solid"/>
                <a:headEnd type="none" w="med" len="med"/>
                <a:tailEnd type="none" w="med" len="med"/>
              </a:ln>
            </p:spPr>
          </p:sp>
          <p:sp>
            <p:nvSpPr>
              <p:cNvPr id="79904" name="Line 22"/>
              <p:cNvSpPr/>
              <p:nvPr/>
            </p:nvSpPr>
            <p:spPr>
              <a:xfrm>
                <a:off x="3924" y="2304"/>
                <a:ext cx="0" cy="176"/>
              </a:xfrm>
              <a:prstGeom prst="line">
                <a:avLst/>
              </a:prstGeom>
              <a:ln w="38100" cap="flat" cmpd="sng">
                <a:solidFill>
                  <a:srgbClr val="000000"/>
                </a:solidFill>
                <a:prstDash val="solid"/>
                <a:headEnd type="none" w="med" len="med"/>
                <a:tailEnd type="none" w="med" len="med"/>
              </a:ln>
            </p:spPr>
          </p:sp>
          <p:sp>
            <p:nvSpPr>
              <p:cNvPr id="864279" name="Text Box 23"/>
              <p:cNvSpPr txBox="1">
                <a:spLocks noChangeArrowheads="1"/>
              </p:cNvSpPr>
              <p:nvPr/>
            </p:nvSpPr>
            <p:spPr bwMode="auto">
              <a:xfrm>
                <a:off x="4320" y="2544"/>
                <a:ext cx="384"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4280" name="Text Box 24"/>
              <p:cNvSpPr txBox="1">
                <a:spLocks noChangeArrowheads="1"/>
              </p:cNvSpPr>
              <p:nvPr/>
            </p:nvSpPr>
            <p:spPr bwMode="auto">
              <a:xfrm>
                <a:off x="3600" y="2592"/>
                <a:ext cx="432"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kern="1200" cap="none" spc="0" normalizeH="0" baseline="-25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9907" name="Line 25"/>
              <p:cNvSpPr/>
              <p:nvPr/>
            </p:nvSpPr>
            <p:spPr>
              <a:xfrm>
                <a:off x="3936" y="3072"/>
                <a:ext cx="0" cy="288"/>
              </a:xfrm>
              <a:prstGeom prst="line">
                <a:avLst/>
              </a:prstGeom>
              <a:ln w="38100" cap="flat" cmpd="sng">
                <a:solidFill>
                  <a:schemeClr val="tx1"/>
                </a:solidFill>
                <a:prstDash val="solid"/>
                <a:headEnd type="none" w="med" len="med"/>
                <a:tailEnd type="none" w="med" len="med"/>
              </a:ln>
            </p:spPr>
          </p:sp>
          <p:sp>
            <p:nvSpPr>
              <p:cNvPr id="79908" name="Line 26"/>
              <p:cNvSpPr/>
              <p:nvPr/>
            </p:nvSpPr>
            <p:spPr>
              <a:xfrm>
                <a:off x="4656" y="3072"/>
                <a:ext cx="0" cy="288"/>
              </a:xfrm>
              <a:prstGeom prst="line">
                <a:avLst/>
              </a:prstGeom>
              <a:ln w="38100" cap="flat" cmpd="sng">
                <a:solidFill>
                  <a:schemeClr val="tx1"/>
                </a:solidFill>
                <a:prstDash val="solid"/>
                <a:headEnd type="none" w="med" len="med"/>
                <a:tailEnd type="none" w="med" len="med"/>
              </a:ln>
            </p:spPr>
          </p:sp>
        </p:grpSp>
        <p:sp>
          <p:nvSpPr>
            <p:cNvPr id="864283" name="Text Box 27"/>
            <p:cNvSpPr txBox="1">
              <a:spLocks noChangeArrowheads="1"/>
            </p:cNvSpPr>
            <p:nvPr/>
          </p:nvSpPr>
          <p:spPr bwMode="auto">
            <a:xfrm>
              <a:off x="4595" y="1554"/>
              <a:ext cx="644"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9898" name="Text Box 28"/>
            <p:cNvSpPr txBox="1"/>
            <p:nvPr/>
          </p:nvSpPr>
          <p:spPr>
            <a:xfrm>
              <a:off x="5136" y="816"/>
              <a:ext cx="41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Z</a:t>
              </a:r>
              <a:r>
                <a:rPr lang="en-US" altLang="zh-CN" sz="2400" b="1" baseline="-25000" dirty="0">
                  <a:latin typeface="Times New Roman" panose="02020603050405020304" pitchFamily="18" charset="0"/>
                  <a:ea typeface="华文中宋" panose="02010600040101010101" pitchFamily="2" charset="-122"/>
                </a:rPr>
                <a:t>O</a:t>
              </a:r>
              <a:endParaRPr lang="en-US" altLang="zh-CN" sz="2400" b="1" i="1" baseline="-25000" dirty="0">
                <a:latin typeface="Times New Roman" panose="02020603050405020304" pitchFamily="18" charset="0"/>
                <a:ea typeface="华文中宋" panose="02010600040101010101" pitchFamily="2" charset="-122"/>
              </a:endParaRPr>
            </a:p>
          </p:txBody>
        </p:sp>
      </p:grpSp>
      <p:grpSp>
        <p:nvGrpSpPr>
          <p:cNvPr id="6" name="Group 48"/>
          <p:cNvGrpSpPr/>
          <p:nvPr/>
        </p:nvGrpSpPr>
        <p:grpSpPr>
          <a:xfrm>
            <a:off x="6248400" y="3657600"/>
            <a:ext cx="2209800" cy="2579688"/>
            <a:chOff x="3936" y="2304"/>
            <a:chExt cx="1392" cy="1625"/>
          </a:xfrm>
        </p:grpSpPr>
        <p:sp>
          <p:nvSpPr>
            <p:cNvPr id="864286" name="Text Box 30"/>
            <p:cNvSpPr txBox="1">
              <a:spLocks noChangeArrowheads="1"/>
            </p:cNvSpPr>
            <p:nvPr/>
          </p:nvSpPr>
          <p:spPr bwMode="auto">
            <a:xfrm>
              <a:off x="4360" y="3641"/>
              <a:ext cx="425" cy="288"/>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endParaRPr kumimoji="1" lang="en-US" altLang="zh-CN" sz="2400"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9882" name="Line 31"/>
            <p:cNvSpPr/>
            <p:nvPr/>
          </p:nvSpPr>
          <p:spPr>
            <a:xfrm>
              <a:off x="4080" y="2400"/>
              <a:ext cx="0" cy="1200"/>
            </a:xfrm>
            <a:prstGeom prst="line">
              <a:avLst/>
            </a:prstGeom>
            <a:ln w="38100" cap="flat" cmpd="sng">
              <a:solidFill>
                <a:schemeClr val="tx1"/>
              </a:solidFill>
              <a:prstDash val="solid"/>
              <a:headEnd type="none" w="med" len="med"/>
              <a:tailEnd type="none" w="med" len="med"/>
            </a:ln>
          </p:spPr>
        </p:sp>
        <p:sp>
          <p:nvSpPr>
            <p:cNvPr id="79883" name="Rectangle 32"/>
            <p:cNvSpPr/>
            <p:nvPr/>
          </p:nvSpPr>
          <p:spPr>
            <a:xfrm>
              <a:off x="4032" y="2592"/>
              <a:ext cx="96" cy="288"/>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884" name="Oval 33"/>
            <p:cNvSpPr/>
            <p:nvPr/>
          </p:nvSpPr>
          <p:spPr>
            <a:xfrm>
              <a:off x="3936" y="3072"/>
              <a:ext cx="288" cy="288"/>
            </a:xfrm>
            <a:prstGeom prst="ellipse">
              <a:avLst/>
            </a:prstGeom>
            <a:noFill/>
            <a:ln w="381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885" name="Line 34"/>
            <p:cNvSpPr/>
            <p:nvPr/>
          </p:nvSpPr>
          <p:spPr>
            <a:xfrm>
              <a:off x="4080" y="2400"/>
              <a:ext cx="864" cy="0"/>
            </a:xfrm>
            <a:prstGeom prst="line">
              <a:avLst/>
            </a:prstGeom>
            <a:ln w="38100" cap="flat" cmpd="sng">
              <a:solidFill>
                <a:schemeClr val="tx1"/>
              </a:solidFill>
              <a:prstDash val="solid"/>
              <a:headEnd type="none" w="med" len="med"/>
              <a:tailEnd type="none" w="med" len="med"/>
            </a:ln>
          </p:spPr>
        </p:sp>
        <p:sp>
          <p:nvSpPr>
            <p:cNvPr id="79886" name="Line 35"/>
            <p:cNvSpPr/>
            <p:nvPr/>
          </p:nvSpPr>
          <p:spPr>
            <a:xfrm>
              <a:off x="4080" y="3600"/>
              <a:ext cx="864" cy="0"/>
            </a:xfrm>
            <a:prstGeom prst="line">
              <a:avLst/>
            </a:prstGeom>
            <a:ln w="38100" cap="flat" cmpd="sng">
              <a:solidFill>
                <a:schemeClr val="tx1"/>
              </a:solidFill>
              <a:prstDash val="solid"/>
              <a:headEnd type="none" w="med" len="med"/>
              <a:tailEnd type="none" w="med" len="med"/>
            </a:ln>
          </p:spPr>
        </p:sp>
        <p:sp>
          <p:nvSpPr>
            <p:cNvPr id="79887" name="Line 36"/>
            <p:cNvSpPr/>
            <p:nvPr/>
          </p:nvSpPr>
          <p:spPr>
            <a:xfrm>
              <a:off x="4944" y="2400"/>
              <a:ext cx="0" cy="1200"/>
            </a:xfrm>
            <a:prstGeom prst="line">
              <a:avLst/>
            </a:prstGeom>
            <a:ln w="38100" cap="flat" cmpd="sng">
              <a:solidFill>
                <a:schemeClr val="tx1"/>
              </a:solidFill>
              <a:prstDash val="solid"/>
              <a:headEnd type="none" w="med" len="med"/>
              <a:tailEnd type="none" w="med" len="med"/>
            </a:ln>
          </p:spPr>
        </p:sp>
        <p:sp>
          <p:nvSpPr>
            <p:cNvPr id="79888" name="Rectangle 37"/>
            <p:cNvSpPr/>
            <p:nvPr/>
          </p:nvSpPr>
          <p:spPr>
            <a:xfrm>
              <a:off x="4896" y="2832"/>
              <a:ext cx="96" cy="288"/>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79889" name="Text Box 38"/>
            <p:cNvSpPr txBox="1"/>
            <p:nvPr/>
          </p:nvSpPr>
          <p:spPr>
            <a:xfrm>
              <a:off x="4224" y="3072"/>
              <a:ext cx="57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 </a:t>
              </a:r>
              <a:r>
                <a:rPr lang="en-US" altLang="zh-CN" sz="2400" b="1" baseline="-25000" dirty="0">
                  <a:latin typeface="Times New Roman" panose="02020603050405020304" pitchFamily="18" charset="0"/>
                  <a:ea typeface="华文中宋" panose="02010600040101010101" pitchFamily="2" charset="-122"/>
                </a:rPr>
                <a:t>OC </a:t>
              </a:r>
              <a:endParaRPr lang="en-US" altLang="zh-CN" sz="2400" b="1" i="1" baseline="-25000" dirty="0">
                <a:latin typeface="Times New Roman" panose="02020603050405020304" pitchFamily="18" charset="0"/>
                <a:ea typeface="华文中宋" panose="02010600040101010101" pitchFamily="2" charset="-122"/>
              </a:endParaRPr>
            </a:p>
          </p:txBody>
        </p:sp>
        <p:sp>
          <p:nvSpPr>
            <p:cNvPr id="79890" name="Text Box 39"/>
            <p:cNvSpPr txBox="1"/>
            <p:nvPr/>
          </p:nvSpPr>
          <p:spPr>
            <a:xfrm>
              <a:off x="4128" y="254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Z</a:t>
              </a:r>
              <a:r>
                <a:rPr lang="en-US" altLang="zh-CN" sz="2400" b="1" baseline="-25000" dirty="0">
                  <a:latin typeface="Times New Roman" panose="02020603050405020304" pitchFamily="18" charset="0"/>
                  <a:ea typeface="华文中宋" panose="02010600040101010101" pitchFamily="2" charset="-122"/>
                </a:rPr>
                <a:t>O</a:t>
              </a:r>
              <a:endParaRPr lang="en-US" altLang="zh-CN" sz="2400" b="1" i="1" baseline="-25000" dirty="0">
                <a:latin typeface="Times New Roman" panose="02020603050405020304" pitchFamily="18" charset="0"/>
                <a:ea typeface="华文中宋" panose="02010600040101010101" pitchFamily="2" charset="-122"/>
              </a:endParaRPr>
            </a:p>
          </p:txBody>
        </p:sp>
        <p:sp>
          <p:nvSpPr>
            <p:cNvPr id="79891" name="Text Box 40"/>
            <p:cNvSpPr txBox="1"/>
            <p:nvPr/>
          </p:nvSpPr>
          <p:spPr>
            <a:xfrm>
              <a:off x="4176" y="288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t>
              </a:r>
              <a:endParaRPr lang="en-US" altLang="zh-CN" sz="2400" b="1" baseline="-25000" dirty="0">
                <a:latin typeface="Times New Roman" panose="02020603050405020304" pitchFamily="18" charset="0"/>
                <a:ea typeface="华文中宋" panose="02010600040101010101" pitchFamily="2" charset="-122"/>
              </a:endParaRPr>
            </a:p>
          </p:txBody>
        </p:sp>
        <p:sp>
          <p:nvSpPr>
            <p:cNvPr id="79892" name="Text Box 41"/>
            <p:cNvSpPr txBox="1"/>
            <p:nvPr/>
          </p:nvSpPr>
          <p:spPr>
            <a:xfrm>
              <a:off x="4128" y="326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sp>
          <p:nvSpPr>
            <p:cNvPr id="79893" name="Text Box 42"/>
            <p:cNvSpPr txBox="1"/>
            <p:nvPr/>
          </p:nvSpPr>
          <p:spPr>
            <a:xfrm>
              <a:off x="4992" y="283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79894" name="Text Box 43"/>
            <p:cNvSpPr txBox="1"/>
            <p:nvPr/>
          </p:nvSpPr>
          <p:spPr>
            <a:xfrm>
              <a:off x="4944" y="23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baseline="-25000" dirty="0">
                  <a:latin typeface="Times New Roman" panose="02020603050405020304" pitchFamily="18" charset="0"/>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3</a:t>
              </a:r>
              <a:endParaRPr lang="en-US" altLang="zh-CN" sz="2400" b="1" baseline="-25000" dirty="0">
                <a:latin typeface="Times New Roman" panose="02020603050405020304" pitchFamily="18" charset="0"/>
                <a:ea typeface="华文中宋" panose="02010600040101010101" pitchFamily="2" charset="-122"/>
              </a:endParaRPr>
            </a:p>
          </p:txBody>
        </p:sp>
        <p:sp>
          <p:nvSpPr>
            <p:cNvPr id="79895" name="Line 44"/>
            <p:cNvSpPr/>
            <p:nvPr/>
          </p:nvSpPr>
          <p:spPr>
            <a:xfrm>
              <a:off x="4944" y="2448"/>
              <a:ext cx="0" cy="192"/>
            </a:xfrm>
            <a:prstGeom prst="line">
              <a:avLst/>
            </a:prstGeom>
            <a:ln w="38100" cap="flat" cmpd="sng">
              <a:solidFill>
                <a:schemeClr val="tx1"/>
              </a:solidFill>
              <a:prstDash val="solid"/>
              <a:headEnd type="none" w="med" len="med"/>
              <a:tailEnd type="triangle" w="med" len="med"/>
            </a:ln>
          </p:spPr>
        </p:sp>
      </p:grpSp>
      <p:sp>
        <p:nvSpPr>
          <p:cNvPr id="864301" name="Rectangle 45"/>
          <p:cNvSpPr>
            <a:spLocks noChangeArrowheads="1"/>
          </p:cNvSpPr>
          <p:nvPr/>
        </p:nvSpPr>
        <p:spPr bwMode="auto">
          <a:xfrm>
            <a:off x="609600" y="3581400"/>
            <a:ext cx="4538663"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其</a:t>
            </a:r>
            <a:r>
              <a:rPr kumimoji="1" lang="zh-CN" altLang="en-US" sz="2400" b="1" i="0" u="none" strike="noStrike" kern="1200" cap="none" spc="0" normalizeH="0" baseline="0" noProof="0">
                <a:ln>
                  <a:noFill/>
                </a:ln>
                <a:solidFill>
                  <a:srgbClr val="FF505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戴维南等效电路</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见图</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(d)</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4302" name="Object 46"/>
          <p:cNvGraphicFramePr>
            <a:graphicFrameLocks noChangeAspect="1"/>
          </p:cNvGraphicFramePr>
          <p:nvPr/>
        </p:nvGraphicFramePr>
        <p:xfrm>
          <a:off x="1568450" y="4114800"/>
          <a:ext cx="2735263" cy="2397125"/>
        </p:xfrm>
        <a:graphic>
          <a:graphicData uri="http://schemas.openxmlformats.org/presentationml/2006/ole">
            <mc:AlternateContent xmlns:mc="http://schemas.openxmlformats.org/markup-compatibility/2006">
              <mc:Choice xmlns:v="urn:schemas-microsoft-com:vml" Requires="v">
                <p:oleObj spid="_x0000_s3383" name="" r:id="rId3" imgW="1181100" imgH="1168400" progId="Equation.3">
                  <p:embed/>
                </p:oleObj>
              </mc:Choice>
              <mc:Fallback>
                <p:oleObj name="" r:id="rId3" imgW="1181100" imgH="1168400" progId="Equation.3">
                  <p:embed/>
                  <p:pic>
                    <p:nvPicPr>
                      <p:cNvPr id="0" name="图片 3382"/>
                      <p:cNvPicPr/>
                      <p:nvPr/>
                    </p:nvPicPr>
                    <p:blipFill>
                      <a:blip r:embed="rId4"/>
                      <a:stretch>
                        <a:fillRect/>
                      </a:stretch>
                    </p:blipFill>
                    <p:spPr>
                      <a:xfrm>
                        <a:off x="1568450" y="4114800"/>
                        <a:ext cx="2735263" cy="23971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4259"/>
                                        </p:tgtEl>
                                        <p:attrNameLst>
                                          <p:attrName>style.visibility</p:attrName>
                                        </p:attrNameLst>
                                      </p:cBhvr>
                                      <p:to>
                                        <p:strVal val="visible"/>
                                      </p:to>
                                    </p:set>
                                    <p:animEffect transition="in" filter="wipe(left)">
                                      <p:cBhvr>
                                        <p:cTn id="7" dur="500"/>
                                        <p:tgtEl>
                                          <p:spTgt spid="864259"/>
                                        </p:tgtEl>
                                      </p:cBhvr>
                                    </p:animEffect>
                                  </p:childTnLst>
                                </p:cTn>
                              </p:par>
                            </p:childTnLst>
                          </p:cTn>
                        </p:par>
                        <p:par>
                          <p:cTn id="8" fill="hold">
                            <p:stCondLst>
                              <p:cond delay="500"/>
                            </p:stCondLst>
                            <p:childTnLst>
                              <p:par>
                                <p:cTn id="9" presetID="17"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100000">
                                          <p:val>
                                            <p:strVal val="#ppt_x"/>
                                          </p:val>
                                        </p:tav>
                                      </p:tavLst>
                                    </p:anim>
                                    <p:anim calcmode="lin" valueType="num">
                                      <p:cBhvr>
                                        <p:cTn id="12" dur="500" fill="hold"/>
                                        <p:tgtEl>
                                          <p:spTgt spid="2"/>
                                        </p:tgtEl>
                                        <p:attrNameLst>
                                          <p:attrName>ppt_y</p:attrName>
                                        </p:attrNameLst>
                                      </p:cBhvr>
                                      <p:tavLst>
                                        <p:tav tm="0">
                                          <p:val>
                                            <p:strVal val="#ppt_y-#ppt_h/2"/>
                                          </p:val>
                                        </p:tav>
                                        <p:tav tm="100000">
                                          <p:val>
                                            <p:strVal val="#ppt_y"/>
                                          </p:val>
                                        </p:tav>
                                      </p:tavLst>
                                    </p:anim>
                                    <p:anim calcmode="lin" valueType="num">
                                      <p:cBhvr>
                                        <p:cTn id="13" dur="500" fill="hold"/>
                                        <p:tgtEl>
                                          <p:spTgt spid="2"/>
                                        </p:tgtEl>
                                        <p:attrNameLst>
                                          <p:attrName>ppt_w</p:attrName>
                                        </p:attrNameLst>
                                      </p:cBhvr>
                                      <p:tavLst>
                                        <p:tav tm="0">
                                          <p:val>
                                            <p:strVal val="#ppt_w"/>
                                          </p:val>
                                        </p:tav>
                                        <p:tav tm="100000">
                                          <p:val>
                                            <p:strVal val="#ppt_w"/>
                                          </p:val>
                                        </p:tav>
                                      </p:tavLst>
                                    </p:anim>
                                    <p:anim calcmode="lin" valueType="num">
                                      <p:cBhvr>
                                        <p:cTn id="1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864260"/>
                                        </p:tgtEl>
                                        <p:attrNameLst>
                                          <p:attrName>style.visibility</p:attrName>
                                        </p:attrNameLst>
                                      </p:cBhvr>
                                      <p:to>
                                        <p:strVal val="visible"/>
                                      </p:to>
                                    </p:set>
                                    <p:animEffect transition="in" filter="strips(downRight)">
                                      <p:cBhvr>
                                        <p:cTn id="19" dur="500"/>
                                        <p:tgtEl>
                                          <p:spTgt spid="86426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64301"/>
                                        </p:tgtEl>
                                        <p:attrNameLst>
                                          <p:attrName>style.visibility</p:attrName>
                                        </p:attrNameLst>
                                      </p:cBhvr>
                                      <p:to>
                                        <p:strVal val="visible"/>
                                      </p:to>
                                    </p:set>
                                    <p:animEffect transition="in" filter="wipe(left)">
                                      <p:cBhvr>
                                        <p:cTn id="24" dur="500"/>
                                        <p:tgtEl>
                                          <p:spTgt spid="864301"/>
                                        </p:tgtEl>
                                      </p:cBhvr>
                                    </p:animEffect>
                                  </p:childTnLst>
                                </p:cTn>
                              </p:par>
                            </p:childTnLst>
                          </p:cTn>
                        </p:par>
                        <p:par>
                          <p:cTn id="25" fill="hold">
                            <p:stCondLst>
                              <p:cond delay="500"/>
                            </p:stCondLst>
                            <p:childTnLst>
                              <p:par>
                                <p:cTn id="26" presetID="17" presetClass="entr" presetSubtype="8"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ppt_x</p:attrName>
                                        </p:attrNameLst>
                                      </p:cBhvr>
                                      <p:tavLst>
                                        <p:tav tm="0">
                                          <p:val>
                                            <p:strVal val="#ppt_x-#ppt_w/2"/>
                                          </p:val>
                                        </p:tav>
                                        <p:tav tm="100000">
                                          <p:val>
                                            <p:strVal val="#ppt_x"/>
                                          </p:val>
                                        </p:tav>
                                      </p:tavLst>
                                    </p:anim>
                                    <p:anim calcmode="lin" valueType="num">
                                      <p:cBhvr>
                                        <p:cTn id="29" dur="500" fill="hold"/>
                                        <p:tgtEl>
                                          <p:spTgt spid="6"/>
                                        </p:tgtEl>
                                        <p:attrNameLst>
                                          <p:attrName>ppt_y</p:attrName>
                                        </p:attrNameLst>
                                      </p:cBhvr>
                                      <p:tavLst>
                                        <p:tav tm="0">
                                          <p:val>
                                            <p:strVal val="#ppt_y"/>
                                          </p:val>
                                        </p:tav>
                                        <p:tav tm="100000">
                                          <p:val>
                                            <p:strVal val="#ppt_y"/>
                                          </p:val>
                                        </p:tav>
                                      </p:tavLst>
                                    </p:anim>
                                    <p:anim calcmode="lin" valueType="num">
                                      <p:cBhvr>
                                        <p:cTn id="30" dur="500" fill="hold"/>
                                        <p:tgtEl>
                                          <p:spTgt spid="6"/>
                                        </p:tgtEl>
                                        <p:attrNameLst>
                                          <p:attrName>ppt_w</p:attrName>
                                        </p:attrNameLst>
                                      </p:cBhvr>
                                      <p:tavLst>
                                        <p:tav tm="0">
                                          <p:val>
                                            <p:fltVal val="0.000000"/>
                                          </p:val>
                                        </p:tav>
                                        <p:tav tm="100000">
                                          <p:val>
                                            <p:strVal val="#ppt_w"/>
                                          </p:val>
                                        </p:tav>
                                      </p:tavLst>
                                    </p:anim>
                                    <p:anim calcmode="lin" valueType="num">
                                      <p:cBhvr>
                                        <p:cTn id="31"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864302"/>
                                        </p:tgtEl>
                                        <p:attrNameLst>
                                          <p:attrName>style.visibility</p:attrName>
                                        </p:attrNameLst>
                                      </p:cBhvr>
                                      <p:to>
                                        <p:strVal val="visible"/>
                                      </p:to>
                                    </p:set>
                                    <p:animEffect transition="in" filter="strips(downRight)">
                                      <p:cBhvr>
                                        <p:cTn id="36" dur="500"/>
                                        <p:tgtEl>
                                          <p:spTgt spid="864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59" grpId="0"/>
      <p:bldP spid="86430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5283" name="Rectangle 3"/>
          <p:cNvSpPr>
            <a:spLocks noChangeArrowheads="1"/>
          </p:cNvSpPr>
          <p:nvPr/>
        </p:nvSpPr>
        <p:spPr bwMode="auto">
          <a:xfrm>
            <a:off x="609600" y="457200"/>
            <a:ext cx="7467600" cy="979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3-12】</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用叠加原理求</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图中电容电压</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。已知</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Ù</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S</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=50 ∠ 0</a:t>
            </a:r>
            <a:r>
              <a:rPr kumimoji="0" lang="en-US" altLang="zh-CN" sz="2400" b="1" i="0" u="none" strike="noStrike" kern="1200" cap="none" spc="0" normalizeH="0" baseline="30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V,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Ì</a:t>
            </a:r>
            <a:r>
              <a:rPr kumimoji="0" lang="en-US" altLang="zh-CN" sz="2400" b="1" i="0"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S</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=10 ∠ 30</a:t>
            </a:r>
            <a:r>
              <a:rPr kumimoji="0" lang="en-US" altLang="zh-CN" sz="2400" b="1" i="0" u="none" strike="noStrike" kern="1200" cap="none" spc="0" normalizeH="0" baseline="30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0</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0" lang="en-US" altLang="zh-CN" sz="2400" b="1" i="1"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=5 Ω,  </a:t>
            </a:r>
            <a:r>
              <a:rPr kumimoji="0"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0" lang="en-US" altLang="zh-CN" sz="2400" b="1" i="1" u="none" strike="noStrike" kern="1200" cap="none" spc="0" normalizeH="0" baseline="-2500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=3Ω</a:t>
            </a:r>
            <a:r>
              <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5284" name="Rectangle 4"/>
          <p:cNvSpPr>
            <a:spLocks noChangeArrowheads="1"/>
          </p:cNvSpPr>
          <p:nvPr/>
        </p:nvSpPr>
        <p:spPr bwMode="auto">
          <a:xfrm>
            <a:off x="609600" y="1295400"/>
            <a:ext cx="7315200" cy="1042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首先断去电流源，计算</a:t>
            </a: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电压源单独作用</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时的响应，见图</a:t>
            </a:r>
            <a:r>
              <a:rPr kumimoji="0"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(b)</a:t>
            </a:r>
            <a:endParaRPr kumimoji="0"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
          <p:cNvGrpSpPr/>
          <p:nvPr/>
        </p:nvGrpSpPr>
        <p:grpSpPr>
          <a:xfrm>
            <a:off x="6324600" y="4357688"/>
            <a:ext cx="2490788" cy="2195512"/>
            <a:chOff x="3984" y="2640"/>
            <a:chExt cx="1569" cy="1383"/>
          </a:xfrm>
        </p:grpSpPr>
        <p:grpSp>
          <p:nvGrpSpPr>
            <p:cNvPr id="80967" name="Group 6"/>
            <p:cNvGrpSpPr/>
            <p:nvPr/>
          </p:nvGrpSpPr>
          <p:grpSpPr>
            <a:xfrm>
              <a:off x="3984" y="2640"/>
              <a:ext cx="1569" cy="1053"/>
              <a:chOff x="3600" y="1104"/>
              <a:chExt cx="1569" cy="1053"/>
            </a:xfrm>
          </p:grpSpPr>
          <p:sp>
            <p:nvSpPr>
              <p:cNvPr id="80969" name="Text Box 7"/>
              <p:cNvSpPr txBox="1"/>
              <p:nvPr/>
            </p:nvSpPr>
            <p:spPr>
              <a:xfrm>
                <a:off x="4348" y="1344"/>
                <a:ext cx="548"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30000" dirty="0">
                    <a:latin typeface="Times New Roman" panose="02020603050405020304" pitchFamily="18" charset="0"/>
                    <a:ea typeface="华文中宋" panose="02010600040101010101" pitchFamily="2" charset="-122"/>
                  </a:rPr>
                  <a:t>11</a:t>
                </a:r>
                <a:endParaRPr lang="en-US" altLang="zh-CN" sz="2400" b="1" i="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80970" name="Text Box 8"/>
              <p:cNvSpPr txBox="1"/>
              <p:nvPr/>
            </p:nvSpPr>
            <p:spPr>
              <a:xfrm>
                <a:off x="4848" y="1416"/>
                <a:ext cx="32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dirty="0">
                  <a:latin typeface="Times New Roman" panose="02020603050405020304" pitchFamily="18" charset="0"/>
                  <a:ea typeface="华文中宋" panose="02010600040101010101" pitchFamily="2" charset="-122"/>
                </a:endParaRPr>
              </a:p>
            </p:txBody>
          </p:sp>
          <p:sp>
            <p:nvSpPr>
              <p:cNvPr id="80971" name="Line 9"/>
              <p:cNvSpPr/>
              <p:nvPr/>
            </p:nvSpPr>
            <p:spPr>
              <a:xfrm>
                <a:off x="4844" y="1158"/>
                <a:ext cx="2" cy="999"/>
              </a:xfrm>
              <a:prstGeom prst="line">
                <a:avLst/>
              </a:prstGeom>
              <a:ln w="38100" cap="flat" cmpd="sng">
                <a:solidFill>
                  <a:srgbClr val="000000"/>
                </a:solidFill>
                <a:prstDash val="solid"/>
                <a:headEnd type="none" w="med" len="med"/>
                <a:tailEnd type="none" w="med" len="med"/>
              </a:ln>
            </p:spPr>
          </p:sp>
          <p:sp>
            <p:nvSpPr>
              <p:cNvPr id="80972" name="Line 10"/>
              <p:cNvSpPr/>
              <p:nvPr/>
            </p:nvSpPr>
            <p:spPr>
              <a:xfrm flipV="1">
                <a:off x="3640" y="1158"/>
                <a:ext cx="1219" cy="1"/>
              </a:xfrm>
              <a:prstGeom prst="line">
                <a:avLst/>
              </a:prstGeom>
              <a:ln w="38100" cap="flat" cmpd="sng">
                <a:solidFill>
                  <a:srgbClr val="000000"/>
                </a:solidFill>
                <a:prstDash val="solid"/>
                <a:headEnd type="none" w="med" len="med"/>
                <a:tailEnd type="none" w="med" len="med"/>
              </a:ln>
            </p:spPr>
          </p:sp>
          <p:sp>
            <p:nvSpPr>
              <p:cNvPr id="80973" name="Line 11"/>
              <p:cNvSpPr/>
              <p:nvPr/>
            </p:nvSpPr>
            <p:spPr>
              <a:xfrm>
                <a:off x="3623" y="2153"/>
                <a:ext cx="1226" cy="4"/>
              </a:xfrm>
              <a:prstGeom prst="line">
                <a:avLst/>
              </a:prstGeom>
              <a:ln w="38100" cap="flat" cmpd="sng">
                <a:solidFill>
                  <a:srgbClr val="000000"/>
                </a:solidFill>
                <a:prstDash val="solid"/>
                <a:headEnd type="none" w="med" len="med"/>
                <a:tailEnd type="none" w="med" len="med"/>
              </a:ln>
            </p:spPr>
          </p:sp>
          <p:sp>
            <p:nvSpPr>
              <p:cNvPr id="80974" name="Line 12"/>
              <p:cNvSpPr/>
              <p:nvPr/>
            </p:nvSpPr>
            <p:spPr>
              <a:xfrm flipV="1">
                <a:off x="4841" y="1466"/>
                <a:ext cx="0" cy="100"/>
              </a:xfrm>
              <a:prstGeom prst="line">
                <a:avLst/>
              </a:prstGeom>
              <a:ln w="38100" cap="flat" cmpd="sng">
                <a:solidFill>
                  <a:srgbClr val="000000"/>
                </a:solidFill>
                <a:prstDash val="solid"/>
                <a:headEnd type="none" w="med" len="med"/>
                <a:tailEnd type="triangle" w="med" len="med"/>
              </a:ln>
            </p:spPr>
          </p:sp>
          <p:sp>
            <p:nvSpPr>
              <p:cNvPr id="80975" name="Oval 13"/>
              <p:cNvSpPr/>
              <p:nvPr/>
            </p:nvSpPr>
            <p:spPr>
              <a:xfrm>
                <a:off x="4734" y="1663"/>
                <a:ext cx="220" cy="2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76" name="Line 14"/>
              <p:cNvSpPr/>
              <p:nvPr/>
            </p:nvSpPr>
            <p:spPr>
              <a:xfrm>
                <a:off x="4304" y="1756"/>
                <a:ext cx="3" cy="397"/>
              </a:xfrm>
              <a:prstGeom prst="line">
                <a:avLst/>
              </a:prstGeom>
              <a:ln w="38100" cap="flat" cmpd="sng">
                <a:solidFill>
                  <a:srgbClr val="000000"/>
                </a:solidFill>
                <a:prstDash val="solid"/>
                <a:headEnd type="none" w="med" len="med"/>
                <a:tailEnd type="none" w="med" len="med"/>
              </a:ln>
            </p:spPr>
          </p:sp>
          <p:sp>
            <p:nvSpPr>
              <p:cNvPr id="80977" name="Line 15"/>
              <p:cNvSpPr/>
              <p:nvPr/>
            </p:nvSpPr>
            <p:spPr>
              <a:xfrm>
                <a:off x="4304" y="1165"/>
                <a:ext cx="0" cy="530"/>
              </a:xfrm>
              <a:prstGeom prst="line">
                <a:avLst/>
              </a:prstGeom>
              <a:ln w="38100" cap="flat" cmpd="sng">
                <a:solidFill>
                  <a:srgbClr val="000000"/>
                </a:solidFill>
                <a:prstDash val="solid"/>
                <a:headEnd type="none" w="med" len="med"/>
                <a:tailEnd type="none" w="med" len="med"/>
              </a:ln>
            </p:spPr>
          </p:sp>
          <p:sp>
            <p:nvSpPr>
              <p:cNvPr id="80978" name="Line 16"/>
              <p:cNvSpPr/>
              <p:nvPr/>
            </p:nvSpPr>
            <p:spPr>
              <a:xfrm flipH="1">
                <a:off x="3600" y="1150"/>
                <a:ext cx="15" cy="770"/>
              </a:xfrm>
              <a:prstGeom prst="line">
                <a:avLst/>
              </a:prstGeom>
              <a:ln w="38100" cap="flat" cmpd="sng">
                <a:solidFill>
                  <a:srgbClr val="000000"/>
                </a:solidFill>
                <a:prstDash val="solid"/>
                <a:headEnd type="none" w="med" len="med"/>
                <a:tailEnd type="none" w="med" len="med"/>
              </a:ln>
            </p:spPr>
          </p:sp>
          <p:sp>
            <p:nvSpPr>
              <p:cNvPr id="80979" name="Line 17"/>
              <p:cNvSpPr/>
              <p:nvPr/>
            </p:nvSpPr>
            <p:spPr>
              <a:xfrm>
                <a:off x="4726" y="1777"/>
                <a:ext cx="226" cy="0"/>
              </a:xfrm>
              <a:prstGeom prst="line">
                <a:avLst/>
              </a:prstGeom>
              <a:ln w="38100" cap="flat" cmpd="sng">
                <a:solidFill>
                  <a:srgbClr val="000000"/>
                </a:solidFill>
                <a:prstDash val="solid"/>
                <a:headEnd type="none" w="med" len="med"/>
                <a:tailEnd type="none" w="med" len="med"/>
              </a:ln>
            </p:spPr>
          </p:sp>
          <p:grpSp>
            <p:nvGrpSpPr>
              <p:cNvPr id="80980" name="Group 18"/>
              <p:cNvGrpSpPr/>
              <p:nvPr/>
            </p:nvGrpSpPr>
            <p:grpSpPr>
              <a:xfrm rot="-5400000">
                <a:off x="3821" y="893"/>
                <a:ext cx="131" cy="552"/>
                <a:chOff x="2091" y="573"/>
                <a:chExt cx="220" cy="907"/>
              </a:xfrm>
            </p:grpSpPr>
            <p:sp>
              <p:nvSpPr>
                <p:cNvPr id="80986" name="Line 19"/>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0987" name="Oval 20"/>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88" name="Oval 21"/>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89" name="Oval 22"/>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90" name="Rectangle 23"/>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0981" name="Line 24"/>
              <p:cNvSpPr/>
              <p:nvPr/>
            </p:nvSpPr>
            <p:spPr>
              <a:xfrm>
                <a:off x="4226" y="1759"/>
                <a:ext cx="144" cy="0"/>
              </a:xfrm>
              <a:prstGeom prst="line">
                <a:avLst/>
              </a:prstGeom>
              <a:ln w="38100" cap="flat" cmpd="sng">
                <a:solidFill>
                  <a:srgbClr val="000000"/>
                </a:solidFill>
                <a:prstDash val="solid"/>
                <a:headEnd type="none" w="med" len="med"/>
                <a:tailEnd type="none" w="med" len="med"/>
              </a:ln>
            </p:spPr>
          </p:sp>
          <p:sp>
            <p:nvSpPr>
              <p:cNvPr id="80982" name="Line 25"/>
              <p:cNvSpPr/>
              <p:nvPr/>
            </p:nvSpPr>
            <p:spPr>
              <a:xfrm>
                <a:off x="4226" y="1702"/>
                <a:ext cx="144" cy="0"/>
              </a:xfrm>
              <a:prstGeom prst="line">
                <a:avLst/>
              </a:prstGeom>
              <a:ln w="38100" cap="flat" cmpd="sng">
                <a:solidFill>
                  <a:srgbClr val="000000"/>
                </a:solidFill>
                <a:prstDash val="solid"/>
                <a:headEnd type="none" w="med" len="med"/>
                <a:tailEnd type="none" w="med" len="med"/>
              </a:ln>
            </p:spPr>
          </p:sp>
          <p:sp>
            <p:nvSpPr>
              <p:cNvPr id="80983" name="Line 26"/>
              <p:cNvSpPr/>
              <p:nvPr/>
            </p:nvSpPr>
            <p:spPr>
              <a:xfrm>
                <a:off x="3611" y="1888"/>
                <a:ext cx="0" cy="265"/>
              </a:xfrm>
              <a:prstGeom prst="line">
                <a:avLst/>
              </a:prstGeom>
              <a:ln w="38100" cap="flat" cmpd="sng">
                <a:solidFill>
                  <a:srgbClr val="000000"/>
                </a:solidFill>
                <a:prstDash val="solid"/>
                <a:headEnd type="none" w="med" len="med"/>
                <a:tailEnd type="none" w="med" len="med"/>
              </a:ln>
            </p:spPr>
          </p:sp>
          <p:sp>
            <p:nvSpPr>
              <p:cNvPr id="80984" name="Text Box 27"/>
              <p:cNvSpPr txBox="1"/>
              <p:nvPr/>
            </p:nvSpPr>
            <p:spPr>
              <a:xfrm>
                <a:off x="3866" y="1142"/>
                <a:ext cx="36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0985" name="Text Box 28"/>
              <p:cNvSpPr txBox="1"/>
              <p:nvPr/>
            </p:nvSpPr>
            <p:spPr>
              <a:xfrm>
                <a:off x="3888" y="1728"/>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0968" name="Text Box 29"/>
            <p:cNvSpPr txBox="1"/>
            <p:nvPr/>
          </p:nvSpPr>
          <p:spPr>
            <a:xfrm>
              <a:off x="4512"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(c)</a:t>
              </a:r>
              <a:endParaRPr lang="en-US" altLang="zh-CN" sz="2800" b="1" dirty="0">
                <a:latin typeface="Times New Roman" panose="02020603050405020304" pitchFamily="18" charset="0"/>
                <a:ea typeface="华文中宋" panose="02010600040101010101" pitchFamily="2" charset="-122"/>
              </a:endParaRPr>
            </a:p>
          </p:txBody>
        </p:sp>
      </p:grpSp>
      <p:grpSp>
        <p:nvGrpSpPr>
          <p:cNvPr id="5" name="Group 30"/>
          <p:cNvGrpSpPr/>
          <p:nvPr/>
        </p:nvGrpSpPr>
        <p:grpSpPr>
          <a:xfrm>
            <a:off x="3411538" y="4362450"/>
            <a:ext cx="2151062" cy="2190750"/>
            <a:chOff x="2149" y="2643"/>
            <a:chExt cx="1355" cy="1380"/>
          </a:xfrm>
        </p:grpSpPr>
        <p:grpSp>
          <p:nvGrpSpPr>
            <p:cNvPr id="80939" name="Group 31"/>
            <p:cNvGrpSpPr/>
            <p:nvPr/>
          </p:nvGrpSpPr>
          <p:grpSpPr>
            <a:xfrm>
              <a:off x="2149" y="2643"/>
              <a:ext cx="1355" cy="1053"/>
              <a:chOff x="2256" y="1152"/>
              <a:chExt cx="1355" cy="1053"/>
            </a:xfrm>
          </p:grpSpPr>
          <p:sp>
            <p:nvSpPr>
              <p:cNvPr id="80941" name="Text Box 32"/>
              <p:cNvSpPr txBox="1"/>
              <p:nvPr/>
            </p:nvSpPr>
            <p:spPr>
              <a:xfrm>
                <a:off x="3100" y="1392"/>
                <a:ext cx="356"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30000" dirty="0">
                    <a:latin typeface="Times New Roman" panose="02020603050405020304" pitchFamily="18" charset="0"/>
                    <a:ea typeface="华文中宋" panose="02010600040101010101" pitchFamily="2" charset="-122"/>
                  </a:rPr>
                  <a:t>1</a:t>
                </a:r>
                <a:endParaRPr lang="en-US" altLang="zh-CN" sz="2400" b="1" i="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grpSp>
            <p:nvGrpSpPr>
              <p:cNvPr id="80942" name="Group 33"/>
              <p:cNvGrpSpPr/>
              <p:nvPr/>
            </p:nvGrpSpPr>
            <p:grpSpPr>
              <a:xfrm>
                <a:off x="2256" y="1377"/>
                <a:ext cx="277" cy="648"/>
                <a:chOff x="4417" y="567"/>
                <a:chExt cx="693" cy="1650"/>
              </a:xfrm>
            </p:grpSpPr>
            <p:grpSp>
              <p:nvGrpSpPr>
                <p:cNvPr id="80960" name="Group 34"/>
                <p:cNvGrpSpPr/>
                <p:nvPr/>
              </p:nvGrpSpPr>
              <p:grpSpPr>
                <a:xfrm>
                  <a:off x="4417" y="567"/>
                  <a:ext cx="550" cy="1650"/>
                  <a:chOff x="4417" y="567"/>
                  <a:chExt cx="550" cy="1650"/>
                </a:xfrm>
              </p:grpSpPr>
              <p:sp>
                <p:nvSpPr>
                  <p:cNvPr id="80965" name="Oval 35"/>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66" name="Line 36"/>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80961" name="Group 37"/>
                <p:cNvGrpSpPr/>
                <p:nvPr/>
              </p:nvGrpSpPr>
              <p:grpSpPr>
                <a:xfrm>
                  <a:off x="4956" y="853"/>
                  <a:ext cx="154" cy="979"/>
                  <a:chOff x="4956" y="853"/>
                  <a:chExt cx="154" cy="979"/>
                </a:xfrm>
              </p:grpSpPr>
              <p:sp>
                <p:nvSpPr>
                  <p:cNvPr id="80962" name="Line 38"/>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80963" name="Line 39"/>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80964" name="Line 40"/>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sp>
            <p:nvSpPr>
              <p:cNvPr id="80943" name="Line 41"/>
              <p:cNvSpPr/>
              <p:nvPr/>
            </p:nvSpPr>
            <p:spPr>
              <a:xfrm flipV="1">
                <a:off x="2392" y="1206"/>
                <a:ext cx="1219" cy="1"/>
              </a:xfrm>
              <a:prstGeom prst="line">
                <a:avLst/>
              </a:prstGeom>
              <a:ln w="38100" cap="flat" cmpd="sng">
                <a:solidFill>
                  <a:srgbClr val="000000"/>
                </a:solidFill>
                <a:prstDash val="solid"/>
                <a:headEnd type="none" w="med" len="med"/>
                <a:tailEnd type="none" w="med" len="med"/>
              </a:ln>
            </p:spPr>
          </p:sp>
          <p:sp>
            <p:nvSpPr>
              <p:cNvPr id="80944" name="Line 42"/>
              <p:cNvSpPr/>
              <p:nvPr/>
            </p:nvSpPr>
            <p:spPr>
              <a:xfrm>
                <a:off x="2375" y="2201"/>
                <a:ext cx="1226" cy="4"/>
              </a:xfrm>
              <a:prstGeom prst="line">
                <a:avLst/>
              </a:prstGeom>
              <a:ln w="38100" cap="flat" cmpd="sng">
                <a:solidFill>
                  <a:srgbClr val="000000"/>
                </a:solidFill>
                <a:prstDash val="solid"/>
                <a:headEnd type="none" w="med" len="med"/>
                <a:tailEnd type="none" w="med" len="med"/>
              </a:ln>
            </p:spPr>
          </p:sp>
          <p:sp>
            <p:nvSpPr>
              <p:cNvPr id="80945" name="Line 43"/>
              <p:cNvSpPr/>
              <p:nvPr/>
            </p:nvSpPr>
            <p:spPr>
              <a:xfrm>
                <a:off x="3056" y="1804"/>
                <a:ext cx="3" cy="397"/>
              </a:xfrm>
              <a:prstGeom prst="line">
                <a:avLst/>
              </a:prstGeom>
              <a:ln w="38100" cap="flat" cmpd="sng">
                <a:solidFill>
                  <a:srgbClr val="000000"/>
                </a:solidFill>
                <a:prstDash val="solid"/>
                <a:headEnd type="none" w="med" len="med"/>
                <a:tailEnd type="none" w="med" len="med"/>
              </a:ln>
            </p:spPr>
          </p:sp>
          <p:sp>
            <p:nvSpPr>
              <p:cNvPr id="80946" name="Line 44"/>
              <p:cNvSpPr/>
              <p:nvPr/>
            </p:nvSpPr>
            <p:spPr>
              <a:xfrm>
                <a:off x="3056" y="1213"/>
                <a:ext cx="0" cy="530"/>
              </a:xfrm>
              <a:prstGeom prst="line">
                <a:avLst/>
              </a:prstGeom>
              <a:ln w="38100" cap="flat" cmpd="sng">
                <a:solidFill>
                  <a:srgbClr val="000000"/>
                </a:solidFill>
                <a:prstDash val="solid"/>
                <a:headEnd type="none" w="med" len="med"/>
                <a:tailEnd type="none" w="med" len="med"/>
              </a:ln>
            </p:spPr>
          </p:sp>
          <p:sp>
            <p:nvSpPr>
              <p:cNvPr id="80947" name="Line 45"/>
              <p:cNvSpPr/>
              <p:nvPr/>
            </p:nvSpPr>
            <p:spPr>
              <a:xfrm flipH="1">
                <a:off x="2359" y="1198"/>
                <a:ext cx="8" cy="380"/>
              </a:xfrm>
              <a:prstGeom prst="line">
                <a:avLst/>
              </a:prstGeom>
              <a:ln w="38100" cap="flat" cmpd="sng">
                <a:solidFill>
                  <a:srgbClr val="000000"/>
                </a:solidFill>
                <a:prstDash val="solid"/>
                <a:headEnd type="none" w="med" len="med"/>
                <a:tailEnd type="none" w="med" len="med"/>
              </a:ln>
            </p:spPr>
          </p:sp>
          <p:grpSp>
            <p:nvGrpSpPr>
              <p:cNvPr id="80948" name="Group 46"/>
              <p:cNvGrpSpPr/>
              <p:nvPr/>
            </p:nvGrpSpPr>
            <p:grpSpPr>
              <a:xfrm rot="-5400000">
                <a:off x="2573" y="941"/>
                <a:ext cx="131" cy="552"/>
                <a:chOff x="2091" y="573"/>
                <a:chExt cx="220" cy="907"/>
              </a:xfrm>
            </p:grpSpPr>
            <p:sp>
              <p:nvSpPr>
                <p:cNvPr id="80955" name="Line 47"/>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0956" name="Oval 48"/>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57" name="Oval 49"/>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58" name="Oval 50"/>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59" name="Rectangle 51"/>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0949" name="Line 52"/>
              <p:cNvSpPr/>
              <p:nvPr/>
            </p:nvSpPr>
            <p:spPr>
              <a:xfrm>
                <a:off x="2978" y="1807"/>
                <a:ext cx="144" cy="0"/>
              </a:xfrm>
              <a:prstGeom prst="line">
                <a:avLst/>
              </a:prstGeom>
              <a:ln w="38100" cap="flat" cmpd="sng">
                <a:solidFill>
                  <a:srgbClr val="000000"/>
                </a:solidFill>
                <a:prstDash val="solid"/>
                <a:headEnd type="none" w="med" len="med"/>
                <a:tailEnd type="none" w="med" len="med"/>
              </a:ln>
            </p:spPr>
          </p:sp>
          <p:sp>
            <p:nvSpPr>
              <p:cNvPr id="80950" name="Line 53"/>
              <p:cNvSpPr/>
              <p:nvPr/>
            </p:nvSpPr>
            <p:spPr>
              <a:xfrm>
                <a:off x="2978" y="1750"/>
                <a:ext cx="144" cy="0"/>
              </a:xfrm>
              <a:prstGeom prst="line">
                <a:avLst/>
              </a:prstGeom>
              <a:ln w="38100" cap="flat" cmpd="sng">
                <a:solidFill>
                  <a:srgbClr val="000000"/>
                </a:solidFill>
                <a:prstDash val="solid"/>
                <a:headEnd type="none" w="med" len="med"/>
                <a:tailEnd type="none" w="med" len="med"/>
              </a:ln>
            </p:spPr>
          </p:sp>
          <p:sp>
            <p:nvSpPr>
              <p:cNvPr id="80951" name="Line 54"/>
              <p:cNvSpPr/>
              <p:nvPr/>
            </p:nvSpPr>
            <p:spPr>
              <a:xfrm>
                <a:off x="2363" y="1936"/>
                <a:ext cx="0" cy="265"/>
              </a:xfrm>
              <a:prstGeom prst="line">
                <a:avLst/>
              </a:prstGeom>
              <a:ln w="38100" cap="flat" cmpd="sng">
                <a:solidFill>
                  <a:srgbClr val="000000"/>
                </a:solidFill>
                <a:prstDash val="solid"/>
                <a:headEnd type="none" w="med" len="med"/>
                <a:tailEnd type="none" w="med" len="med"/>
              </a:ln>
            </p:spPr>
          </p:sp>
          <p:sp>
            <p:nvSpPr>
              <p:cNvPr id="80952" name="Text Box 55"/>
              <p:cNvSpPr txBox="1"/>
              <p:nvPr/>
            </p:nvSpPr>
            <p:spPr>
              <a:xfrm>
                <a:off x="2430" y="1536"/>
                <a:ext cx="4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80953" name="Text Box 56"/>
              <p:cNvSpPr txBox="1"/>
              <p:nvPr/>
            </p:nvSpPr>
            <p:spPr>
              <a:xfrm>
                <a:off x="2618" y="1190"/>
                <a:ext cx="36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0954" name="Text Box 57"/>
              <p:cNvSpPr txBox="1"/>
              <p:nvPr/>
            </p:nvSpPr>
            <p:spPr>
              <a:xfrm>
                <a:off x="2640" y="1776"/>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0940" name="Text Box 58"/>
            <p:cNvSpPr txBox="1"/>
            <p:nvPr/>
          </p:nvSpPr>
          <p:spPr>
            <a:xfrm>
              <a:off x="2688"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(b)</a:t>
              </a:r>
              <a:endParaRPr lang="en-US" altLang="zh-CN" sz="2800" b="1" dirty="0">
                <a:latin typeface="Times New Roman" panose="02020603050405020304" pitchFamily="18" charset="0"/>
                <a:ea typeface="华文中宋" panose="02010600040101010101" pitchFamily="2" charset="-122"/>
              </a:endParaRPr>
            </a:p>
          </p:txBody>
        </p:sp>
      </p:grpSp>
      <p:grpSp>
        <p:nvGrpSpPr>
          <p:cNvPr id="11" name="Group 59"/>
          <p:cNvGrpSpPr/>
          <p:nvPr/>
        </p:nvGrpSpPr>
        <p:grpSpPr>
          <a:xfrm>
            <a:off x="328613" y="4357688"/>
            <a:ext cx="2643187" cy="2195512"/>
            <a:chOff x="207" y="2640"/>
            <a:chExt cx="1665" cy="1383"/>
          </a:xfrm>
        </p:grpSpPr>
        <p:grpSp>
          <p:nvGrpSpPr>
            <p:cNvPr id="80906" name="Group 60"/>
            <p:cNvGrpSpPr/>
            <p:nvPr/>
          </p:nvGrpSpPr>
          <p:grpSpPr>
            <a:xfrm>
              <a:off x="207" y="2640"/>
              <a:ext cx="1665" cy="1053"/>
              <a:chOff x="3072" y="1152"/>
              <a:chExt cx="1665" cy="1053"/>
            </a:xfrm>
          </p:grpSpPr>
          <p:sp>
            <p:nvSpPr>
              <p:cNvPr id="80908" name="Text Box 61"/>
              <p:cNvSpPr txBox="1"/>
              <p:nvPr/>
            </p:nvSpPr>
            <p:spPr>
              <a:xfrm>
                <a:off x="3916" y="1392"/>
                <a:ext cx="281"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80909" name="Text Box 62"/>
              <p:cNvSpPr txBox="1"/>
              <p:nvPr/>
            </p:nvSpPr>
            <p:spPr>
              <a:xfrm>
                <a:off x="4416" y="1464"/>
                <a:ext cx="32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dirty="0">
                  <a:latin typeface="Times New Roman" panose="02020603050405020304" pitchFamily="18" charset="0"/>
                  <a:ea typeface="华文中宋" panose="02010600040101010101" pitchFamily="2" charset="-122"/>
                </a:endParaRPr>
              </a:p>
            </p:txBody>
          </p:sp>
          <p:sp>
            <p:nvSpPr>
              <p:cNvPr id="80910" name="Line 63"/>
              <p:cNvSpPr/>
              <p:nvPr/>
            </p:nvSpPr>
            <p:spPr>
              <a:xfrm>
                <a:off x="4412" y="1206"/>
                <a:ext cx="2" cy="999"/>
              </a:xfrm>
              <a:prstGeom prst="line">
                <a:avLst/>
              </a:prstGeom>
              <a:ln w="38100" cap="flat" cmpd="sng">
                <a:solidFill>
                  <a:srgbClr val="000000"/>
                </a:solidFill>
                <a:prstDash val="solid"/>
                <a:headEnd type="none" w="med" len="med"/>
                <a:tailEnd type="none" w="med" len="med"/>
              </a:ln>
            </p:spPr>
          </p:sp>
          <p:grpSp>
            <p:nvGrpSpPr>
              <p:cNvPr id="80911" name="Group 64"/>
              <p:cNvGrpSpPr/>
              <p:nvPr/>
            </p:nvGrpSpPr>
            <p:grpSpPr>
              <a:xfrm>
                <a:off x="3072" y="1377"/>
                <a:ext cx="277" cy="648"/>
                <a:chOff x="4417" y="567"/>
                <a:chExt cx="693" cy="1650"/>
              </a:xfrm>
            </p:grpSpPr>
            <p:grpSp>
              <p:nvGrpSpPr>
                <p:cNvPr id="80932" name="Group 65"/>
                <p:cNvGrpSpPr/>
                <p:nvPr/>
              </p:nvGrpSpPr>
              <p:grpSpPr>
                <a:xfrm>
                  <a:off x="4417" y="567"/>
                  <a:ext cx="550" cy="1650"/>
                  <a:chOff x="4417" y="567"/>
                  <a:chExt cx="550" cy="1650"/>
                </a:xfrm>
              </p:grpSpPr>
              <p:sp>
                <p:nvSpPr>
                  <p:cNvPr id="80937" name="Oval 66"/>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38" name="Line 67"/>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80933" name="Group 68"/>
                <p:cNvGrpSpPr/>
                <p:nvPr/>
              </p:nvGrpSpPr>
              <p:grpSpPr>
                <a:xfrm>
                  <a:off x="4956" y="853"/>
                  <a:ext cx="154" cy="979"/>
                  <a:chOff x="4956" y="853"/>
                  <a:chExt cx="154" cy="979"/>
                </a:xfrm>
              </p:grpSpPr>
              <p:sp>
                <p:nvSpPr>
                  <p:cNvPr id="80934" name="Line 69"/>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80935" name="Line 70"/>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80936" name="Line 71"/>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sp>
            <p:nvSpPr>
              <p:cNvPr id="80912" name="Line 72"/>
              <p:cNvSpPr/>
              <p:nvPr/>
            </p:nvSpPr>
            <p:spPr>
              <a:xfrm flipV="1">
                <a:off x="3208" y="1206"/>
                <a:ext cx="1219" cy="1"/>
              </a:xfrm>
              <a:prstGeom prst="line">
                <a:avLst/>
              </a:prstGeom>
              <a:ln w="38100" cap="flat" cmpd="sng">
                <a:solidFill>
                  <a:srgbClr val="000000"/>
                </a:solidFill>
                <a:prstDash val="solid"/>
                <a:headEnd type="none" w="med" len="med"/>
                <a:tailEnd type="none" w="med" len="med"/>
              </a:ln>
            </p:spPr>
          </p:sp>
          <p:sp>
            <p:nvSpPr>
              <p:cNvPr id="80913" name="Line 73"/>
              <p:cNvSpPr/>
              <p:nvPr/>
            </p:nvSpPr>
            <p:spPr>
              <a:xfrm>
                <a:off x="3191" y="2201"/>
                <a:ext cx="1226" cy="4"/>
              </a:xfrm>
              <a:prstGeom prst="line">
                <a:avLst/>
              </a:prstGeom>
              <a:ln w="38100" cap="flat" cmpd="sng">
                <a:solidFill>
                  <a:srgbClr val="000000"/>
                </a:solidFill>
                <a:prstDash val="solid"/>
                <a:headEnd type="none" w="med" len="med"/>
                <a:tailEnd type="none" w="med" len="med"/>
              </a:ln>
            </p:spPr>
          </p:sp>
          <p:sp>
            <p:nvSpPr>
              <p:cNvPr id="80914" name="Line 74"/>
              <p:cNvSpPr/>
              <p:nvPr/>
            </p:nvSpPr>
            <p:spPr>
              <a:xfrm flipV="1">
                <a:off x="4409" y="1514"/>
                <a:ext cx="0" cy="100"/>
              </a:xfrm>
              <a:prstGeom prst="line">
                <a:avLst/>
              </a:prstGeom>
              <a:ln w="38100" cap="flat" cmpd="sng">
                <a:solidFill>
                  <a:srgbClr val="000000"/>
                </a:solidFill>
                <a:prstDash val="solid"/>
                <a:headEnd type="none" w="med" len="med"/>
                <a:tailEnd type="triangle" w="med" len="med"/>
              </a:ln>
            </p:spPr>
          </p:sp>
          <p:sp>
            <p:nvSpPr>
              <p:cNvPr id="80915" name="Oval 75"/>
              <p:cNvSpPr/>
              <p:nvPr/>
            </p:nvSpPr>
            <p:spPr>
              <a:xfrm>
                <a:off x="4302" y="1711"/>
                <a:ext cx="220" cy="2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16" name="Line 76"/>
              <p:cNvSpPr/>
              <p:nvPr/>
            </p:nvSpPr>
            <p:spPr>
              <a:xfrm>
                <a:off x="3872" y="1804"/>
                <a:ext cx="3" cy="397"/>
              </a:xfrm>
              <a:prstGeom prst="line">
                <a:avLst/>
              </a:prstGeom>
              <a:ln w="38100" cap="flat" cmpd="sng">
                <a:solidFill>
                  <a:srgbClr val="000000"/>
                </a:solidFill>
                <a:prstDash val="solid"/>
                <a:headEnd type="none" w="med" len="med"/>
                <a:tailEnd type="none" w="med" len="med"/>
              </a:ln>
            </p:spPr>
          </p:sp>
          <p:sp>
            <p:nvSpPr>
              <p:cNvPr id="80917" name="Line 77"/>
              <p:cNvSpPr/>
              <p:nvPr/>
            </p:nvSpPr>
            <p:spPr>
              <a:xfrm>
                <a:off x="3872" y="1213"/>
                <a:ext cx="0" cy="530"/>
              </a:xfrm>
              <a:prstGeom prst="line">
                <a:avLst/>
              </a:prstGeom>
              <a:ln w="38100" cap="flat" cmpd="sng">
                <a:solidFill>
                  <a:srgbClr val="000000"/>
                </a:solidFill>
                <a:prstDash val="solid"/>
                <a:headEnd type="none" w="med" len="med"/>
                <a:tailEnd type="none" w="med" len="med"/>
              </a:ln>
            </p:spPr>
          </p:sp>
          <p:sp>
            <p:nvSpPr>
              <p:cNvPr id="80918" name="Line 78"/>
              <p:cNvSpPr/>
              <p:nvPr/>
            </p:nvSpPr>
            <p:spPr>
              <a:xfrm flipH="1">
                <a:off x="3175" y="1198"/>
                <a:ext cx="8" cy="380"/>
              </a:xfrm>
              <a:prstGeom prst="line">
                <a:avLst/>
              </a:prstGeom>
              <a:ln w="38100" cap="flat" cmpd="sng">
                <a:solidFill>
                  <a:srgbClr val="000000"/>
                </a:solidFill>
                <a:prstDash val="solid"/>
                <a:headEnd type="none" w="med" len="med"/>
                <a:tailEnd type="none" w="med" len="med"/>
              </a:ln>
            </p:spPr>
          </p:sp>
          <p:sp>
            <p:nvSpPr>
              <p:cNvPr id="80919" name="Line 79"/>
              <p:cNvSpPr/>
              <p:nvPr/>
            </p:nvSpPr>
            <p:spPr>
              <a:xfrm>
                <a:off x="4294" y="1825"/>
                <a:ext cx="226" cy="0"/>
              </a:xfrm>
              <a:prstGeom prst="line">
                <a:avLst/>
              </a:prstGeom>
              <a:ln w="38100" cap="flat" cmpd="sng">
                <a:solidFill>
                  <a:srgbClr val="000000"/>
                </a:solidFill>
                <a:prstDash val="solid"/>
                <a:headEnd type="none" w="med" len="med"/>
                <a:tailEnd type="none" w="med" len="med"/>
              </a:ln>
            </p:spPr>
          </p:sp>
          <p:grpSp>
            <p:nvGrpSpPr>
              <p:cNvPr id="80920" name="Group 80"/>
              <p:cNvGrpSpPr/>
              <p:nvPr/>
            </p:nvGrpSpPr>
            <p:grpSpPr>
              <a:xfrm rot="-5400000">
                <a:off x="3389" y="941"/>
                <a:ext cx="131" cy="552"/>
                <a:chOff x="2091" y="573"/>
                <a:chExt cx="220" cy="907"/>
              </a:xfrm>
            </p:grpSpPr>
            <p:sp>
              <p:nvSpPr>
                <p:cNvPr id="80927" name="Line 81"/>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0928" name="Oval 82"/>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29" name="Oval 83"/>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30" name="Oval 84"/>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0931" name="Rectangle 85"/>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0921" name="Line 86"/>
              <p:cNvSpPr/>
              <p:nvPr/>
            </p:nvSpPr>
            <p:spPr>
              <a:xfrm>
                <a:off x="3794" y="1807"/>
                <a:ext cx="144" cy="0"/>
              </a:xfrm>
              <a:prstGeom prst="line">
                <a:avLst/>
              </a:prstGeom>
              <a:ln w="38100" cap="flat" cmpd="sng">
                <a:solidFill>
                  <a:srgbClr val="000000"/>
                </a:solidFill>
                <a:prstDash val="solid"/>
                <a:headEnd type="none" w="med" len="med"/>
                <a:tailEnd type="none" w="med" len="med"/>
              </a:ln>
            </p:spPr>
          </p:sp>
          <p:sp>
            <p:nvSpPr>
              <p:cNvPr id="80922" name="Line 87"/>
              <p:cNvSpPr/>
              <p:nvPr/>
            </p:nvSpPr>
            <p:spPr>
              <a:xfrm>
                <a:off x="3794" y="1750"/>
                <a:ext cx="144" cy="0"/>
              </a:xfrm>
              <a:prstGeom prst="line">
                <a:avLst/>
              </a:prstGeom>
              <a:ln w="38100" cap="flat" cmpd="sng">
                <a:solidFill>
                  <a:srgbClr val="000000"/>
                </a:solidFill>
                <a:prstDash val="solid"/>
                <a:headEnd type="none" w="med" len="med"/>
                <a:tailEnd type="none" w="med" len="med"/>
              </a:ln>
            </p:spPr>
          </p:sp>
          <p:sp>
            <p:nvSpPr>
              <p:cNvPr id="80923" name="Line 88"/>
              <p:cNvSpPr/>
              <p:nvPr/>
            </p:nvSpPr>
            <p:spPr>
              <a:xfrm>
                <a:off x="3179" y="1936"/>
                <a:ext cx="0" cy="265"/>
              </a:xfrm>
              <a:prstGeom prst="line">
                <a:avLst/>
              </a:prstGeom>
              <a:ln w="38100" cap="flat" cmpd="sng">
                <a:solidFill>
                  <a:srgbClr val="000000"/>
                </a:solidFill>
                <a:prstDash val="solid"/>
                <a:headEnd type="none" w="med" len="med"/>
                <a:tailEnd type="none" w="med" len="med"/>
              </a:ln>
            </p:spPr>
          </p:sp>
          <p:sp>
            <p:nvSpPr>
              <p:cNvPr id="80924" name="Text Box 89"/>
              <p:cNvSpPr txBox="1"/>
              <p:nvPr/>
            </p:nvSpPr>
            <p:spPr>
              <a:xfrm>
                <a:off x="3246" y="1536"/>
                <a:ext cx="4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80925" name="Text Box 90"/>
              <p:cNvSpPr txBox="1"/>
              <p:nvPr/>
            </p:nvSpPr>
            <p:spPr>
              <a:xfrm>
                <a:off x="3434" y="1190"/>
                <a:ext cx="482"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0926" name="Text Box 91"/>
              <p:cNvSpPr txBox="1"/>
              <p:nvPr/>
            </p:nvSpPr>
            <p:spPr>
              <a:xfrm>
                <a:off x="3456" y="1776"/>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0907" name="Text Box 92"/>
            <p:cNvSpPr txBox="1"/>
            <p:nvPr/>
          </p:nvSpPr>
          <p:spPr>
            <a:xfrm>
              <a:off x="816"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(a)</a:t>
              </a:r>
              <a:endParaRPr lang="en-US" altLang="zh-CN" sz="2800" b="1" dirty="0">
                <a:latin typeface="Times New Roman" panose="02020603050405020304" pitchFamily="18" charset="0"/>
                <a:ea typeface="华文中宋" panose="02010600040101010101" pitchFamily="2" charset="-122"/>
              </a:endParaRPr>
            </a:p>
          </p:txBody>
        </p:sp>
      </p:grpSp>
      <p:graphicFrame>
        <p:nvGraphicFramePr>
          <p:cNvPr id="865373" name="Object 93"/>
          <p:cNvGraphicFramePr>
            <a:graphicFrameLocks noChangeAspect="1"/>
          </p:cNvGraphicFramePr>
          <p:nvPr/>
        </p:nvGraphicFramePr>
        <p:xfrm>
          <a:off x="762000" y="2209800"/>
          <a:ext cx="7296150" cy="938213"/>
        </p:xfrm>
        <a:graphic>
          <a:graphicData uri="http://schemas.openxmlformats.org/presentationml/2006/ole">
            <mc:AlternateContent xmlns:mc="http://schemas.openxmlformats.org/markup-compatibility/2006">
              <mc:Choice xmlns:v="urn:schemas-microsoft-com:vml" Requires="v">
                <p:oleObj spid="_x0000_s3384" name="" r:id="rId1" imgW="3149600" imgH="457200" progId="Equation.3">
                  <p:embed/>
                </p:oleObj>
              </mc:Choice>
              <mc:Fallback>
                <p:oleObj name="" r:id="rId1" imgW="3149600" imgH="457200" progId="Equation.3">
                  <p:embed/>
                  <p:pic>
                    <p:nvPicPr>
                      <p:cNvPr id="0" name="图片 3383"/>
                      <p:cNvPicPr/>
                      <p:nvPr/>
                    </p:nvPicPr>
                    <p:blipFill>
                      <a:blip r:embed="rId2"/>
                      <a:stretch>
                        <a:fillRect/>
                      </a:stretch>
                    </p:blipFill>
                    <p:spPr>
                      <a:xfrm>
                        <a:off x="762000" y="2209800"/>
                        <a:ext cx="7296150" cy="938213"/>
                      </a:xfrm>
                      <a:prstGeom prst="rect">
                        <a:avLst/>
                      </a:prstGeom>
                      <a:noFill/>
                      <a:ln w="38100">
                        <a:noFill/>
                        <a:miter/>
                      </a:ln>
                    </p:spPr>
                  </p:pic>
                </p:oleObj>
              </mc:Fallback>
            </mc:AlternateContent>
          </a:graphicData>
        </a:graphic>
      </p:graphicFrame>
      <p:sp>
        <p:nvSpPr>
          <p:cNvPr id="865374" name="Rectangle 94"/>
          <p:cNvSpPr>
            <a:spLocks noChangeArrowheads="1"/>
          </p:cNvSpPr>
          <p:nvPr/>
        </p:nvSpPr>
        <p:spPr bwMode="auto">
          <a:xfrm>
            <a:off x="838200" y="3071813"/>
            <a:ext cx="7467600" cy="1042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将电压源置为零（用短路线替代），计算</a:t>
            </a:r>
            <a:r>
              <a:rPr kumimoji="1"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电流源单独作用</a:t>
            </a: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时的响应，见图</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(c)</a:t>
            </a:r>
            <a:endPar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65283"/>
                                        </p:tgtEl>
                                        <p:attrNameLst>
                                          <p:attrName>style.visibility</p:attrName>
                                        </p:attrNameLst>
                                      </p:cBhvr>
                                      <p:to>
                                        <p:strVal val="visible"/>
                                      </p:to>
                                    </p:set>
                                    <p:animEffect transition="in" filter="blinds(horizontal)">
                                      <p:cBhvr>
                                        <p:cTn id="7" dur="500"/>
                                        <p:tgtEl>
                                          <p:spTgt spid="86528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000000"/>
                                          </p:val>
                                        </p:tav>
                                        <p:tav tm="100000">
                                          <p:val>
                                            <p:strVal val="#ppt_w"/>
                                          </p:val>
                                        </p:tav>
                                      </p:tavLst>
                                    </p:anim>
                                    <p:anim calcmode="lin" valueType="num">
                                      <p:cBhvr>
                                        <p:cTn id="12"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865284"/>
                                        </p:tgtEl>
                                        <p:attrNameLst>
                                          <p:attrName>style.visibility</p:attrName>
                                        </p:attrNameLst>
                                      </p:cBhvr>
                                      <p:to>
                                        <p:strVal val="visible"/>
                                      </p:to>
                                    </p:set>
                                    <p:animEffect transition="in" filter="strips(upRight)">
                                      <p:cBhvr>
                                        <p:cTn id="17" dur="500"/>
                                        <p:tgtEl>
                                          <p:spTgt spid="865284"/>
                                        </p:tgtEl>
                                      </p:cBhvr>
                                    </p:animEffect>
                                  </p:childTnLst>
                                </p:cTn>
                              </p:par>
                            </p:childTnLst>
                          </p:cTn>
                        </p:par>
                        <p:par>
                          <p:cTn id="18" fill="hold">
                            <p:stCondLst>
                              <p:cond delay="500"/>
                            </p:stCondLst>
                            <p:childTnLst>
                              <p:par>
                                <p:cTn id="19" presetID="17"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ppt_w/2"/>
                                          </p:val>
                                        </p:tav>
                                        <p:tav tm="100000">
                                          <p:val>
                                            <p:strVal val="#ppt_x"/>
                                          </p:val>
                                        </p:tav>
                                      </p:tavLst>
                                    </p:anim>
                                    <p:anim calcmode="lin" valueType="num">
                                      <p:cBhvr>
                                        <p:cTn id="22" dur="500" fill="hold"/>
                                        <p:tgtEl>
                                          <p:spTgt spid="5"/>
                                        </p:tgtEl>
                                        <p:attrNameLst>
                                          <p:attrName>ppt_y</p:attrName>
                                        </p:attrNameLst>
                                      </p:cBhvr>
                                      <p:tavLst>
                                        <p:tav tm="0">
                                          <p:val>
                                            <p:strVal val="#ppt_y"/>
                                          </p:val>
                                        </p:tav>
                                        <p:tav tm="100000">
                                          <p:val>
                                            <p:strVal val="#ppt_y"/>
                                          </p:val>
                                        </p:tav>
                                      </p:tavLst>
                                    </p:anim>
                                    <p:anim calcmode="lin" valueType="num">
                                      <p:cBhvr>
                                        <p:cTn id="23" dur="500" fill="hold"/>
                                        <p:tgtEl>
                                          <p:spTgt spid="5"/>
                                        </p:tgtEl>
                                        <p:attrNameLst>
                                          <p:attrName>ppt_w</p:attrName>
                                        </p:attrNameLst>
                                      </p:cBhvr>
                                      <p:tavLst>
                                        <p:tav tm="0">
                                          <p:val>
                                            <p:fltVal val="0.000000"/>
                                          </p:val>
                                        </p:tav>
                                        <p:tav tm="100000">
                                          <p:val>
                                            <p:strVal val="#ppt_w"/>
                                          </p:val>
                                        </p:tav>
                                      </p:tavLst>
                                    </p:anim>
                                    <p:anim calcmode="lin" valueType="num">
                                      <p:cBhvr>
                                        <p:cTn id="24"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65373"/>
                                        </p:tgtEl>
                                        <p:attrNameLst>
                                          <p:attrName>style.visibility</p:attrName>
                                        </p:attrNameLst>
                                      </p:cBhvr>
                                      <p:to>
                                        <p:strVal val="visible"/>
                                      </p:to>
                                    </p:set>
                                    <p:animEffect transition="in" filter="wipe(left)">
                                      <p:cBhvr>
                                        <p:cTn id="29" dur="500"/>
                                        <p:tgtEl>
                                          <p:spTgt spid="865373"/>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65374"/>
                                        </p:tgtEl>
                                        <p:attrNameLst>
                                          <p:attrName>style.visibility</p:attrName>
                                        </p:attrNameLst>
                                      </p:cBhvr>
                                      <p:to>
                                        <p:strVal val="visible"/>
                                      </p:to>
                                    </p:set>
                                    <p:animEffect transition="in" filter="blinds(horizontal)">
                                      <p:cBhvr>
                                        <p:cTn id="34" dur="500"/>
                                        <p:tgtEl>
                                          <p:spTgt spid="865374"/>
                                        </p:tgtEl>
                                      </p:cBhvr>
                                    </p:animEffect>
                                  </p:childTnLst>
                                </p:cTn>
                              </p:par>
                            </p:childTnLst>
                          </p:cTn>
                        </p:par>
                        <p:par>
                          <p:cTn id="35" fill="hold">
                            <p:stCondLst>
                              <p:cond delay="500"/>
                            </p:stCondLst>
                            <p:childTnLst>
                              <p:par>
                                <p:cTn id="36" presetID="17" presetClass="entr" presetSubtype="1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000000"/>
                                          </p:val>
                                        </p:tav>
                                        <p:tav tm="100000">
                                          <p:val>
                                            <p:strVal val="#ppt_w"/>
                                          </p:val>
                                        </p:tav>
                                      </p:tavLst>
                                    </p:anim>
                                    <p:anim calcmode="lin" valueType="num">
                                      <p:cBhvr>
                                        <p:cTn id="39"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283" grpId="0"/>
      <p:bldP spid="865284" grpId="0"/>
      <p:bldP spid="86537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6391275" y="4521200"/>
            <a:ext cx="2490788" cy="2195513"/>
            <a:chOff x="3984" y="2640"/>
            <a:chExt cx="1569" cy="1383"/>
          </a:xfrm>
        </p:grpSpPr>
        <p:grpSp>
          <p:nvGrpSpPr>
            <p:cNvPr id="81991" name="Group 4"/>
            <p:cNvGrpSpPr/>
            <p:nvPr/>
          </p:nvGrpSpPr>
          <p:grpSpPr>
            <a:xfrm>
              <a:off x="3984" y="2640"/>
              <a:ext cx="1569" cy="1053"/>
              <a:chOff x="3600" y="1104"/>
              <a:chExt cx="1569" cy="1053"/>
            </a:xfrm>
          </p:grpSpPr>
          <p:sp>
            <p:nvSpPr>
              <p:cNvPr id="81993" name="Text Box 5"/>
              <p:cNvSpPr txBox="1"/>
              <p:nvPr/>
            </p:nvSpPr>
            <p:spPr>
              <a:xfrm>
                <a:off x="4348" y="1344"/>
                <a:ext cx="548"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30000" dirty="0">
                    <a:latin typeface="Times New Roman" panose="02020603050405020304" pitchFamily="18" charset="0"/>
                    <a:ea typeface="华文中宋" panose="02010600040101010101" pitchFamily="2" charset="-122"/>
                  </a:rPr>
                  <a:t>11</a:t>
                </a:r>
                <a:endParaRPr lang="en-US" altLang="zh-CN" sz="2400" b="1" i="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81994" name="Text Box 6"/>
              <p:cNvSpPr txBox="1"/>
              <p:nvPr/>
            </p:nvSpPr>
            <p:spPr>
              <a:xfrm>
                <a:off x="4848" y="1416"/>
                <a:ext cx="32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dirty="0">
                  <a:latin typeface="Times New Roman" panose="02020603050405020304" pitchFamily="18" charset="0"/>
                  <a:ea typeface="华文中宋" panose="02010600040101010101" pitchFamily="2" charset="-122"/>
                </a:endParaRPr>
              </a:p>
            </p:txBody>
          </p:sp>
          <p:sp>
            <p:nvSpPr>
              <p:cNvPr id="81995" name="Line 7"/>
              <p:cNvSpPr/>
              <p:nvPr/>
            </p:nvSpPr>
            <p:spPr>
              <a:xfrm>
                <a:off x="4844" y="1158"/>
                <a:ext cx="2" cy="999"/>
              </a:xfrm>
              <a:prstGeom prst="line">
                <a:avLst/>
              </a:prstGeom>
              <a:ln w="38100" cap="flat" cmpd="sng">
                <a:solidFill>
                  <a:srgbClr val="000000"/>
                </a:solidFill>
                <a:prstDash val="solid"/>
                <a:headEnd type="none" w="med" len="med"/>
                <a:tailEnd type="none" w="med" len="med"/>
              </a:ln>
            </p:spPr>
          </p:sp>
          <p:sp>
            <p:nvSpPr>
              <p:cNvPr id="81996" name="Line 8"/>
              <p:cNvSpPr/>
              <p:nvPr/>
            </p:nvSpPr>
            <p:spPr>
              <a:xfrm flipV="1">
                <a:off x="3640" y="1158"/>
                <a:ext cx="1219" cy="1"/>
              </a:xfrm>
              <a:prstGeom prst="line">
                <a:avLst/>
              </a:prstGeom>
              <a:ln w="38100" cap="flat" cmpd="sng">
                <a:solidFill>
                  <a:srgbClr val="000000"/>
                </a:solidFill>
                <a:prstDash val="solid"/>
                <a:headEnd type="none" w="med" len="med"/>
                <a:tailEnd type="none" w="med" len="med"/>
              </a:ln>
            </p:spPr>
          </p:sp>
          <p:sp>
            <p:nvSpPr>
              <p:cNvPr id="81997" name="Line 9"/>
              <p:cNvSpPr/>
              <p:nvPr/>
            </p:nvSpPr>
            <p:spPr>
              <a:xfrm>
                <a:off x="3623" y="2153"/>
                <a:ext cx="1226" cy="4"/>
              </a:xfrm>
              <a:prstGeom prst="line">
                <a:avLst/>
              </a:prstGeom>
              <a:ln w="38100" cap="flat" cmpd="sng">
                <a:solidFill>
                  <a:srgbClr val="000000"/>
                </a:solidFill>
                <a:prstDash val="solid"/>
                <a:headEnd type="none" w="med" len="med"/>
                <a:tailEnd type="none" w="med" len="med"/>
              </a:ln>
            </p:spPr>
          </p:sp>
          <p:sp>
            <p:nvSpPr>
              <p:cNvPr id="81998" name="Line 10"/>
              <p:cNvSpPr/>
              <p:nvPr/>
            </p:nvSpPr>
            <p:spPr>
              <a:xfrm flipV="1">
                <a:off x="4841" y="1466"/>
                <a:ext cx="0" cy="100"/>
              </a:xfrm>
              <a:prstGeom prst="line">
                <a:avLst/>
              </a:prstGeom>
              <a:ln w="38100" cap="flat" cmpd="sng">
                <a:solidFill>
                  <a:srgbClr val="000000"/>
                </a:solidFill>
                <a:prstDash val="solid"/>
                <a:headEnd type="none" w="med" len="med"/>
                <a:tailEnd type="triangle" w="med" len="med"/>
              </a:ln>
            </p:spPr>
          </p:sp>
          <p:sp>
            <p:nvSpPr>
              <p:cNvPr id="81999" name="Oval 11"/>
              <p:cNvSpPr/>
              <p:nvPr/>
            </p:nvSpPr>
            <p:spPr>
              <a:xfrm>
                <a:off x="4734" y="1663"/>
                <a:ext cx="220" cy="2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2000" name="Line 12"/>
              <p:cNvSpPr/>
              <p:nvPr/>
            </p:nvSpPr>
            <p:spPr>
              <a:xfrm>
                <a:off x="4304" y="1756"/>
                <a:ext cx="3" cy="397"/>
              </a:xfrm>
              <a:prstGeom prst="line">
                <a:avLst/>
              </a:prstGeom>
              <a:ln w="38100" cap="flat" cmpd="sng">
                <a:solidFill>
                  <a:srgbClr val="000000"/>
                </a:solidFill>
                <a:prstDash val="solid"/>
                <a:headEnd type="none" w="med" len="med"/>
                <a:tailEnd type="none" w="med" len="med"/>
              </a:ln>
            </p:spPr>
          </p:sp>
          <p:sp>
            <p:nvSpPr>
              <p:cNvPr id="82001" name="Line 13"/>
              <p:cNvSpPr/>
              <p:nvPr/>
            </p:nvSpPr>
            <p:spPr>
              <a:xfrm>
                <a:off x="4304" y="1165"/>
                <a:ext cx="0" cy="530"/>
              </a:xfrm>
              <a:prstGeom prst="line">
                <a:avLst/>
              </a:prstGeom>
              <a:ln w="38100" cap="flat" cmpd="sng">
                <a:solidFill>
                  <a:srgbClr val="000000"/>
                </a:solidFill>
                <a:prstDash val="solid"/>
                <a:headEnd type="none" w="med" len="med"/>
                <a:tailEnd type="none" w="med" len="med"/>
              </a:ln>
            </p:spPr>
          </p:sp>
          <p:sp>
            <p:nvSpPr>
              <p:cNvPr id="82002" name="Line 14"/>
              <p:cNvSpPr/>
              <p:nvPr/>
            </p:nvSpPr>
            <p:spPr>
              <a:xfrm flipH="1">
                <a:off x="3600" y="1150"/>
                <a:ext cx="15" cy="770"/>
              </a:xfrm>
              <a:prstGeom prst="line">
                <a:avLst/>
              </a:prstGeom>
              <a:ln w="38100" cap="flat" cmpd="sng">
                <a:solidFill>
                  <a:srgbClr val="000000"/>
                </a:solidFill>
                <a:prstDash val="solid"/>
                <a:headEnd type="none" w="med" len="med"/>
                <a:tailEnd type="none" w="med" len="med"/>
              </a:ln>
            </p:spPr>
          </p:sp>
          <p:sp>
            <p:nvSpPr>
              <p:cNvPr id="82003" name="Line 15"/>
              <p:cNvSpPr/>
              <p:nvPr/>
            </p:nvSpPr>
            <p:spPr>
              <a:xfrm>
                <a:off x="4726" y="1777"/>
                <a:ext cx="226" cy="0"/>
              </a:xfrm>
              <a:prstGeom prst="line">
                <a:avLst/>
              </a:prstGeom>
              <a:ln w="38100" cap="flat" cmpd="sng">
                <a:solidFill>
                  <a:srgbClr val="000000"/>
                </a:solidFill>
                <a:prstDash val="solid"/>
                <a:headEnd type="none" w="med" len="med"/>
                <a:tailEnd type="none" w="med" len="med"/>
              </a:ln>
            </p:spPr>
          </p:sp>
          <p:grpSp>
            <p:nvGrpSpPr>
              <p:cNvPr id="82004" name="Group 16"/>
              <p:cNvGrpSpPr/>
              <p:nvPr/>
            </p:nvGrpSpPr>
            <p:grpSpPr>
              <a:xfrm rot="-5400000">
                <a:off x="3821" y="893"/>
                <a:ext cx="131" cy="552"/>
                <a:chOff x="2091" y="573"/>
                <a:chExt cx="220" cy="907"/>
              </a:xfrm>
            </p:grpSpPr>
            <p:sp>
              <p:nvSpPr>
                <p:cNvPr id="82010" name="Line 17"/>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2011" name="Oval 18"/>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2012" name="Oval 19"/>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2013" name="Oval 20"/>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2014" name="Rectangle 21"/>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2005" name="Line 22"/>
              <p:cNvSpPr/>
              <p:nvPr/>
            </p:nvSpPr>
            <p:spPr>
              <a:xfrm>
                <a:off x="4226" y="1759"/>
                <a:ext cx="144" cy="0"/>
              </a:xfrm>
              <a:prstGeom prst="line">
                <a:avLst/>
              </a:prstGeom>
              <a:ln w="38100" cap="flat" cmpd="sng">
                <a:solidFill>
                  <a:srgbClr val="000000"/>
                </a:solidFill>
                <a:prstDash val="solid"/>
                <a:headEnd type="none" w="med" len="med"/>
                <a:tailEnd type="none" w="med" len="med"/>
              </a:ln>
            </p:spPr>
          </p:sp>
          <p:sp>
            <p:nvSpPr>
              <p:cNvPr id="82006" name="Line 23"/>
              <p:cNvSpPr/>
              <p:nvPr/>
            </p:nvSpPr>
            <p:spPr>
              <a:xfrm>
                <a:off x="4226" y="1702"/>
                <a:ext cx="144" cy="0"/>
              </a:xfrm>
              <a:prstGeom prst="line">
                <a:avLst/>
              </a:prstGeom>
              <a:ln w="38100" cap="flat" cmpd="sng">
                <a:solidFill>
                  <a:srgbClr val="000000"/>
                </a:solidFill>
                <a:prstDash val="solid"/>
                <a:headEnd type="none" w="med" len="med"/>
                <a:tailEnd type="none" w="med" len="med"/>
              </a:ln>
            </p:spPr>
          </p:sp>
          <p:sp>
            <p:nvSpPr>
              <p:cNvPr id="82007" name="Line 24"/>
              <p:cNvSpPr/>
              <p:nvPr/>
            </p:nvSpPr>
            <p:spPr>
              <a:xfrm>
                <a:off x="3611" y="1888"/>
                <a:ext cx="0" cy="265"/>
              </a:xfrm>
              <a:prstGeom prst="line">
                <a:avLst/>
              </a:prstGeom>
              <a:ln w="38100" cap="flat" cmpd="sng">
                <a:solidFill>
                  <a:srgbClr val="000000"/>
                </a:solidFill>
                <a:prstDash val="solid"/>
                <a:headEnd type="none" w="med" len="med"/>
                <a:tailEnd type="none" w="med" len="med"/>
              </a:ln>
            </p:spPr>
          </p:sp>
          <p:sp>
            <p:nvSpPr>
              <p:cNvPr id="82008" name="Text Box 25"/>
              <p:cNvSpPr txBox="1"/>
              <p:nvPr/>
            </p:nvSpPr>
            <p:spPr>
              <a:xfrm>
                <a:off x="3866" y="1142"/>
                <a:ext cx="36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2009" name="Text Box 26"/>
              <p:cNvSpPr txBox="1"/>
              <p:nvPr/>
            </p:nvSpPr>
            <p:spPr>
              <a:xfrm>
                <a:off x="3888" y="1728"/>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1992" name="Text Box 27"/>
            <p:cNvSpPr txBox="1"/>
            <p:nvPr/>
          </p:nvSpPr>
          <p:spPr>
            <a:xfrm>
              <a:off x="4512"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(c)</a:t>
              </a:r>
              <a:endParaRPr lang="en-US" altLang="zh-CN" sz="2800" b="1" dirty="0">
                <a:latin typeface="Times New Roman" panose="02020603050405020304" pitchFamily="18" charset="0"/>
                <a:ea typeface="华文中宋" panose="02010600040101010101" pitchFamily="2" charset="-122"/>
              </a:endParaRPr>
            </a:p>
          </p:txBody>
        </p:sp>
      </p:grpSp>
      <p:grpSp>
        <p:nvGrpSpPr>
          <p:cNvPr id="5" name="Group 28"/>
          <p:cNvGrpSpPr/>
          <p:nvPr/>
        </p:nvGrpSpPr>
        <p:grpSpPr>
          <a:xfrm>
            <a:off x="3478213" y="4525963"/>
            <a:ext cx="2151062" cy="2190750"/>
            <a:chOff x="2149" y="2643"/>
            <a:chExt cx="1355" cy="1380"/>
          </a:xfrm>
        </p:grpSpPr>
        <p:grpSp>
          <p:nvGrpSpPr>
            <p:cNvPr id="81963" name="Group 29"/>
            <p:cNvGrpSpPr/>
            <p:nvPr/>
          </p:nvGrpSpPr>
          <p:grpSpPr>
            <a:xfrm>
              <a:off x="2149" y="2643"/>
              <a:ext cx="1355" cy="1053"/>
              <a:chOff x="2256" y="1152"/>
              <a:chExt cx="1355" cy="1053"/>
            </a:xfrm>
          </p:grpSpPr>
          <p:sp>
            <p:nvSpPr>
              <p:cNvPr id="81965" name="Text Box 30"/>
              <p:cNvSpPr txBox="1"/>
              <p:nvPr/>
            </p:nvSpPr>
            <p:spPr>
              <a:xfrm>
                <a:off x="3100" y="1392"/>
                <a:ext cx="356"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30000" dirty="0">
                    <a:latin typeface="Times New Roman" panose="02020603050405020304" pitchFamily="18" charset="0"/>
                    <a:ea typeface="华文中宋" panose="02010600040101010101" pitchFamily="2" charset="-122"/>
                  </a:rPr>
                  <a:t>1</a:t>
                </a:r>
                <a:endParaRPr lang="en-US" altLang="zh-CN" sz="2400" b="1" i="1" baseline="30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grpSp>
            <p:nvGrpSpPr>
              <p:cNvPr id="81966" name="Group 31"/>
              <p:cNvGrpSpPr/>
              <p:nvPr/>
            </p:nvGrpSpPr>
            <p:grpSpPr>
              <a:xfrm>
                <a:off x="2256" y="1377"/>
                <a:ext cx="277" cy="648"/>
                <a:chOff x="4417" y="567"/>
                <a:chExt cx="693" cy="1650"/>
              </a:xfrm>
            </p:grpSpPr>
            <p:grpSp>
              <p:nvGrpSpPr>
                <p:cNvPr id="81984" name="Group 32"/>
                <p:cNvGrpSpPr/>
                <p:nvPr/>
              </p:nvGrpSpPr>
              <p:grpSpPr>
                <a:xfrm>
                  <a:off x="4417" y="567"/>
                  <a:ext cx="550" cy="1650"/>
                  <a:chOff x="4417" y="567"/>
                  <a:chExt cx="550" cy="1650"/>
                </a:xfrm>
              </p:grpSpPr>
              <p:sp>
                <p:nvSpPr>
                  <p:cNvPr id="81989" name="Oval 33"/>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90" name="Line 34"/>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81985" name="Group 35"/>
                <p:cNvGrpSpPr/>
                <p:nvPr/>
              </p:nvGrpSpPr>
              <p:grpSpPr>
                <a:xfrm>
                  <a:off x="4956" y="853"/>
                  <a:ext cx="154" cy="979"/>
                  <a:chOff x="4956" y="853"/>
                  <a:chExt cx="154" cy="979"/>
                </a:xfrm>
              </p:grpSpPr>
              <p:sp>
                <p:nvSpPr>
                  <p:cNvPr id="81986" name="Line 36"/>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81987" name="Line 37"/>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81988" name="Line 38"/>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sp>
            <p:nvSpPr>
              <p:cNvPr id="81967" name="Line 39"/>
              <p:cNvSpPr/>
              <p:nvPr/>
            </p:nvSpPr>
            <p:spPr>
              <a:xfrm flipV="1">
                <a:off x="2392" y="1206"/>
                <a:ext cx="1219" cy="1"/>
              </a:xfrm>
              <a:prstGeom prst="line">
                <a:avLst/>
              </a:prstGeom>
              <a:ln w="38100" cap="flat" cmpd="sng">
                <a:solidFill>
                  <a:srgbClr val="000000"/>
                </a:solidFill>
                <a:prstDash val="solid"/>
                <a:headEnd type="none" w="med" len="med"/>
                <a:tailEnd type="none" w="med" len="med"/>
              </a:ln>
            </p:spPr>
          </p:sp>
          <p:sp>
            <p:nvSpPr>
              <p:cNvPr id="81968" name="Line 40"/>
              <p:cNvSpPr/>
              <p:nvPr/>
            </p:nvSpPr>
            <p:spPr>
              <a:xfrm>
                <a:off x="2375" y="2201"/>
                <a:ext cx="1226" cy="4"/>
              </a:xfrm>
              <a:prstGeom prst="line">
                <a:avLst/>
              </a:prstGeom>
              <a:ln w="38100" cap="flat" cmpd="sng">
                <a:solidFill>
                  <a:srgbClr val="000000"/>
                </a:solidFill>
                <a:prstDash val="solid"/>
                <a:headEnd type="none" w="med" len="med"/>
                <a:tailEnd type="none" w="med" len="med"/>
              </a:ln>
            </p:spPr>
          </p:sp>
          <p:sp>
            <p:nvSpPr>
              <p:cNvPr id="81969" name="Line 41"/>
              <p:cNvSpPr/>
              <p:nvPr/>
            </p:nvSpPr>
            <p:spPr>
              <a:xfrm>
                <a:off x="3056" y="1804"/>
                <a:ext cx="3" cy="397"/>
              </a:xfrm>
              <a:prstGeom prst="line">
                <a:avLst/>
              </a:prstGeom>
              <a:ln w="38100" cap="flat" cmpd="sng">
                <a:solidFill>
                  <a:srgbClr val="000000"/>
                </a:solidFill>
                <a:prstDash val="solid"/>
                <a:headEnd type="none" w="med" len="med"/>
                <a:tailEnd type="none" w="med" len="med"/>
              </a:ln>
            </p:spPr>
          </p:sp>
          <p:sp>
            <p:nvSpPr>
              <p:cNvPr id="81970" name="Line 42"/>
              <p:cNvSpPr/>
              <p:nvPr/>
            </p:nvSpPr>
            <p:spPr>
              <a:xfrm>
                <a:off x="3056" y="1213"/>
                <a:ext cx="0" cy="530"/>
              </a:xfrm>
              <a:prstGeom prst="line">
                <a:avLst/>
              </a:prstGeom>
              <a:ln w="38100" cap="flat" cmpd="sng">
                <a:solidFill>
                  <a:srgbClr val="000000"/>
                </a:solidFill>
                <a:prstDash val="solid"/>
                <a:headEnd type="none" w="med" len="med"/>
                <a:tailEnd type="none" w="med" len="med"/>
              </a:ln>
            </p:spPr>
          </p:sp>
          <p:sp>
            <p:nvSpPr>
              <p:cNvPr id="81971" name="Line 43"/>
              <p:cNvSpPr/>
              <p:nvPr/>
            </p:nvSpPr>
            <p:spPr>
              <a:xfrm flipH="1">
                <a:off x="2359" y="1198"/>
                <a:ext cx="8" cy="380"/>
              </a:xfrm>
              <a:prstGeom prst="line">
                <a:avLst/>
              </a:prstGeom>
              <a:ln w="38100" cap="flat" cmpd="sng">
                <a:solidFill>
                  <a:srgbClr val="000000"/>
                </a:solidFill>
                <a:prstDash val="solid"/>
                <a:headEnd type="none" w="med" len="med"/>
                <a:tailEnd type="none" w="med" len="med"/>
              </a:ln>
            </p:spPr>
          </p:sp>
          <p:grpSp>
            <p:nvGrpSpPr>
              <p:cNvPr id="81972" name="Group 44"/>
              <p:cNvGrpSpPr/>
              <p:nvPr/>
            </p:nvGrpSpPr>
            <p:grpSpPr>
              <a:xfrm rot="-5400000">
                <a:off x="2573" y="941"/>
                <a:ext cx="131" cy="552"/>
                <a:chOff x="2091" y="573"/>
                <a:chExt cx="220" cy="907"/>
              </a:xfrm>
            </p:grpSpPr>
            <p:sp>
              <p:nvSpPr>
                <p:cNvPr id="81979" name="Line 45"/>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1980" name="Oval 46"/>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81" name="Oval 47"/>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82" name="Oval 48"/>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83" name="Rectangle 49"/>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1973" name="Line 50"/>
              <p:cNvSpPr/>
              <p:nvPr/>
            </p:nvSpPr>
            <p:spPr>
              <a:xfrm>
                <a:off x="2978" y="1807"/>
                <a:ext cx="144" cy="0"/>
              </a:xfrm>
              <a:prstGeom prst="line">
                <a:avLst/>
              </a:prstGeom>
              <a:ln w="38100" cap="flat" cmpd="sng">
                <a:solidFill>
                  <a:srgbClr val="000000"/>
                </a:solidFill>
                <a:prstDash val="solid"/>
                <a:headEnd type="none" w="med" len="med"/>
                <a:tailEnd type="none" w="med" len="med"/>
              </a:ln>
            </p:spPr>
          </p:sp>
          <p:sp>
            <p:nvSpPr>
              <p:cNvPr id="81974" name="Line 51"/>
              <p:cNvSpPr/>
              <p:nvPr/>
            </p:nvSpPr>
            <p:spPr>
              <a:xfrm>
                <a:off x="2978" y="1750"/>
                <a:ext cx="144" cy="0"/>
              </a:xfrm>
              <a:prstGeom prst="line">
                <a:avLst/>
              </a:prstGeom>
              <a:ln w="38100" cap="flat" cmpd="sng">
                <a:solidFill>
                  <a:srgbClr val="000000"/>
                </a:solidFill>
                <a:prstDash val="solid"/>
                <a:headEnd type="none" w="med" len="med"/>
                <a:tailEnd type="none" w="med" len="med"/>
              </a:ln>
            </p:spPr>
          </p:sp>
          <p:sp>
            <p:nvSpPr>
              <p:cNvPr id="81975" name="Line 52"/>
              <p:cNvSpPr/>
              <p:nvPr/>
            </p:nvSpPr>
            <p:spPr>
              <a:xfrm>
                <a:off x="2363" y="1936"/>
                <a:ext cx="0" cy="265"/>
              </a:xfrm>
              <a:prstGeom prst="line">
                <a:avLst/>
              </a:prstGeom>
              <a:ln w="38100" cap="flat" cmpd="sng">
                <a:solidFill>
                  <a:srgbClr val="000000"/>
                </a:solidFill>
                <a:prstDash val="solid"/>
                <a:headEnd type="none" w="med" len="med"/>
                <a:tailEnd type="none" w="med" len="med"/>
              </a:ln>
            </p:spPr>
          </p:sp>
          <p:sp>
            <p:nvSpPr>
              <p:cNvPr id="81976" name="Text Box 53"/>
              <p:cNvSpPr txBox="1"/>
              <p:nvPr/>
            </p:nvSpPr>
            <p:spPr>
              <a:xfrm>
                <a:off x="2430" y="1536"/>
                <a:ext cx="4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81977" name="Text Box 54"/>
              <p:cNvSpPr txBox="1"/>
              <p:nvPr/>
            </p:nvSpPr>
            <p:spPr>
              <a:xfrm>
                <a:off x="2618" y="1190"/>
                <a:ext cx="36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1978" name="Text Box 55"/>
              <p:cNvSpPr txBox="1"/>
              <p:nvPr/>
            </p:nvSpPr>
            <p:spPr>
              <a:xfrm>
                <a:off x="2640" y="1776"/>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1964" name="Text Box 56"/>
            <p:cNvSpPr txBox="1"/>
            <p:nvPr/>
          </p:nvSpPr>
          <p:spPr>
            <a:xfrm>
              <a:off x="2688"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(b)</a:t>
              </a:r>
              <a:endParaRPr lang="en-US" altLang="zh-CN" sz="2800" b="1" dirty="0">
                <a:latin typeface="Times New Roman" panose="02020603050405020304" pitchFamily="18" charset="0"/>
                <a:ea typeface="华文中宋" panose="02010600040101010101" pitchFamily="2" charset="-122"/>
              </a:endParaRPr>
            </a:p>
          </p:txBody>
        </p:sp>
      </p:grpSp>
      <p:grpSp>
        <p:nvGrpSpPr>
          <p:cNvPr id="11" name="Group 57"/>
          <p:cNvGrpSpPr/>
          <p:nvPr/>
        </p:nvGrpSpPr>
        <p:grpSpPr>
          <a:xfrm>
            <a:off x="395288" y="4521200"/>
            <a:ext cx="2643187" cy="2195513"/>
            <a:chOff x="207" y="2640"/>
            <a:chExt cx="1665" cy="1383"/>
          </a:xfrm>
        </p:grpSpPr>
        <p:grpSp>
          <p:nvGrpSpPr>
            <p:cNvPr id="81930" name="Group 58"/>
            <p:cNvGrpSpPr/>
            <p:nvPr/>
          </p:nvGrpSpPr>
          <p:grpSpPr>
            <a:xfrm>
              <a:off x="207" y="2640"/>
              <a:ext cx="1665" cy="1053"/>
              <a:chOff x="3072" y="1152"/>
              <a:chExt cx="1665" cy="1053"/>
            </a:xfrm>
          </p:grpSpPr>
          <p:sp>
            <p:nvSpPr>
              <p:cNvPr id="81932" name="Text Box 59"/>
              <p:cNvSpPr txBox="1"/>
              <p:nvPr/>
            </p:nvSpPr>
            <p:spPr>
              <a:xfrm>
                <a:off x="3916" y="1392"/>
                <a:ext cx="281" cy="6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i="1" baseline="-25000"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81933" name="Text Box 60"/>
              <p:cNvSpPr txBox="1"/>
              <p:nvPr/>
            </p:nvSpPr>
            <p:spPr>
              <a:xfrm>
                <a:off x="4416" y="1464"/>
                <a:ext cx="321"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dirty="0">
                  <a:latin typeface="Times New Roman" panose="02020603050405020304" pitchFamily="18" charset="0"/>
                  <a:ea typeface="华文中宋" panose="02010600040101010101" pitchFamily="2" charset="-122"/>
                </a:endParaRPr>
              </a:p>
            </p:txBody>
          </p:sp>
          <p:sp>
            <p:nvSpPr>
              <p:cNvPr id="81934" name="Line 61"/>
              <p:cNvSpPr/>
              <p:nvPr/>
            </p:nvSpPr>
            <p:spPr>
              <a:xfrm>
                <a:off x="4412" y="1206"/>
                <a:ext cx="2" cy="999"/>
              </a:xfrm>
              <a:prstGeom prst="line">
                <a:avLst/>
              </a:prstGeom>
              <a:ln w="38100" cap="flat" cmpd="sng">
                <a:solidFill>
                  <a:srgbClr val="000000"/>
                </a:solidFill>
                <a:prstDash val="solid"/>
                <a:headEnd type="none" w="med" len="med"/>
                <a:tailEnd type="none" w="med" len="med"/>
              </a:ln>
            </p:spPr>
          </p:sp>
          <p:grpSp>
            <p:nvGrpSpPr>
              <p:cNvPr id="81935" name="Group 62"/>
              <p:cNvGrpSpPr/>
              <p:nvPr/>
            </p:nvGrpSpPr>
            <p:grpSpPr>
              <a:xfrm>
                <a:off x="3072" y="1377"/>
                <a:ext cx="277" cy="648"/>
                <a:chOff x="4417" y="567"/>
                <a:chExt cx="693" cy="1650"/>
              </a:xfrm>
            </p:grpSpPr>
            <p:grpSp>
              <p:nvGrpSpPr>
                <p:cNvPr id="81956" name="Group 63"/>
                <p:cNvGrpSpPr/>
                <p:nvPr/>
              </p:nvGrpSpPr>
              <p:grpSpPr>
                <a:xfrm>
                  <a:off x="4417" y="567"/>
                  <a:ext cx="550" cy="1650"/>
                  <a:chOff x="4417" y="567"/>
                  <a:chExt cx="550" cy="1650"/>
                </a:xfrm>
              </p:grpSpPr>
              <p:sp>
                <p:nvSpPr>
                  <p:cNvPr id="81961" name="Oval 64"/>
                  <p:cNvSpPr/>
                  <p:nvPr/>
                </p:nvSpPr>
                <p:spPr>
                  <a:xfrm>
                    <a:off x="4417" y="1117"/>
                    <a:ext cx="550" cy="55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62" name="Line 65"/>
                  <p:cNvSpPr/>
                  <p:nvPr/>
                </p:nvSpPr>
                <p:spPr>
                  <a:xfrm>
                    <a:off x="4692" y="567"/>
                    <a:ext cx="0" cy="1650"/>
                  </a:xfrm>
                  <a:prstGeom prst="line">
                    <a:avLst/>
                  </a:prstGeom>
                  <a:ln w="38100" cap="flat" cmpd="sng">
                    <a:solidFill>
                      <a:srgbClr val="000000"/>
                    </a:solidFill>
                    <a:prstDash val="solid"/>
                    <a:headEnd type="none" w="med" len="med"/>
                    <a:tailEnd type="none" w="med" len="med"/>
                  </a:ln>
                </p:spPr>
              </p:sp>
            </p:grpSp>
            <p:grpSp>
              <p:nvGrpSpPr>
                <p:cNvPr id="81957" name="Group 66"/>
                <p:cNvGrpSpPr/>
                <p:nvPr/>
              </p:nvGrpSpPr>
              <p:grpSpPr>
                <a:xfrm>
                  <a:off x="4956" y="853"/>
                  <a:ext cx="154" cy="979"/>
                  <a:chOff x="4956" y="853"/>
                  <a:chExt cx="154" cy="979"/>
                </a:xfrm>
              </p:grpSpPr>
              <p:sp>
                <p:nvSpPr>
                  <p:cNvPr id="81958" name="Line 67"/>
                  <p:cNvSpPr/>
                  <p:nvPr/>
                </p:nvSpPr>
                <p:spPr>
                  <a:xfrm>
                    <a:off x="4967" y="930"/>
                    <a:ext cx="143" cy="0"/>
                  </a:xfrm>
                  <a:prstGeom prst="line">
                    <a:avLst/>
                  </a:prstGeom>
                  <a:ln w="38100" cap="flat" cmpd="sng">
                    <a:solidFill>
                      <a:srgbClr val="000000"/>
                    </a:solidFill>
                    <a:prstDash val="solid"/>
                    <a:headEnd type="none" w="med" len="med"/>
                    <a:tailEnd type="none" w="med" len="med"/>
                  </a:ln>
                </p:spPr>
              </p:sp>
              <p:sp>
                <p:nvSpPr>
                  <p:cNvPr id="81959" name="Line 68"/>
                  <p:cNvSpPr/>
                  <p:nvPr/>
                </p:nvSpPr>
                <p:spPr>
                  <a:xfrm>
                    <a:off x="4956" y="1832"/>
                    <a:ext cx="154" cy="0"/>
                  </a:xfrm>
                  <a:prstGeom prst="line">
                    <a:avLst/>
                  </a:prstGeom>
                  <a:ln w="38100" cap="flat" cmpd="sng">
                    <a:solidFill>
                      <a:srgbClr val="000000"/>
                    </a:solidFill>
                    <a:prstDash val="solid"/>
                    <a:headEnd type="none" w="med" len="med"/>
                    <a:tailEnd type="none" w="med" len="med"/>
                  </a:ln>
                </p:spPr>
              </p:sp>
              <p:sp>
                <p:nvSpPr>
                  <p:cNvPr id="81960" name="Line 69"/>
                  <p:cNvSpPr/>
                  <p:nvPr/>
                </p:nvSpPr>
                <p:spPr>
                  <a:xfrm rot="5400000">
                    <a:off x="4967" y="930"/>
                    <a:ext cx="154" cy="0"/>
                  </a:xfrm>
                  <a:prstGeom prst="line">
                    <a:avLst/>
                  </a:prstGeom>
                  <a:ln w="38100" cap="flat" cmpd="sng">
                    <a:solidFill>
                      <a:srgbClr val="000000"/>
                    </a:solidFill>
                    <a:prstDash val="solid"/>
                    <a:headEnd type="none" w="med" len="med"/>
                    <a:tailEnd type="none" w="med" len="med"/>
                  </a:ln>
                </p:spPr>
              </p:sp>
            </p:grpSp>
          </p:grpSp>
          <p:sp>
            <p:nvSpPr>
              <p:cNvPr id="81936" name="Line 70"/>
              <p:cNvSpPr/>
              <p:nvPr/>
            </p:nvSpPr>
            <p:spPr>
              <a:xfrm flipV="1">
                <a:off x="3208" y="1206"/>
                <a:ext cx="1219" cy="1"/>
              </a:xfrm>
              <a:prstGeom prst="line">
                <a:avLst/>
              </a:prstGeom>
              <a:ln w="38100" cap="flat" cmpd="sng">
                <a:solidFill>
                  <a:srgbClr val="000000"/>
                </a:solidFill>
                <a:prstDash val="solid"/>
                <a:headEnd type="none" w="med" len="med"/>
                <a:tailEnd type="none" w="med" len="med"/>
              </a:ln>
            </p:spPr>
          </p:sp>
          <p:sp>
            <p:nvSpPr>
              <p:cNvPr id="81937" name="Line 71"/>
              <p:cNvSpPr/>
              <p:nvPr/>
            </p:nvSpPr>
            <p:spPr>
              <a:xfrm>
                <a:off x="3191" y="2201"/>
                <a:ext cx="1226" cy="4"/>
              </a:xfrm>
              <a:prstGeom prst="line">
                <a:avLst/>
              </a:prstGeom>
              <a:ln w="38100" cap="flat" cmpd="sng">
                <a:solidFill>
                  <a:srgbClr val="000000"/>
                </a:solidFill>
                <a:prstDash val="solid"/>
                <a:headEnd type="none" w="med" len="med"/>
                <a:tailEnd type="none" w="med" len="med"/>
              </a:ln>
            </p:spPr>
          </p:sp>
          <p:sp>
            <p:nvSpPr>
              <p:cNvPr id="81938" name="Line 72"/>
              <p:cNvSpPr/>
              <p:nvPr/>
            </p:nvSpPr>
            <p:spPr>
              <a:xfrm flipV="1">
                <a:off x="4409" y="1514"/>
                <a:ext cx="0" cy="100"/>
              </a:xfrm>
              <a:prstGeom prst="line">
                <a:avLst/>
              </a:prstGeom>
              <a:ln w="38100" cap="flat" cmpd="sng">
                <a:solidFill>
                  <a:srgbClr val="000000"/>
                </a:solidFill>
                <a:prstDash val="solid"/>
                <a:headEnd type="none" w="med" len="med"/>
                <a:tailEnd type="triangle" w="med" len="med"/>
              </a:ln>
            </p:spPr>
          </p:sp>
          <p:sp>
            <p:nvSpPr>
              <p:cNvPr id="81939" name="Oval 73"/>
              <p:cNvSpPr/>
              <p:nvPr/>
            </p:nvSpPr>
            <p:spPr>
              <a:xfrm>
                <a:off x="4302" y="1711"/>
                <a:ext cx="220" cy="2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40" name="Line 74"/>
              <p:cNvSpPr/>
              <p:nvPr/>
            </p:nvSpPr>
            <p:spPr>
              <a:xfrm>
                <a:off x="3872" y="1804"/>
                <a:ext cx="3" cy="397"/>
              </a:xfrm>
              <a:prstGeom prst="line">
                <a:avLst/>
              </a:prstGeom>
              <a:ln w="38100" cap="flat" cmpd="sng">
                <a:solidFill>
                  <a:srgbClr val="000000"/>
                </a:solidFill>
                <a:prstDash val="solid"/>
                <a:headEnd type="none" w="med" len="med"/>
                <a:tailEnd type="none" w="med" len="med"/>
              </a:ln>
            </p:spPr>
          </p:sp>
          <p:sp>
            <p:nvSpPr>
              <p:cNvPr id="81941" name="Line 75"/>
              <p:cNvSpPr/>
              <p:nvPr/>
            </p:nvSpPr>
            <p:spPr>
              <a:xfrm>
                <a:off x="3872" y="1213"/>
                <a:ext cx="0" cy="530"/>
              </a:xfrm>
              <a:prstGeom prst="line">
                <a:avLst/>
              </a:prstGeom>
              <a:ln w="38100" cap="flat" cmpd="sng">
                <a:solidFill>
                  <a:srgbClr val="000000"/>
                </a:solidFill>
                <a:prstDash val="solid"/>
                <a:headEnd type="none" w="med" len="med"/>
                <a:tailEnd type="none" w="med" len="med"/>
              </a:ln>
            </p:spPr>
          </p:sp>
          <p:sp>
            <p:nvSpPr>
              <p:cNvPr id="81942" name="Line 76"/>
              <p:cNvSpPr/>
              <p:nvPr/>
            </p:nvSpPr>
            <p:spPr>
              <a:xfrm flipH="1">
                <a:off x="3175" y="1198"/>
                <a:ext cx="8" cy="380"/>
              </a:xfrm>
              <a:prstGeom prst="line">
                <a:avLst/>
              </a:prstGeom>
              <a:ln w="38100" cap="flat" cmpd="sng">
                <a:solidFill>
                  <a:srgbClr val="000000"/>
                </a:solidFill>
                <a:prstDash val="solid"/>
                <a:headEnd type="none" w="med" len="med"/>
                <a:tailEnd type="none" w="med" len="med"/>
              </a:ln>
            </p:spPr>
          </p:sp>
          <p:sp>
            <p:nvSpPr>
              <p:cNvPr id="81943" name="Line 77"/>
              <p:cNvSpPr/>
              <p:nvPr/>
            </p:nvSpPr>
            <p:spPr>
              <a:xfrm>
                <a:off x="4294" y="1825"/>
                <a:ext cx="226" cy="0"/>
              </a:xfrm>
              <a:prstGeom prst="line">
                <a:avLst/>
              </a:prstGeom>
              <a:ln w="38100" cap="flat" cmpd="sng">
                <a:solidFill>
                  <a:srgbClr val="000000"/>
                </a:solidFill>
                <a:prstDash val="solid"/>
                <a:headEnd type="none" w="med" len="med"/>
                <a:tailEnd type="none" w="med" len="med"/>
              </a:ln>
            </p:spPr>
          </p:sp>
          <p:grpSp>
            <p:nvGrpSpPr>
              <p:cNvPr id="81944" name="Group 78"/>
              <p:cNvGrpSpPr/>
              <p:nvPr/>
            </p:nvGrpSpPr>
            <p:grpSpPr>
              <a:xfrm rot="-5400000">
                <a:off x="3389" y="941"/>
                <a:ext cx="131" cy="552"/>
                <a:chOff x="2091" y="573"/>
                <a:chExt cx="220" cy="907"/>
              </a:xfrm>
            </p:grpSpPr>
            <p:sp>
              <p:nvSpPr>
                <p:cNvPr id="81951" name="Line 79"/>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81952" name="Oval 80"/>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53" name="Oval 81"/>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54" name="Oval 82"/>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1955" name="Rectangle 83"/>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81945" name="Line 84"/>
              <p:cNvSpPr/>
              <p:nvPr/>
            </p:nvSpPr>
            <p:spPr>
              <a:xfrm>
                <a:off x="3794" y="1807"/>
                <a:ext cx="144" cy="0"/>
              </a:xfrm>
              <a:prstGeom prst="line">
                <a:avLst/>
              </a:prstGeom>
              <a:ln w="38100" cap="flat" cmpd="sng">
                <a:solidFill>
                  <a:srgbClr val="000000"/>
                </a:solidFill>
                <a:prstDash val="solid"/>
                <a:headEnd type="none" w="med" len="med"/>
                <a:tailEnd type="none" w="med" len="med"/>
              </a:ln>
            </p:spPr>
          </p:sp>
          <p:sp>
            <p:nvSpPr>
              <p:cNvPr id="81946" name="Line 85"/>
              <p:cNvSpPr/>
              <p:nvPr/>
            </p:nvSpPr>
            <p:spPr>
              <a:xfrm>
                <a:off x="3794" y="1750"/>
                <a:ext cx="144" cy="0"/>
              </a:xfrm>
              <a:prstGeom prst="line">
                <a:avLst/>
              </a:prstGeom>
              <a:ln w="38100" cap="flat" cmpd="sng">
                <a:solidFill>
                  <a:srgbClr val="000000"/>
                </a:solidFill>
                <a:prstDash val="solid"/>
                <a:headEnd type="none" w="med" len="med"/>
                <a:tailEnd type="none" w="med" len="med"/>
              </a:ln>
            </p:spPr>
          </p:sp>
          <p:sp>
            <p:nvSpPr>
              <p:cNvPr id="81947" name="Line 86"/>
              <p:cNvSpPr/>
              <p:nvPr/>
            </p:nvSpPr>
            <p:spPr>
              <a:xfrm>
                <a:off x="3179" y="1936"/>
                <a:ext cx="0" cy="265"/>
              </a:xfrm>
              <a:prstGeom prst="line">
                <a:avLst/>
              </a:prstGeom>
              <a:ln w="38100" cap="flat" cmpd="sng">
                <a:solidFill>
                  <a:srgbClr val="000000"/>
                </a:solidFill>
                <a:prstDash val="solid"/>
                <a:headEnd type="none" w="med" len="med"/>
                <a:tailEnd type="none" w="med" len="med"/>
              </a:ln>
            </p:spPr>
          </p:sp>
          <p:sp>
            <p:nvSpPr>
              <p:cNvPr id="81948" name="Text Box 87"/>
              <p:cNvSpPr txBox="1"/>
              <p:nvPr/>
            </p:nvSpPr>
            <p:spPr>
              <a:xfrm>
                <a:off x="3246" y="1536"/>
                <a:ext cx="40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baseline="-25000" dirty="0">
                    <a:latin typeface="Times New Roman" panose="02020603050405020304" pitchFamily="18" charset="0"/>
                    <a:ea typeface="华文中宋" panose="02010600040101010101" pitchFamily="2" charset="-122"/>
                  </a:rPr>
                  <a:t>S</a:t>
                </a:r>
                <a:endParaRPr lang="en-US" altLang="zh-CN" sz="2400" b="1" baseline="-25000" dirty="0">
                  <a:latin typeface="Times New Roman" panose="02020603050405020304" pitchFamily="18" charset="0"/>
                  <a:ea typeface="华文中宋" panose="02010600040101010101" pitchFamily="2" charset="-122"/>
                </a:endParaRPr>
              </a:p>
            </p:txBody>
          </p:sp>
          <p:sp>
            <p:nvSpPr>
              <p:cNvPr id="81949" name="Text Box 88"/>
              <p:cNvSpPr txBox="1"/>
              <p:nvPr/>
            </p:nvSpPr>
            <p:spPr>
              <a:xfrm>
                <a:off x="3434" y="1190"/>
                <a:ext cx="36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81950" name="Text Box 89"/>
              <p:cNvSpPr txBox="1"/>
              <p:nvPr/>
            </p:nvSpPr>
            <p:spPr>
              <a:xfrm>
                <a:off x="3456" y="1776"/>
                <a:ext cx="480" cy="29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81931" name="Text Box 90"/>
            <p:cNvSpPr txBox="1"/>
            <p:nvPr/>
          </p:nvSpPr>
          <p:spPr>
            <a:xfrm>
              <a:off x="816" y="3696"/>
              <a:ext cx="48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(a)</a:t>
              </a:r>
              <a:endParaRPr lang="en-US" altLang="zh-CN" sz="2800" b="1" dirty="0">
                <a:latin typeface="Times New Roman" panose="02020603050405020304" pitchFamily="18" charset="0"/>
                <a:ea typeface="华文中宋" panose="02010600040101010101" pitchFamily="2" charset="-122"/>
              </a:endParaRPr>
            </a:p>
          </p:txBody>
        </p:sp>
      </p:grpSp>
      <p:graphicFrame>
        <p:nvGraphicFramePr>
          <p:cNvPr id="866395" name="Object 91"/>
          <p:cNvGraphicFramePr>
            <a:graphicFrameLocks noChangeAspect="1"/>
          </p:cNvGraphicFramePr>
          <p:nvPr/>
        </p:nvGraphicFramePr>
        <p:xfrm>
          <a:off x="835025" y="1687513"/>
          <a:ext cx="7766050" cy="885825"/>
        </p:xfrm>
        <a:graphic>
          <a:graphicData uri="http://schemas.openxmlformats.org/presentationml/2006/ole">
            <mc:AlternateContent xmlns:mc="http://schemas.openxmlformats.org/markup-compatibility/2006">
              <mc:Choice xmlns:v="urn:schemas-microsoft-com:vml" Requires="v">
                <p:oleObj spid="_x0000_s3389" name="" r:id="rId1" imgW="3352800" imgH="431800" progId="Equation.3">
                  <p:embed/>
                </p:oleObj>
              </mc:Choice>
              <mc:Fallback>
                <p:oleObj name="" r:id="rId1" imgW="3352800" imgH="431800" progId="Equation.3">
                  <p:embed/>
                  <p:pic>
                    <p:nvPicPr>
                      <p:cNvPr id="0" name="图片 3388"/>
                      <p:cNvPicPr/>
                      <p:nvPr/>
                    </p:nvPicPr>
                    <p:blipFill>
                      <a:blip r:embed="rId2"/>
                      <a:stretch>
                        <a:fillRect/>
                      </a:stretch>
                    </p:blipFill>
                    <p:spPr>
                      <a:xfrm>
                        <a:off x="835025" y="1687513"/>
                        <a:ext cx="7766050" cy="885825"/>
                      </a:xfrm>
                      <a:prstGeom prst="rect">
                        <a:avLst/>
                      </a:prstGeom>
                      <a:noFill/>
                      <a:ln w="38100">
                        <a:noFill/>
                        <a:miter/>
                      </a:ln>
                    </p:spPr>
                  </p:pic>
                </p:oleObj>
              </mc:Fallback>
            </mc:AlternateContent>
          </a:graphicData>
        </a:graphic>
      </p:graphicFrame>
      <p:sp>
        <p:nvSpPr>
          <p:cNvPr id="866396" name="Rectangle 92"/>
          <p:cNvSpPr>
            <a:spLocks noChangeArrowheads="1"/>
          </p:cNvSpPr>
          <p:nvPr/>
        </p:nvSpPr>
        <p:spPr bwMode="auto">
          <a:xfrm>
            <a:off x="828675" y="620713"/>
            <a:ext cx="7467600" cy="1042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(2)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将电压源置为零（用短路线替代），计算</a:t>
            </a: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电流源单独作用</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时的响应，见图</a:t>
            </a:r>
            <a:r>
              <a:rPr kumimoji="0"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(c)</a:t>
            </a:r>
            <a:endParaRPr kumimoji="0"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66397" name="Rectangle 93"/>
          <p:cNvSpPr>
            <a:spLocks noChangeArrowheads="1"/>
          </p:cNvSpPr>
          <p:nvPr/>
        </p:nvSpPr>
        <p:spPr bwMode="auto">
          <a:xfrm>
            <a:off x="1133475" y="2754313"/>
            <a:ext cx="54864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(3) </a:t>
            </a: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电压源与电流源共同作用</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时的响应</a:t>
            </a: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66398" name="Object 94"/>
          <p:cNvGraphicFramePr>
            <a:graphicFrameLocks noChangeAspect="1"/>
          </p:cNvGraphicFramePr>
          <p:nvPr/>
        </p:nvGraphicFramePr>
        <p:xfrm>
          <a:off x="795338" y="3419475"/>
          <a:ext cx="7678737" cy="469900"/>
        </p:xfrm>
        <a:graphic>
          <a:graphicData uri="http://schemas.openxmlformats.org/presentationml/2006/ole">
            <mc:AlternateContent xmlns:mc="http://schemas.openxmlformats.org/markup-compatibility/2006">
              <mc:Choice xmlns:v="urn:schemas-microsoft-com:vml" Requires="v">
                <p:oleObj spid="_x0000_s3391" name="" r:id="rId3" imgW="3314700" imgH="228600" progId="Equation.3">
                  <p:embed/>
                </p:oleObj>
              </mc:Choice>
              <mc:Fallback>
                <p:oleObj name="" r:id="rId3" imgW="3314700" imgH="228600" progId="Equation.3">
                  <p:embed/>
                  <p:pic>
                    <p:nvPicPr>
                      <p:cNvPr id="0" name="图片 3390"/>
                      <p:cNvPicPr/>
                      <p:nvPr/>
                    </p:nvPicPr>
                    <p:blipFill>
                      <a:blip r:embed="rId4"/>
                      <a:stretch>
                        <a:fillRect/>
                      </a:stretch>
                    </p:blipFill>
                    <p:spPr>
                      <a:xfrm>
                        <a:off x="795338" y="3419475"/>
                        <a:ext cx="7678737" cy="4699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66396"/>
                                        </p:tgtEl>
                                        <p:attrNameLst>
                                          <p:attrName>style.visibility</p:attrName>
                                        </p:attrNameLst>
                                      </p:cBhvr>
                                      <p:to>
                                        <p:strVal val="visible"/>
                                      </p:to>
                                    </p:set>
                                    <p:animEffect transition="in" filter="blinds(horizontal)">
                                      <p:cBhvr>
                                        <p:cTn id="15" dur="500"/>
                                        <p:tgtEl>
                                          <p:spTgt spid="86639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866395"/>
                                        </p:tgtEl>
                                        <p:attrNameLst>
                                          <p:attrName>style.visibility</p:attrName>
                                        </p:attrNameLst>
                                      </p:cBhvr>
                                      <p:to>
                                        <p:strVal val="visible"/>
                                      </p:to>
                                    </p:set>
                                    <p:animEffect transition="in" filter="wipe(left)">
                                      <p:cBhvr>
                                        <p:cTn id="24" dur="500"/>
                                        <p:tgtEl>
                                          <p:spTgt spid="86639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66397"/>
                                        </p:tgtEl>
                                        <p:attrNameLst>
                                          <p:attrName>style.visibility</p:attrName>
                                        </p:attrNameLst>
                                      </p:cBhvr>
                                      <p:to>
                                        <p:strVal val="visible"/>
                                      </p:to>
                                    </p:set>
                                    <p:animEffect transition="in" filter="wipe(left)">
                                      <p:cBhvr>
                                        <p:cTn id="29" dur="500"/>
                                        <p:tgtEl>
                                          <p:spTgt spid="866397"/>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866398"/>
                                        </p:tgtEl>
                                        <p:attrNameLst>
                                          <p:attrName>style.visibility</p:attrName>
                                        </p:attrNameLst>
                                      </p:cBhvr>
                                      <p:to>
                                        <p:strVal val="visible"/>
                                      </p:to>
                                    </p:set>
                                    <p:animEffect transition="in" filter="wipe(left)">
                                      <p:cBhvr>
                                        <p:cTn id="33" dur="500"/>
                                        <p:tgtEl>
                                          <p:spTgt spid="866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96" grpId="0"/>
      <p:bldP spid="86639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7331" name="Rectangle 3"/>
          <p:cNvSpPr/>
          <p:nvPr/>
        </p:nvSpPr>
        <p:spPr>
          <a:xfrm>
            <a:off x="468313" y="533400"/>
            <a:ext cx="7848600" cy="6858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4400" b="1" dirty="0">
                <a:solidFill>
                  <a:schemeClr val="tx2"/>
                </a:solidFill>
                <a:latin typeface="Times New Roman" panose="02020603050405020304" pitchFamily="18" charset="0"/>
                <a:ea typeface="华文中宋" panose="02010600040101010101" pitchFamily="2" charset="-122"/>
              </a:rPr>
              <a:t>3.6 </a:t>
            </a:r>
            <a:r>
              <a:rPr lang="zh-CN" altLang="en-US" sz="4400" b="1" dirty="0">
                <a:solidFill>
                  <a:schemeClr val="tx2"/>
                </a:solidFill>
                <a:latin typeface="Times New Roman" panose="02020603050405020304" pitchFamily="18" charset="0"/>
                <a:ea typeface="华文中宋" panose="02010600040101010101" pitchFamily="2" charset="-122"/>
              </a:rPr>
              <a:t>正弦交流电路的功率</a:t>
            </a:r>
            <a:endParaRPr lang="zh-CN" altLang="en-US" sz="4400" b="1" dirty="0">
              <a:solidFill>
                <a:schemeClr val="tx2"/>
              </a:solidFill>
              <a:latin typeface="Times New Roman" panose="02020603050405020304" pitchFamily="18" charset="0"/>
              <a:ea typeface="华文中宋" panose="02010600040101010101" pitchFamily="2" charset="-122"/>
            </a:endParaRPr>
          </a:p>
        </p:txBody>
      </p:sp>
      <p:sp>
        <p:nvSpPr>
          <p:cNvPr id="867332" name="Rectangle 4"/>
          <p:cNvSpPr/>
          <p:nvPr/>
        </p:nvSpPr>
        <p:spPr>
          <a:xfrm>
            <a:off x="539750" y="1295400"/>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latin typeface="Times New Roman" panose="02020603050405020304" pitchFamily="18" charset="0"/>
                <a:ea typeface="华文中宋" panose="02010600040101010101" pitchFamily="2" charset="-122"/>
              </a:rPr>
              <a:t>3.6.1  </a:t>
            </a:r>
            <a:r>
              <a:rPr lang="zh-CN" altLang="en-US" sz="2800" b="1" dirty="0">
                <a:latin typeface="Times New Roman" panose="02020603050405020304" pitchFamily="18" charset="0"/>
                <a:ea typeface="华文中宋" panose="02010600040101010101" pitchFamily="2" charset="-122"/>
              </a:rPr>
              <a:t>瞬时功率</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67333" name="Object 5"/>
          <p:cNvGraphicFramePr>
            <a:graphicFrameLocks noChangeAspect="1"/>
          </p:cNvGraphicFramePr>
          <p:nvPr/>
        </p:nvGraphicFramePr>
        <p:xfrm>
          <a:off x="1295400" y="2895600"/>
          <a:ext cx="6172200" cy="1169988"/>
        </p:xfrm>
        <a:graphic>
          <a:graphicData uri="http://schemas.openxmlformats.org/presentationml/2006/ole">
            <mc:AlternateContent xmlns:mc="http://schemas.openxmlformats.org/markup-compatibility/2006">
              <mc:Choice xmlns:v="urn:schemas-microsoft-com:vml" Requires="v">
                <p:oleObj spid="_x0000_s3390" name="" r:id="rId1" imgW="2247900" imgH="457200" progId="Equation.3">
                  <p:embed/>
                </p:oleObj>
              </mc:Choice>
              <mc:Fallback>
                <p:oleObj name="" r:id="rId1" imgW="2247900" imgH="457200" progId="Equation.3">
                  <p:embed/>
                  <p:pic>
                    <p:nvPicPr>
                      <p:cNvPr id="0" name="图片 3389"/>
                      <p:cNvPicPr/>
                      <p:nvPr/>
                    </p:nvPicPr>
                    <p:blipFill>
                      <a:blip r:embed="rId2"/>
                      <a:stretch>
                        <a:fillRect/>
                      </a:stretch>
                    </p:blipFill>
                    <p:spPr>
                      <a:xfrm>
                        <a:off x="1295400" y="2895600"/>
                        <a:ext cx="6172200" cy="1169988"/>
                      </a:xfrm>
                      <a:prstGeom prst="rect">
                        <a:avLst/>
                      </a:prstGeom>
                      <a:noFill/>
                      <a:ln w="38100">
                        <a:noFill/>
                        <a:miter/>
                      </a:ln>
                    </p:spPr>
                  </p:pic>
                </p:oleObj>
              </mc:Fallback>
            </mc:AlternateContent>
          </a:graphicData>
        </a:graphic>
      </p:graphicFrame>
      <p:grpSp>
        <p:nvGrpSpPr>
          <p:cNvPr id="2" name="Group 6"/>
          <p:cNvGrpSpPr/>
          <p:nvPr/>
        </p:nvGrpSpPr>
        <p:grpSpPr>
          <a:xfrm>
            <a:off x="1627188" y="1785938"/>
            <a:ext cx="3554412" cy="1109662"/>
            <a:chOff x="1771" y="782"/>
            <a:chExt cx="2518" cy="842"/>
          </a:xfrm>
        </p:grpSpPr>
        <p:graphicFrame>
          <p:nvGraphicFramePr>
            <p:cNvPr id="82978" name="Object 7"/>
            <p:cNvGraphicFramePr>
              <a:graphicFrameLocks noChangeAspect="1"/>
            </p:cNvGraphicFramePr>
            <p:nvPr/>
          </p:nvGraphicFramePr>
          <p:xfrm>
            <a:off x="2256" y="816"/>
            <a:ext cx="2033" cy="808"/>
          </p:xfrm>
          <a:graphic>
            <a:graphicData uri="http://schemas.openxmlformats.org/presentationml/2006/ole">
              <mc:AlternateContent xmlns:mc="http://schemas.openxmlformats.org/markup-compatibility/2006">
                <mc:Choice xmlns:v="urn:schemas-microsoft-com:vml" Requires="v">
                  <p:oleObj spid="_x0000_s3388" name="" r:id="rId3" imgW="1231900" imgH="457200" progId="Equation.3">
                    <p:embed/>
                  </p:oleObj>
                </mc:Choice>
                <mc:Fallback>
                  <p:oleObj name="" r:id="rId3" imgW="1231900" imgH="457200" progId="Equation.3">
                    <p:embed/>
                    <p:pic>
                      <p:nvPicPr>
                        <p:cNvPr id="0" name="图片 3387"/>
                        <p:cNvPicPr/>
                        <p:nvPr/>
                      </p:nvPicPr>
                      <p:blipFill>
                        <a:blip r:embed="rId4"/>
                        <a:stretch>
                          <a:fillRect/>
                        </a:stretch>
                      </p:blipFill>
                      <p:spPr>
                        <a:xfrm>
                          <a:off x="2256" y="816"/>
                          <a:ext cx="2033" cy="808"/>
                        </a:xfrm>
                        <a:prstGeom prst="rect">
                          <a:avLst/>
                        </a:prstGeom>
                        <a:noFill/>
                        <a:ln w="38100">
                          <a:noFill/>
                          <a:miter/>
                        </a:ln>
                      </p:spPr>
                    </p:pic>
                  </p:oleObj>
                </mc:Fallback>
              </mc:AlternateContent>
            </a:graphicData>
          </a:graphic>
        </p:graphicFrame>
        <p:sp>
          <p:nvSpPr>
            <p:cNvPr id="82979" name="Rectangle 8"/>
            <p:cNvSpPr/>
            <p:nvPr/>
          </p:nvSpPr>
          <p:spPr>
            <a:xfrm>
              <a:off x="1771" y="782"/>
              <a:ext cx="637" cy="394"/>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latin typeface="Times New Roman" panose="02020603050405020304" pitchFamily="18" charset="0"/>
                  <a:ea typeface="华文中宋" panose="02010600040101010101" pitchFamily="2" charset="-122"/>
                </a:rPr>
                <a:t>设：</a:t>
              </a:r>
              <a:endParaRPr lang="zh-CN" altLang="en-US" sz="2800" b="1" dirty="0">
                <a:latin typeface="Times New Roman" panose="02020603050405020304" pitchFamily="18" charset="0"/>
                <a:ea typeface="华文中宋" panose="02010600040101010101" pitchFamily="2" charset="-122"/>
              </a:endParaRPr>
            </a:p>
          </p:txBody>
        </p:sp>
      </p:grpSp>
      <p:grpSp>
        <p:nvGrpSpPr>
          <p:cNvPr id="3" name="Group 9"/>
          <p:cNvGrpSpPr/>
          <p:nvPr/>
        </p:nvGrpSpPr>
        <p:grpSpPr>
          <a:xfrm>
            <a:off x="1600200" y="4343400"/>
            <a:ext cx="5729288" cy="2101850"/>
            <a:chOff x="1008" y="2736"/>
            <a:chExt cx="3609" cy="1324"/>
          </a:xfrm>
        </p:grpSpPr>
        <p:grpSp>
          <p:nvGrpSpPr>
            <p:cNvPr id="82952" name="Group 10"/>
            <p:cNvGrpSpPr/>
            <p:nvPr/>
          </p:nvGrpSpPr>
          <p:grpSpPr>
            <a:xfrm>
              <a:off x="1008" y="2736"/>
              <a:ext cx="3609" cy="1324"/>
              <a:chOff x="1008" y="2736"/>
              <a:chExt cx="3609" cy="1324"/>
            </a:xfrm>
          </p:grpSpPr>
          <p:grpSp>
            <p:nvGrpSpPr>
              <p:cNvPr id="82954" name="Group 11"/>
              <p:cNvGrpSpPr/>
              <p:nvPr/>
            </p:nvGrpSpPr>
            <p:grpSpPr>
              <a:xfrm>
                <a:off x="1008" y="2736"/>
                <a:ext cx="3609" cy="1324"/>
                <a:chOff x="1008" y="2736"/>
                <a:chExt cx="3609" cy="1324"/>
              </a:xfrm>
            </p:grpSpPr>
            <p:grpSp>
              <p:nvGrpSpPr>
                <p:cNvPr id="82972" name="Group 12"/>
                <p:cNvGrpSpPr/>
                <p:nvPr/>
              </p:nvGrpSpPr>
              <p:grpSpPr>
                <a:xfrm>
                  <a:off x="1008" y="2736"/>
                  <a:ext cx="3609" cy="1324"/>
                  <a:chOff x="1008" y="2736"/>
                  <a:chExt cx="3609" cy="1324"/>
                </a:xfrm>
              </p:grpSpPr>
              <p:sp>
                <p:nvSpPr>
                  <p:cNvPr id="82974" name="Rectangle 13"/>
                  <p:cNvSpPr/>
                  <p:nvPr/>
                </p:nvSpPr>
                <p:spPr>
                  <a:xfrm>
                    <a:off x="1008" y="2782"/>
                    <a:ext cx="432"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000099"/>
                        </a:solidFill>
                        <a:latin typeface="Times New Roman" panose="02020603050405020304" pitchFamily="18" charset="0"/>
                        <a:ea typeface="华文中宋" panose="02010600040101010101" pitchFamily="2" charset="-122"/>
                      </a:rPr>
                      <a:t>p</a:t>
                    </a:r>
                    <a:endParaRPr lang="en-US" altLang="zh-CN" sz="2400" b="1" i="1" dirty="0">
                      <a:solidFill>
                        <a:srgbClr val="000099"/>
                      </a:solidFill>
                      <a:latin typeface="Times New Roman" panose="02020603050405020304" pitchFamily="18" charset="0"/>
                      <a:ea typeface="华文中宋" panose="02010600040101010101" pitchFamily="2" charset="-122"/>
                    </a:endParaRPr>
                  </a:p>
                </p:txBody>
              </p:sp>
              <p:sp>
                <p:nvSpPr>
                  <p:cNvPr id="82975" name="Line 14"/>
                  <p:cNvSpPr/>
                  <p:nvPr/>
                </p:nvSpPr>
                <p:spPr>
                  <a:xfrm>
                    <a:off x="1330" y="3504"/>
                    <a:ext cx="3029" cy="0"/>
                  </a:xfrm>
                  <a:prstGeom prst="line">
                    <a:avLst/>
                  </a:prstGeom>
                  <a:ln w="38100" cap="flat" cmpd="sng">
                    <a:solidFill>
                      <a:schemeClr val="tx1"/>
                    </a:solidFill>
                    <a:prstDash val="solid"/>
                    <a:headEnd type="none" w="med" len="med"/>
                    <a:tailEnd type="triangle" w="med" len="med"/>
                  </a:ln>
                </p:spPr>
              </p:sp>
              <p:sp>
                <p:nvSpPr>
                  <p:cNvPr id="82976" name="Line 15"/>
                  <p:cNvSpPr/>
                  <p:nvPr/>
                </p:nvSpPr>
                <p:spPr>
                  <a:xfrm flipH="1" flipV="1">
                    <a:off x="1344" y="2736"/>
                    <a:ext cx="16" cy="1324"/>
                  </a:xfrm>
                  <a:prstGeom prst="line">
                    <a:avLst/>
                  </a:prstGeom>
                  <a:ln w="38100" cap="flat" cmpd="sng">
                    <a:solidFill>
                      <a:schemeClr val="tx1"/>
                    </a:solidFill>
                    <a:prstDash val="solid"/>
                    <a:headEnd type="none" w="med" len="med"/>
                    <a:tailEnd type="triangle" w="med" len="med"/>
                  </a:ln>
                </p:spPr>
              </p:sp>
              <p:graphicFrame>
                <p:nvGraphicFramePr>
                  <p:cNvPr id="82977" name="Object 16"/>
                  <p:cNvGraphicFramePr>
                    <a:graphicFrameLocks noChangeAspect="1"/>
                  </p:cNvGraphicFramePr>
                  <p:nvPr/>
                </p:nvGraphicFramePr>
                <p:xfrm>
                  <a:off x="4230" y="3504"/>
                  <a:ext cx="387" cy="207"/>
                </p:xfrm>
                <a:graphic>
                  <a:graphicData uri="http://schemas.openxmlformats.org/presentationml/2006/ole">
                    <mc:AlternateContent xmlns:mc="http://schemas.openxmlformats.org/markup-compatibility/2006">
                      <mc:Choice xmlns:v="urn:schemas-microsoft-com:vml" Requires="v">
                        <p:oleObj spid="_x0000_s3392" name="" r:id="rId5" imgW="203200" imgH="152400" progId="Equation.3">
                          <p:embed/>
                        </p:oleObj>
                      </mc:Choice>
                      <mc:Fallback>
                        <p:oleObj name="" r:id="rId5" imgW="203200" imgH="152400" progId="Equation.3">
                          <p:embed/>
                          <p:pic>
                            <p:nvPicPr>
                              <p:cNvPr id="0" name="图片 3391"/>
                              <p:cNvPicPr/>
                              <p:nvPr/>
                            </p:nvPicPr>
                            <p:blipFill>
                              <a:blip r:embed="rId6"/>
                              <a:stretch>
                                <a:fillRect/>
                              </a:stretch>
                            </p:blipFill>
                            <p:spPr>
                              <a:xfrm>
                                <a:off x="4230" y="3504"/>
                                <a:ext cx="387" cy="207"/>
                              </a:xfrm>
                              <a:prstGeom prst="rect">
                                <a:avLst/>
                              </a:prstGeom>
                              <a:noFill/>
                              <a:ln w="38100">
                                <a:noFill/>
                                <a:miter/>
                              </a:ln>
                            </p:spPr>
                          </p:pic>
                        </p:oleObj>
                      </mc:Fallback>
                    </mc:AlternateContent>
                  </a:graphicData>
                </a:graphic>
              </p:graphicFrame>
            </p:grpSp>
            <p:sp>
              <p:nvSpPr>
                <p:cNvPr id="82973" name="Rectangle 17"/>
                <p:cNvSpPr/>
                <p:nvPr/>
              </p:nvSpPr>
              <p:spPr>
                <a:xfrm>
                  <a:off x="1137" y="3408"/>
                  <a:ext cx="213"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82955" name="Rectangle 18"/>
              <p:cNvSpPr/>
              <p:nvPr/>
            </p:nvSpPr>
            <p:spPr>
              <a:xfrm>
                <a:off x="1678" y="3411"/>
                <a:ext cx="115"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endParaRPr lang="zh-CN" altLang="zh-CN" sz="2400" b="1" dirty="0">
                  <a:latin typeface="Times New Roman" panose="02020603050405020304" pitchFamily="18" charset="0"/>
                  <a:ea typeface="华文中宋" panose="02010600040101010101" pitchFamily="2" charset="-122"/>
                </a:endParaRPr>
              </a:p>
            </p:txBody>
          </p:sp>
          <p:grpSp>
            <p:nvGrpSpPr>
              <p:cNvPr id="82956" name="Group 19"/>
              <p:cNvGrpSpPr/>
              <p:nvPr/>
            </p:nvGrpSpPr>
            <p:grpSpPr>
              <a:xfrm>
                <a:off x="2011" y="2955"/>
                <a:ext cx="615" cy="994"/>
                <a:chOff x="1968" y="2687"/>
                <a:chExt cx="458" cy="994"/>
              </a:xfrm>
            </p:grpSpPr>
            <p:sp>
              <p:nvSpPr>
                <p:cNvPr id="82969" name="Freeform 20"/>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82970" name="Line 21"/>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82971" name="Rectangle 22"/>
                <p:cNvSpPr/>
                <p:nvPr/>
              </p:nvSpPr>
              <p:spPr>
                <a:xfrm>
                  <a:off x="1991" y="2687"/>
                  <a:ext cx="360"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grpSp>
            <p:nvGrpSpPr>
              <p:cNvPr id="82957" name="Group 23"/>
              <p:cNvGrpSpPr/>
              <p:nvPr/>
            </p:nvGrpSpPr>
            <p:grpSpPr>
              <a:xfrm>
                <a:off x="1366" y="2824"/>
                <a:ext cx="630" cy="950"/>
                <a:chOff x="1488" y="2545"/>
                <a:chExt cx="469" cy="950"/>
              </a:xfrm>
            </p:grpSpPr>
            <p:sp>
              <p:nvSpPr>
                <p:cNvPr id="82966" name="Rectangle 24"/>
                <p:cNvSpPr/>
                <p:nvPr/>
              </p:nvSpPr>
              <p:spPr>
                <a:xfrm>
                  <a:off x="1619" y="2706"/>
                  <a:ext cx="187"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82967" name="Freeform 25"/>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82968" name="Rectangle 26"/>
                <p:cNvSpPr/>
                <p:nvPr/>
              </p:nvSpPr>
              <p:spPr>
                <a:xfrm>
                  <a:off x="1559" y="3167"/>
                  <a:ext cx="360"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grpSp>
            <p:nvGrpSpPr>
              <p:cNvPr id="82958" name="Group 27"/>
              <p:cNvGrpSpPr/>
              <p:nvPr/>
            </p:nvGrpSpPr>
            <p:grpSpPr>
              <a:xfrm>
                <a:off x="2624" y="2851"/>
                <a:ext cx="603" cy="950"/>
                <a:chOff x="1488" y="2545"/>
                <a:chExt cx="469" cy="950"/>
              </a:xfrm>
            </p:grpSpPr>
            <p:sp>
              <p:nvSpPr>
                <p:cNvPr id="82963" name="Rectangle 28"/>
                <p:cNvSpPr/>
                <p:nvPr/>
              </p:nvSpPr>
              <p:spPr>
                <a:xfrm>
                  <a:off x="1615" y="2706"/>
                  <a:ext cx="196"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dirty="0">
                      <a:solidFill>
                        <a:srgbClr val="339933"/>
                      </a:solidFill>
                      <a:latin typeface="Times New Roman" panose="02020603050405020304" pitchFamily="18" charset="0"/>
                      <a:ea typeface="华文中宋" panose="02010600040101010101" pitchFamily="2" charset="-122"/>
                    </a:rPr>
                    <a:t>+</a:t>
                  </a:r>
                  <a:endParaRPr lang="en-US" altLang="zh-CN" sz="2800" b="1" dirty="0">
                    <a:solidFill>
                      <a:srgbClr val="339933"/>
                    </a:solidFill>
                    <a:latin typeface="Times New Roman" panose="02020603050405020304" pitchFamily="18" charset="0"/>
                    <a:ea typeface="华文中宋" panose="02010600040101010101" pitchFamily="2" charset="-122"/>
                  </a:endParaRPr>
                </a:p>
              </p:txBody>
            </p:sp>
            <p:sp>
              <p:nvSpPr>
                <p:cNvPr id="82964" name="Freeform 29"/>
                <p:cNvSpPr/>
                <p:nvPr/>
              </p:nvSpPr>
              <p:spPr>
                <a:xfrm>
                  <a:off x="1488" y="2545"/>
                  <a:ext cx="469" cy="551"/>
                </a:xfrm>
                <a:custGeom>
                  <a:avLst/>
                  <a:gdLst>
                    <a:gd name="txL" fmla="*/ 0 w 570"/>
                    <a:gd name="txT" fmla="*/ 0 h 433"/>
                    <a:gd name="txR" fmla="*/ 570 w 570"/>
                    <a:gd name="txB" fmla="*/ 433 h 433"/>
                  </a:gdLst>
                  <a:ahLst/>
                  <a:cxnLst>
                    <a:cxn ang="0">
                      <a:pos x="0" y="33097"/>
                    </a:cxn>
                    <a:cxn ang="0">
                      <a:pos x="2" y="24075"/>
                    </a:cxn>
                    <a:cxn ang="0">
                      <a:pos x="3" y="16270"/>
                    </a:cxn>
                    <a:cxn ang="0">
                      <a:pos x="5" y="9515"/>
                    </a:cxn>
                    <a:cxn ang="0">
                      <a:pos x="6" y="3954"/>
                    </a:cxn>
                    <a:cxn ang="0">
                      <a:pos x="7" y="1080"/>
                    </a:cxn>
                    <a:cxn ang="0">
                      <a:pos x="8" y="0"/>
                    </a:cxn>
                    <a:cxn ang="0">
                      <a:pos x="10" y="1080"/>
                    </a:cxn>
                    <a:cxn ang="0">
                      <a:pos x="12" y="3954"/>
                    </a:cxn>
                    <a:cxn ang="0">
                      <a:pos x="13" y="9515"/>
                    </a:cxn>
                    <a:cxn ang="0">
                      <a:pos x="14" y="16270"/>
                    </a:cxn>
                    <a:cxn ang="0">
                      <a:pos x="16" y="24664"/>
                    </a:cxn>
                    <a:cxn ang="0">
                      <a:pos x="17"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82965" name="Rectangle 30"/>
                <p:cNvSpPr/>
                <p:nvPr/>
              </p:nvSpPr>
              <p:spPr>
                <a:xfrm>
                  <a:off x="1551" y="3167"/>
                  <a:ext cx="376"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&gt;0</a:t>
                  </a:r>
                  <a:endParaRPr lang="en-US" altLang="zh-CN" sz="2400" b="1" dirty="0">
                    <a:latin typeface="Times New Roman" panose="02020603050405020304" pitchFamily="18" charset="0"/>
                    <a:ea typeface="华文中宋" panose="02010600040101010101" pitchFamily="2" charset="-122"/>
                  </a:endParaRPr>
                </a:p>
              </p:txBody>
            </p:sp>
          </p:grpSp>
          <p:grpSp>
            <p:nvGrpSpPr>
              <p:cNvPr id="82959" name="Group 31"/>
              <p:cNvGrpSpPr/>
              <p:nvPr/>
            </p:nvGrpSpPr>
            <p:grpSpPr>
              <a:xfrm>
                <a:off x="3223" y="2970"/>
                <a:ext cx="626" cy="994"/>
                <a:chOff x="1968" y="2687"/>
                <a:chExt cx="458" cy="994"/>
              </a:xfrm>
            </p:grpSpPr>
            <p:sp>
              <p:nvSpPr>
                <p:cNvPr id="82960" name="Freeform 32"/>
                <p:cNvSpPr/>
                <p:nvPr/>
              </p:nvSpPr>
              <p:spPr>
                <a:xfrm>
                  <a:off x="1968" y="3120"/>
                  <a:ext cx="458" cy="561"/>
                </a:xfrm>
                <a:custGeom>
                  <a:avLst/>
                  <a:gdLst>
                    <a:gd name="txL" fmla="*/ 0 w 571"/>
                    <a:gd name="txT" fmla="*/ 0 h 433"/>
                    <a:gd name="txR" fmla="*/ 571 w 571"/>
                    <a:gd name="txB" fmla="*/ 433 h 433"/>
                  </a:gdLst>
                  <a:ahLst/>
                  <a:cxnLst>
                    <a:cxn ang="0">
                      <a:pos x="11" y="0"/>
                    </a:cxn>
                    <a:cxn ang="0">
                      <a:pos x="10" y="12431"/>
                    </a:cxn>
                    <a:cxn ang="0">
                      <a:pos x="9" y="23220"/>
                    </a:cxn>
                    <a:cxn ang="0">
                      <a:pos x="8" y="32544"/>
                    </a:cxn>
                    <a:cxn ang="0">
                      <a:pos x="7" y="40128"/>
                    </a:cxn>
                    <a:cxn ang="0">
                      <a:pos x="6" y="44112"/>
                    </a:cxn>
                    <a:cxn ang="0">
                      <a:pos x="6" y="45770"/>
                    </a:cxn>
                    <a:cxn ang="0">
                      <a:pos x="5" y="44112"/>
                    </a:cxn>
                    <a:cxn ang="0">
                      <a:pos x="4" y="40128"/>
                    </a:cxn>
                    <a:cxn ang="0">
                      <a:pos x="2" y="32544"/>
                    </a:cxn>
                    <a:cxn ang="0">
                      <a:pos x="2" y="23220"/>
                    </a:cxn>
                    <a:cxn ang="0">
                      <a:pos x="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339933">
                      <a:alpha val="100000"/>
                    </a:srgbClr>
                  </a:solidFill>
                  <a:prstDash val="solid"/>
                  <a:round/>
                  <a:headEnd type="none" w="med" len="med"/>
                  <a:tailEnd type="none" w="med" len="med"/>
                </a:ln>
              </p:spPr>
              <p:txBody>
                <a:bodyPr/>
                <a:p>
                  <a:endParaRPr lang="zh-CN" altLang="en-US"/>
                </a:p>
              </p:txBody>
            </p:sp>
            <p:sp>
              <p:nvSpPr>
                <p:cNvPr id="82961" name="Line 33"/>
                <p:cNvSpPr/>
                <p:nvPr/>
              </p:nvSpPr>
              <p:spPr>
                <a:xfrm>
                  <a:off x="2160" y="3360"/>
                  <a:ext cx="128" cy="0"/>
                </a:xfrm>
                <a:prstGeom prst="line">
                  <a:avLst/>
                </a:prstGeom>
                <a:ln w="38100" cap="flat" cmpd="sng">
                  <a:solidFill>
                    <a:schemeClr val="accent1"/>
                  </a:solidFill>
                  <a:prstDash val="solid"/>
                  <a:headEnd type="none" w="med" len="med"/>
                  <a:tailEnd type="none" w="med" len="med"/>
                </a:ln>
              </p:spPr>
            </p:sp>
            <p:sp>
              <p:nvSpPr>
                <p:cNvPr id="82962" name="Rectangle 34"/>
                <p:cNvSpPr/>
                <p:nvPr/>
              </p:nvSpPr>
              <p:spPr>
                <a:xfrm>
                  <a:off x="1994" y="2687"/>
                  <a:ext cx="354" cy="328"/>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r>
                    <a:rPr lang="en-US" altLang="zh-CN" sz="2400" b="1" dirty="0">
                      <a:latin typeface="Times New Roman" panose="02020603050405020304" pitchFamily="18" charset="0"/>
                      <a:ea typeface="华文中宋" panose="02010600040101010101" pitchFamily="2" charset="-122"/>
                    </a:rPr>
                    <a:t> &lt;0</a:t>
                  </a:r>
                  <a:endParaRPr lang="en-US" altLang="zh-CN" sz="2400" b="1" dirty="0">
                    <a:latin typeface="Times New Roman" panose="02020603050405020304" pitchFamily="18" charset="0"/>
                    <a:ea typeface="华文中宋" panose="02010600040101010101" pitchFamily="2" charset="-122"/>
                  </a:endParaRPr>
                </a:p>
              </p:txBody>
            </p:sp>
          </p:grpSp>
        </p:grpSp>
        <p:sp>
          <p:nvSpPr>
            <p:cNvPr id="82953" name="Line 35"/>
            <p:cNvSpPr/>
            <p:nvPr/>
          </p:nvSpPr>
          <p:spPr>
            <a:xfrm>
              <a:off x="1340" y="3388"/>
              <a:ext cx="2784" cy="0"/>
            </a:xfrm>
            <a:prstGeom prst="line">
              <a:avLst/>
            </a:prstGeom>
            <a:ln w="38100" cap="flat" cmpd="sng">
              <a:solidFill>
                <a:srgbClr val="FF505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7331"/>
                                        </p:tgtEl>
                                        <p:attrNameLst>
                                          <p:attrName>style.visibility</p:attrName>
                                        </p:attrNameLst>
                                      </p:cBhvr>
                                      <p:to>
                                        <p:strVal val="visible"/>
                                      </p:to>
                                    </p:set>
                                    <p:animEffect transition="in" filter="wipe(left)">
                                      <p:cBhvr>
                                        <p:cTn id="7" dur="500"/>
                                        <p:tgtEl>
                                          <p:spTgt spid="86733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67332"/>
                                        </p:tgtEl>
                                        <p:attrNameLst>
                                          <p:attrName>style.visibility</p:attrName>
                                        </p:attrNameLst>
                                      </p:cBhvr>
                                      <p:to>
                                        <p:strVal val="visible"/>
                                      </p:to>
                                    </p:set>
                                    <p:animEffect transition="in" filter="wipe(left)">
                                      <p:cBhvr>
                                        <p:cTn id="11" dur="500"/>
                                        <p:tgtEl>
                                          <p:spTgt spid="8673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67333"/>
                                        </p:tgtEl>
                                        <p:attrNameLst>
                                          <p:attrName>style.visibility</p:attrName>
                                        </p:attrNameLst>
                                      </p:cBhvr>
                                      <p:to>
                                        <p:strVal val="visible"/>
                                      </p:to>
                                    </p:set>
                                    <p:animEffect transition="in" filter="wipe(left)">
                                      <p:cBhvr>
                                        <p:cTn id="21" dur="500"/>
                                        <p:tgtEl>
                                          <p:spTgt spid="86733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1" grpId="0"/>
      <p:bldP spid="86733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68355" name="Rectangle 3"/>
          <p:cNvSpPr/>
          <p:nvPr/>
        </p:nvSpPr>
        <p:spPr>
          <a:xfrm>
            <a:off x="552450" y="609600"/>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latin typeface="Times New Roman" panose="02020603050405020304" pitchFamily="18" charset="0"/>
                <a:ea typeface="华文中宋" panose="02010600040101010101" pitchFamily="2" charset="-122"/>
              </a:rPr>
              <a:t>3.6.2  </a:t>
            </a:r>
            <a:r>
              <a:rPr lang="zh-CN" altLang="en-US" sz="2800" b="1" dirty="0">
                <a:latin typeface="Times New Roman" panose="02020603050405020304" pitchFamily="18" charset="0"/>
                <a:ea typeface="华文中宋" panose="02010600040101010101" pitchFamily="2" charset="-122"/>
              </a:rPr>
              <a:t>平均功率（有功功率）</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68356" name="Object 4"/>
          <p:cNvGraphicFramePr>
            <a:graphicFrameLocks noChangeAspect="1"/>
          </p:cNvGraphicFramePr>
          <p:nvPr/>
        </p:nvGraphicFramePr>
        <p:xfrm>
          <a:off x="1162050" y="1066800"/>
          <a:ext cx="6096000" cy="2209800"/>
        </p:xfrm>
        <a:graphic>
          <a:graphicData uri="http://schemas.openxmlformats.org/presentationml/2006/ole">
            <mc:AlternateContent xmlns:mc="http://schemas.openxmlformats.org/markup-compatibility/2006">
              <mc:Choice xmlns:v="urn:schemas-microsoft-com:vml" Requires="v">
                <p:oleObj spid="_x0000_s3396" name="" r:id="rId1" imgW="2552700" imgH="1041400" progId="Equation.3">
                  <p:embed/>
                </p:oleObj>
              </mc:Choice>
              <mc:Fallback>
                <p:oleObj name="" r:id="rId1" imgW="2552700" imgH="1041400" progId="Equation.3">
                  <p:embed/>
                  <p:pic>
                    <p:nvPicPr>
                      <p:cNvPr id="0" name="图片 3395"/>
                      <p:cNvPicPr/>
                      <p:nvPr/>
                    </p:nvPicPr>
                    <p:blipFill>
                      <a:blip r:embed="rId2"/>
                      <a:stretch>
                        <a:fillRect/>
                      </a:stretch>
                    </p:blipFill>
                    <p:spPr>
                      <a:xfrm>
                        <a:off x="1162050" y="1066800"/>
                        <a:ext cx="6096000" cy="2209800"/>
                      </a:xfrm>
                      <a:prstGeom prst="rect">
                        <a:avLst/>
                      </a:prstGeom>
                      <a:noFill/>
                      <a:ln w="38100">
                        <a:noFill/>
                        <a:miter/>
                      </a:ln>
                    </p:spPr>
                  </p:pic>
                </p:oleObj>
              </mc:Fallback>
            </mc:AlternateContent>
          </a:graphicData>
        </a:graphic>
      </p:graphicFrame>
      <p:grpSp>
        <p:nvGrpSpPr>
          <p:cNvPr id="2" name="Group 6"/>
          <p:cNvGrpSpPr/>
          <p:nvPr/>
        </p:nvGrpSpPr>
        <p:grpSpPr>
          <a:xfrm>
            <a:off x="1833563" y="4343400"/>
            <a:ext cx="5729287" cy="2101850"/>
            <a:chOff x="1047" y="2736"/>
            <a:chExt cx="3609" cy="1324"/>
          </a:xfrm>
        </p:grpSpPr>
        <p:sp>
          <p:nvSpPr>
            <p:cNvPr id="83980" name="AutoShape 7"/>
            <p:cNvSpPr/>
            <p:nvPr/>
          </p:nvSpPr>
          <p:spPr>
            <a:xfrm>
              <a:off x="4032" y="2784"/>
              <a:ext cx="528" cy="336"/>
            </a:xfrm>
            <a:prstGeom prst="wedgeRoundRectCallout">
              <a:avLst>
                <a:gd name="adj1" fmla="val -50569"/>
                <a:gd name="adj2" fmla="val 127083"/>
                <a:gd name="adj3" fmla="val 16667"/>
              </a:avLst>
            </a:prstGeom>
            <a:solidFill>
              <a:schemeClr val="bg1"/>
            </a:solidFill>
            <a:ln w="9525" cap="flat" cmpd="sng">
              <a:solidFill>
                <a:schemeClr val="accent2"/>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3700" b="1" i="1" dirty="0">
                  <a:solidFill>
                    <a:schemeClr val="accent2"/>
                  </a:solidFill>
                  <a:latin typeface="Times New Roman" panose="02020603050405020304" pitchFamily="18" charset="0"/>
                  <a:ea typeface="华文中宋" panose="02010600040101010101" pitchFamily="2" charset="-122"/>
                </a:rPr>
                <a:t>P</a:t>
              </a:r>
              <a:endParaRPr lang="en-US" altLang="zh-CN" sz="3700" b="1" i="1" dirty="0">
                <a:solidFill>
                  <a:schemeClr val="accent2"/>
                </a:solidFill>
                <a:latin typeface="Times New Roman" panose="02020603050405020304" pitchFamily="18" charset="0"/>
                <a:ea typeface="华文中宋" panose="02010600040101010101" pitchFamily="2" charset="-122"/>
              </a:endParaRPr>
            </a:p>
          </p:txBody>
        </p:sp>
        <p:grpSp>
          <p:nvGrpSpPr>
            <p:cNvPr id="83981" name="Group 8"/>
            <p:cNvGrpSpPr/>
            <p:nvPr/>
          </p:nvGrpSpPr>
          <p:grpSpPr>
            <a:xfrm>
              <a:off x="1047" y="2736"/>
              <a:ext cx="3609" cy="1324"/>
              <a:chOff x="1008" y="2736"/>
              <a:chExt cx="3609" cy="1324"/>
            </a:xfrm>
          </p:grpSpPr>
          <p:grpSp>
            <p:nvGrpSpPr>
              <p:cNvPr id="83988" name="Group 9"/>
              <p:cNvGrpSpPr/>
              <p:nvPr/>
            </p:nvGrpSpPr>
            <p:grpSpPr>
              <a:xfrm>
                <a:off x="1008" y="2736"/>
                <a:ext cx="3609" cy="1324"/>
                <a:chOff x="1008" y="2736"/>
                <a:chExt cx="3609" cy="1324"/>
              </a:xfrm>
            </p:grpSpPr>
            <p:sp>
              <p:nvSpPr>
                <p:cNvPr id="83990" name="Rectangle 10"/>
                <p:cNvSpPr/>
                <p:nvPr/>
              </p:nvSpPr>
              <p:spPr>
                <a:xfrm>
                  <a:off x="1008" y="2782"/>
                  <a:ext cx="432" cy="289"/>
                </a:xfrm>
                <a:prstGeom prst="rect">
                  <a:avLst/>
                </a:prstGeom>
                <a:noFill/>
                <a:ln w="38100">
                  <a:noFill/>
                </a:ln>
              </p:spPr>
              <p:txBody>
                <a:bodyPr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50000"/>
                    </a:spcBef>
                    <a:buClrTx/>
                    <a:buSzTx/>
                    <a:buFontTx/>
                    <a:buNone/>
                  </a:pPr>
                  <a:r>
                    <a:rPr lang="en-US" altLang="zh-CN" sz="2400" b="1" i="1" dirty="0">
                      <a:solidFill>
                        <a:srgbClr val="FF5050"/>
                      </a:solidFill>
                      <a:latin typeface="Times New Roman" panose="02020603050405020304" pitchFamily="18" charset="0"/>
                      <a:ea typeface="华文中宋" panose="02010600040101010101" pitchFamily="2" charset="-122"/>
                    </a:rPr>
                    <a:t>p</a:t>
                  </a:r>
                  <a:endParaRPr lang="en-US" altLang="zh-CN" sz="2400" b="1" i="1" dirty="0">
                    <a:solidFill>
                      <a:srgbClr val="FF5050"/>
                    </a:solidFill>
                    <a:latin typeface="Times New Roman" panose="02020603050405020304" pitchFamily="18" charset="0"/>
                    <a:ea typeface="华文中宋" panose="02010600040101010101" pitchFamily="2" charset="-122"/>
                  </a:endParaRPr>
                </a:p>
              </p:txBody>
            </p:sp>
            <p:sp>
              <p:nvSpPr>
                <p:cNvPr id="83991" name="Line 11"/>
                <p:cNvSpPr/>
                <p:nvPr/>
              </p:nvSpPr>
              <p:spPr>
                <a:xfrm>
                  <a:off x="1330" y="3504"/>
                  <a:ext cx="3029" cy="0"/>
                </a:xfrm>
                <a:prstGeom prst="line">
                  <a:avLst/>
                </a:prstGeom>
                <a:ln w="38100" cap="flat" cmpd="sng">
                  <a:solidFill>
                    <a:schemeClr val="tx1"/>
                  </a:solidFill>
                  <a:prstDash val="solid"/>
                  <a:headEnd type="none" w="med" len="med"/>
                  <a:tailEnd type="triangle" w="med" len="med"/>
                </a:ln>
              </p:spPr>
            </p:sp>
            <p:sp>
              <p:nvSpPr>
                <p:cNvPr id="83992" name="Line 12"/>
                <p:cNvSpPr/>
                <p:nvPr/>
              </p:nvSpPr>
              <p:spPr>
                <a:xfrm flipH="1" flipV="1">
                  <a:off x="1344" y="2736"/>
                  <a:ext cx="16" cy="1324"/>
                </a:xfrm>
                <a:prstGeom prst="line">
                  <a:avLst/>
                </a:prstGeom>
                <a:ln w="38100" cap="flat" cmpd="sng">
                  <a:solidFill>
                    <a:schemeClr val="tx1"/>
                  </a:solidFill>
                  <a:prstDash val="solid"/>
                  <a:headEnd type="none" w="med" len="med"/>
                  <a:tailEnd type="triangle" w="med" len="med"/>
                </a:ln>
              </p:spPr>
            </p:sp>
            <p:graphicFrame>
              <p:nvGraphicFramePr>
                <p:cNvPr id="83993" name="Object 13"/>
                <p:cNvGraphicFramePr>
                  <a:graphicFrameLocks noChangeAspect="1"/>
                </p:cNvGraphicFramePr>
                <p:nvPr/>
              </p:nvGraphicFramePr>
              <p:xfrm>
                <a:off x="4230" y="3504"/>
                <a:ext cx="387" cy="207"/>
              </p:xfrm>
              <a:graphic>
                <a:graphicData uri="http://schemas.openxmlformats.org/presentationml/2006/ole">
                  <mc:AlternateContent xmlns:mc="http://schemas.openxmlformats.org/markup-compatibility/2006">
                    <mc:Choice xmlns:v="urn:schemas-microsoft-com:vml" Requires="v">
                      <p:oleObj spid="_x0000_s3394" name="" r:id="rId3" imgW="203200" imgH="152400" progId="Equation.3">
                        <p:embed/>
                      </p:oleObj>
                    </mc:Choice>
                    <mc:Fallback>
                      <p:oleObj name="" r:id="rId3" imgW="203200" imgH="152400" progId="Equation.3">
                        <p:embed/>
                        <p:pic>
                          <p:nvPicPr>
                            <p:cNvPr id="0" name="图片 3393"/>
                            <p:cNvPicPr/>
                            <p:nvPr/>
                          </p:nvPicPr>
                          <p:blipFill>
                            <a:blip r:embed="rId4"/>
                            <a:stretch>
                              <a:fillRect/>
                            </a:stretch>
                          </p:blipFill>
                          <p:spPr>
                            <a:xfrm>
                              <a:off x="4230" y="3504"/>
                              <a:ext cx="387" cy="207"/>
                            </a:xfrm>
                            <a:prstGeom prst="rect">
                              <a:avLst/>
                            </a:prstGeom>
                            <a:noFill/>
                            <a:ln w="38100">
                              <a:noFill/>
                              <a:miter/>
                            </a:ln>
                          </p:spPr>
                        </p:pic>
                      </p:oleObj>
                    </mc:Fallback>
                  </mc:AlternateContent>
                </a:graphicData>
              </a:graphic>
            </p:graphicFrame>
          </p:grpSp>
          <p:sp>
            <p:nvSpPr>
              <p:cNvPr id="83989" name="Rectangle 14"/>
              <p:cNvSpPr/>
              <p:nvPr/>
            </p:nvSpPr>
            <p:spPr>
              <a:xfrm>
                <a:off x="1137" y="3408"/>
                <a:ext cx="213"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ea typeface="华文中宋" panose="02010600040101010101" pitchFamily="2" charset="-122"/>
                  </a:rPr>
                  <a:t>o</a:t>
                </a:r>
                <a:endParaRPr lang="en-US" altLang="zh-CN" sz="2400" b="1" i="1" dirty="0">
                  <a:latin typeface="Times New Roman" panose="02020603050405020304" pitchFamily="18" charset="0"/>
                  <a:ea typeface="华文中宋" panose="02010600040101010101" pitchFamily="2" charset="-122"/>
                </a:endParaRPr>
              </a:p>
            </p:txBody>
          </p:sp>
        </p:grpSp>
        <p:sp>
          <p:nvSpPr>
            <p:cNvPr id="83982" name="Rectangle 15"/>
            <p:cNvSpPr/>
            <p:nvPr/>
          </p:nvSpPr>
          <p:spPr>
            <a:xfrm>
              <a:off x="1717" y="3411"/>
              <a:ext cx="115" cy="289"/>
            </a:xfrm>
            <a:prstGeom prst="rect">
              <a:avLst/>
            </a:prstGeom>
            <a:noFill/>
            <a:ln w="38100">
              <a:noFill/>
            </a:ln>
          </p:spPr>
          <p:txBody>
            <a:bodyPr wrap="none" lIns="90488" tIns="44450" rIns="90488" bIns="44450"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a:spcBef>
                  <a:spcPct val="0"/>
                </a:spcBef>
                <a:buClrTx/>
                <a:buSzTx/>
                <a:buFontTx/>
                <a:buNone/>
              </a:pPr>
              <a:endParaRPr lang="zh-CN" altLang="zh-CN" sz="2400" b="1" dirty="0">
                <a:latin typeface="Times New Roman" panose="02020603050405020304" pitchFamily="18" charset="0"/>
                <a:ea typeface="华文中宋" panose="02010600040101010101" pitchFamily="2" charset="-122"/>
              </a:endParaRPr>
            </a:p>
          </p:txBody>
        </p:sp>
        <p:sp>
          <p:nvSpPr>
            <p:cNvPr id="83983" name="Freeform 16"/>
            <p:cNvSpPr/>
            <p:nvPr/>
          </p:nvSpPr>
          <p:spPr>
            <a:xfrm>
              <a:off x="2025" y="3388"/>
              <a:ext cx="615" cy="561"/>
            </a:xfrm>
            <a:custGeom>
              <a:avLst/>
              <a:gdLst>
                <a:gd name="txL" fmla="*/ 0 w 571"/>
                <a:gd name="txT" fmla="*/ 0 h 433"/>
                <a:gd name="txR" fmla="*/ 571 w 571"/>
                <a:gd name="txB" fmla="*/ 433 h 433"/>
              </a:gdLst>
              <a:ahLst/>
              <a:cxnLst>
                <a:cxn ang="0">
                  <a:pos x="2169" y="0"/>
                </a:cxn>
                <a:cxn ang="0">
                  <a:pos x="1983" y="12431"/>
                </a:cxn>
                <a:cxn ang="0">
                  <a:pos x="1795" y="23220"/>
                </a:cxn>
                <a:cxn ang="0">
                  <a:pos x="1617" y="32544"/>
                </a:cxn>
                <a:cxn ang="0">
                  <a:pos x="1434" y="40128"/>
                </a:cxn>
                <a:cxn ang="0">
                  <a:pos x="1284" y="44112"/>
                </a:cxn>
                <a:cxn ang="0">
                  <a:pos x="1098" y="45770"/>
                </a:cxn>
                <a:cxn ang="0">
                  <a:pos x="910" y="44112"/>
                </a:cxn>
                <a:cxn ang="0">
                  <a:pos x="729" y="40128"/>
                </a:cxn>
                <a:cxn ang="0">
                  <a:pos x="547" y="32544"/>
                </a:cxn>
                <a:cxn ang="0">
                  <a:pos x="363" y="23220"/>
                </a:cxn>
                <a:cxn ang="0">
                  <a:pos x="182"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83984" name="Freeform 17"/>
            <p:cNvSpPr/>
            <p:nvPr/>
          </p:nvSpPr>
          <p:spPr>
            <a:xfrm>
              <a:off x="1405" y="2824"/>
              <a:ext cx="630" cy="551"/>
            </a:xfrm>
            <a:custGeom>
              <a:avLst/>
              <a:gdLst>
                <a:gd name="txL" fmla="*/ 0 w 570"/>
                <a:gd name="txT" fmla="*/ 0 h 433"/>
                <a:gd name="txR" fmla="*/ 570 w 570"/>
                <a:gd name="txB" fmla="*/ 433 h 433"/>
              </a:gdLst>
              <a:ahLst/>
              <a:cxnLst>
                <a:cxn ang="0">
                  <a:pos x="0" y="33097"/>
                </a:cxn>
                <a:cxn ang="0">
                  <a:pos x="292" y="24075"/>
                </a:cxn>
                <a:cxn ang="0">
                  <a:pos x="578" y="16270"/>
                </a:cxn>
                <a:cxn ang="0">
                  <a:pos x="881" y="9515"/>
                </a:cxn>
                <a:cxn ang="0">
                  <a:pos x="1163" y="3954"/>
                </a:cxn>
                <a:cxn ang="0">
                  <a:pos x="1419" y="1080"/>
                </a:cxn>
                <a:cxn ang="0">
                  <a:pos x="1707" y="0"/>
                </a:cxn>
                <a:cxn ang="0">
                  <a:pos x="1993" y="1080"/>
                </a:cxn>
                <a:cxn ang="0">
                  <a:pos x="2291" y="3954"/>
                </a:cxn>
                <a:cxn ang="0">
                  <a:pos x="2579" y="9515"/>
                </a:cxn>
                <a:cxn ang="0">
                  <a:pos x="2865" y="16270"/>
                </a:cxn>
                <a:cxn ang="0">
                  <a:pos x="3159" y="24664"/>
                </a:cxn>
                <a:cxn ang="0">
                  <a:pos x="3446"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83985" name="Freeform 18"/>
            <p:cNvSpPr/>
            <p:nvPr/>
          </p:nvSpPr>
          <p:spPr>
            <a:xfrm>
              <a:off x="2663" y="2851"/>
              <a:ext cx="603" cy="551"/>
            </a:xfrm>
            <a:custGeom>
              <a:avLst/>
              <a:gdLst>
                <a:gd name="txL" fmla="*/ 0 w 570"/>
                <a:gd name="txT" fmla="*/ 0 h 433"/>
                <a:gd name="txR" fmla="*/ 570 w 570"/>
                <a:gd name="txB" fmla="*/ 433 h 433"/>
              </a:gdLst>
              <a:ahLst/>
              <a:cxnLst>
                <a:cxn ang="0">
                  <a:pos x="0" y="33097"/>
                </a:cxn>
                <a:cxn ang="0">
                  <a:pos x="131" y="24075"/>
                </a:cxn>
                <a:cxn ang="0">
                  <a:pos x="266" y="16270"/>
                </a:cxn>
                <a:cxn ang="0">
                  <a:pos x="394" y="9515"/>
                </a:cxn>
                <a:cxn ang="0">
                  <a:pos x="529" y="3954"/>
                </a:cxn>
                <a:cxn ang="0">
                  <a:pos x="640" y="1080"/>
                </a:cxn>
                <a:cxn ang="0">
                  <a:pos x="771" y="0"/>
                </a:cxn>
                <a:cxn ang="0">
                  <a:pos x="906" y="1080"/>
                </a:cxn>
                <a:cxn ang="0">
                  <a:pos x="1037" y="3954"/>
                </a:cxn>
                <a:cxn ang="0">
                  <a:pos x="1174" y="9515"/>
                </a:cxn>
                <a:cxn ang="0">
                  <a:pos x="1301" y="16270"/>
                </a:cxn>
                <a:cxn ang="0">
                  <a:pos x="1435" y="24664"/>
                </a:cxn>
                <a:cxn ang="0">
                  <a:pos x="1570" y="33097"/>
                </a:cxn>
              </a:cxnLst>
              <a:rect l="txL" t="txT" r="txR" b="txB"/>
              <a:pathLst>
                <a:path w="570" h="433">
                  <a:moveTo>
                    <a:pt x="0" y="432"/>
                  </a:moveTo>
                  <a:lnTo>
                    <a:pt x="48" y="314"/>
                  </a:lnTo>
                  <a:lnTo>
                    <a:pt x="96" y="212"/>
                  </a:lnTo>
                  <a:lnTo>
                    <a:pt x="144" y="124"/>
                  </a:lnTo>
                  <a:lnTo>
                    <a:pt x="192" y="51"/>
                  </a:lnTo>
                  <a:lnTo>
                    <a:pt x="233" y="14"/>
                  </a:lnTo>
                  <a:lnTo>
                    <a:pt x="281" y="0"/>
                  </a:lnTo>
                  <a:lnTo>
                    <a:pt x="329" y="14"/>
                  </a:lnTo>
                  <a:lnTo>
                    <a:pt x="377" y="51"/>
                  </a:lnTo>
                  <a:lnTo>
                    <a:pt x="425" y="124"/>
                  </a:lnTo>
                  <a:lnTo>
                    <a:pt x="473" y="212"/>
                  </a:lnTo>
                  <a:lnTo>
                    <a:pt x="521" y="322"/>
                  </a:lnTo>
                  <a:lnTo>
                    <a:pt x="569" y="432"/>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83986" name="Freeform 19"/>
            <p:cNvSpPr/>
            <p:nvPr/>
          </p:nvSpPr>
          <p:spPr>
            <a:xfrm>
              <a:off x="3262" y="3403"/>
              <a:ext cx="626" cy="561"/>
            </a:xfrm>
            <a:custGeom>
              <a:avLst/>
              <a:gdLst>
                <a:gd name="txL" fmla="*/ 0 w 571"/>
                <a:gd name="txT" fmla="*/ 0 h 433"/>
                <a:gd name="txR" fmla="*/ 571 w 571"/>
                <a:gd name="txB" fmla="*/ 433 h 433"/>
              </a:gdLst>
              <a:ahLst/>
              <a:cxnLst>
                <a:cxn ang="0">
                  <a:pos x="2979" y="0"/>
                </a:cxn>
                <a:cxn ang="0">
                  <a:pos x="2724" y="12431"/>
                </a:cxn>
                <a:cxn ang="0">
                  <a:pos x="2475" y="23220"/>
                </a:cxn>
                <a:cxn ang="0">
                  <a:pos x="2224" y="32544"/>
                </a:cxn>
                <a:cxn ang="0">
                  <a:pos x="1974" y="40128"/>
                </a:cxn>
                <a:cxn ang="0">
                  <a:pos x="1763" y="44112"/>
                </a:cxn>
                <a:cxn ang="0">
                  <a:pos x="1515" y="45770"/>
                </a:cxn>
                <a:cxn ang="0">
                  <a:pos x="1255" y="44112"/>
                </a:cxn>
                <a:cxn ang="0">
                  <a:pos x="1000" y="40128"/>
                </a:cxn>
                <a:cxn ang="0">
                  <a:pos x="753" y="32544"/>
                </a:cxn>
                <a:cxn ang="0">
                  <a:pos x="500" y="23220"/>
                </a:cxn>
                <a:cxn ang="0">
                  <a:pos x="257" y="11550"/>
                </a:cxn>
                <a:cxn ang="0">
                  <a:pos x="0" y="0"/>
                </a:cxn>
              </a:cxnLst>
              <a:rect l="txL" t="txT" r="txR" b="txB"/>
              <a:pathLst>
                <a:path w="571" h="433">
                  <a:moveTo>
                    <a:pt x="570" y="0"/>
                  </a:moveTo>
                  <a:lnTo>
                    <a:pt x="521" y="117"/>
                  </a:lnTo>
                  <a:lnTo>
                    <a:pt x="473" y="219"/>
                  </a:lnTo>
                  <a:lnTo>
                    <a:pt x="425" y="307"/>
                  </a:lnTo>
                  <a:lnTo>
                    <a:pt x="377" y="380"/>
                  </a:lnTo>
                  <a:lnTo>
                    <a:pt x="337" y="417"/>
                  </a:lnTo>
                  <a:lnTo>
                    <a:pt x="289" y="432"/>
                  </a:lnTo>
                  <a:lnTo>
                    <a:pt x="240" y="417"/>
                  </a:lnTo>
                  <a:lnTo>
                    <a:pt x="192" y="380"/>
                  </a:lnTo>
                  <a:lnTo>
                    <a:pt x="144" y="307"/>
                  </a:lnTo>
                  <a:lnTo>
                    <a:pt x="96" y="219"/>
                  </a:lnTo>
                  <a:lnTo>
                    <a:pt x="48" y="109"/>
                  </a:lnTo>
                  <a:lnTo>
                    <a:pt x="0" y="0"/>
                  </a:lnTo>
                </a:path>
              </a:pathLst>
            </a:custGeom>
            <a:noFill/>
            <a:ln w="38100" cap="rnd" cmpd="sng">
              <a:solidFill>
                <a:srgbClr val="FF5050">
                  <a:alpha val="100000"/>
                </a:srgbClr>
              </a:solidFill>
              <a:prstDash val="solid"/>
              <a:round/>
              <a:headEnd type="none" w="med" len="med"/>
              <a:tailEnd type="none" w="med" len="med"/>
            </a:ln>
          </p:spPr>
          <p:txBody>
            <a:bodyPr/>
            <a:p>
              <a:endParaRPr lang="zh-CN" altLang="en-US"/>
            </a:p>
          </p:txBody>
        </p:sp>
        <p:sp>
          <p:nvSpPr>
            <p:cNvPr id="83987" name="Line 20"/>
            <p:cNvSpPr/>
            <p:nvPr/>
          </p:nvSpPr>
          <p:spPr>
            <a:xfrm>
              <a:off x="1379" y="3388"/>
              <a:ext cx="2784" cy="0"/>
            </a:xfrm>
            <a:prstGeom prst="line">
              <a:avLst/>
            </a:prstGeom>
            <a:ln w="38100" cap="flat" cmpd="sng">
              <a:solidFill>
                <a:schemeClr val="accent2"/>
              </a:solidFill>
              <a:prstDash val="solid"/>
              <a:headEnd type="none" w="med" len="med"/>
              <a:tailEnd type="none" w="med" len="med"/>
            </a:ln>
          </p:spPr>
        </p:sp>
      </p:grpSp>
      <p:sp>
        <p:nvSpPr>
          <p:cNvPr id="868373" name="Text Box 21"/>
          <p:cNvSpPr txBox="1"/>
          <p:nvPr/>
        </p:nvSpPr>
        <p:spPr>
          <a:xfrm>
            <a:off x="6953250" y="2681288"/>
            <a:ext cx="12192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(3-34 )</a:t>
            </a:r>
            <a:endParaRPr lang="en-US" altLang="zh-CN" sz="2800" dirty="0">
              <a:latin typeface="Times New Roman" panose="02020603050405020304" pitchFamily="18" charset="0"/>
              <a:ea typeface="华文中宋" panose="02010600040101010101" pitchFamily="2" charset="-122"/>
            </a:endParaRPr>
          </a:p>
        </p:txBody>
      </p:sp>
      <p:graphicFrame>
        <p:nvGraphicFramePr>
          <p:cNvPr id="868374" name="Object 22"/>
          <p:cNvGraphicFramePr>
            <a:graphicFrameLocks noChangeAspect="1"/>
          </p:cNvGraphicFramePr>
          <p:nvPr/>
        </p:nvGraphicFramePr>
        <p:xfrm>
          <a:off x="1238250" y="3375025"/>
          <a:ext cx="2063750" cy="485775"/>
        </p:xfrm>
        <a:graphic>
          <a:graphicData uri="http://schemas.openxmlformats.org/presentationml/2006/ole">
            <mc:AlternateContent xmlns:mc="http://schemas.openxmlformats.org/markup-compatibility/2006">
              <mc:Choice xmlns:v="urn:schemas-microsoft-com:vml" Requires="v">
                <p:oleObj spid="_x0000_s3393" name="" r:id="rId5" imgW="774065" imgH="203200" progId="Equation.3">
                  <p:embed/>
                </p:oleObj>
              </mc:Choice>
              <mc:Fallback>
                <p:oleObj name="" r:id="rId5" imgW="774065" imgH="203200" progId="Equation.3">
                  <p:embed/>
                  <p:pic>
                    <p:nvPicPr>
                      <p:cNvPr id="0" name="图片 3392"/>
                      <p:cNvPicPr/>
                      <p:nvPr/>
                    </p:nvPicPr>
                    <p:blipFill>
                      <a:blip r:embed="rId6"/>
                      <a:stretch>
                        <a:fillRect/>
                      </a:stretch>
                    </p:blipFill>
                    <p:spPr>
                      <a:xfrm>
                        <a:off x="1238250" y="3375025"/>
                        <a:ext cx="2063750" cy="485775"/>
                      </a:xfrm>
                      <a:prstGeom prst="rect">
                        <a:avLst/>
                      </a:prstGeom>
                      <a:solidFill>
                        <a:srgbClr val="FFFF99"/>
                      </a:solidFill>
                      <a:ln w="38100">
                        <a:noFill/>
                        <a:miter/>
                      </a:ln>
                    </p:spPr>
                  </p:pic>
                </p:oleObj>
              </mc:Fallback>
            </mc:AlternateContent>
          </a:graphicData>
        </a:graphic>
      </p:graphicFrame>
      <p:grpSp>
        <p:nvGrpSpPr>
          <p:cNvPr id="5" name="Group 23"/>
          <p:cNvGrpSpPr/>
          <p:nvPr/>
        </p:nvGrpSpPr>
        <p:grpSpPr>
          <a:xfrm>
            <a:off x="2389188" y="3213100"/>
            <a:ext cx="4343400" cy="762000"/>
            <a:chOff x="1296" y="1680"/>
            <a:chExt cx="2736" cy="480"/>
          </a:xfrm>
        </p:grpSpPr>
        <p:sp>
          <p:nvSpPr>
            <p:cNvPr id="83977" name="Oval 24"/>
            <p:cNvSpPr/>
            <p:nvPr/>
          </p:nvSpPr>
          <p:spPr>
            <a:xfrm>
              <a:off x="1296" y="1680"/>
              <a:ext cx="720" cy="480"/>
            </a:xfrm>
            <a:prstGeom prst="ellipse">
              <a:avLst/>
            </a:prstGeom>
            <a:solidFill>
              <a:schemeClr val="bg1">
                <a:alpha val="0"/>
              </a:schemeClr>
            </a:solidFill>
            <a:ln w="19050" cap="flat" cmpd="sng">
              <a:solidFill>
                <a:srgbClr val="FF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3978" name="Line 25"/>
            <p:cNvSpPr/>
            <p:nvPr/>
          </p:nvSpPr>
          <p:spPr>
            <a:xfrm flipV="1">
              <a:off x="1920" y="1872"/>
              <a:ext cx="912" cy="192"/>
            </a:xfrm>
            <a:prstGeom prst="line">
              <a:avLst/>
            </a:prstGeom>
            <a:ln w="19050" cap="flat" cmpd="sng">
              <a:solidFill>
                <a:srgbClr val="FF0000"/>
              </a:solidFill>
              <a:prstDash val="solid"/>
              <a:headEnd type="none" w="med" len="med"/>
              <a:tailEnd type="triangle" w="med" len="med"/>
            </a:ln>
          </p:spPr>
        </p:sp>
        <p:sp>
          <p:nvSpPr>
            <p:cNvPr id="83979" name="Text Box 26"/>
            <p:cNvSpPr txBox="1"/>
            <p:nvPr/>
          </p:nvSpPr>
          <p:spPr>
            <a:xfrm>
              <a:off x="2832" y="1680"/>
              <a:ext cx="120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功率因数</a:t>
              </a:r>
              <a:endParaRPr lang="zh-CN" altLang="en-US" sz="2800" b="1" dirty="0">
                <a:solidFill>
                  <a:srgbClr val="FF0000"/>
                </a:solidFill>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8355"/>
                                        </p:tgtEl>
                                        <p:attrNameLst>
                                          <p:attrName>style.visibility</p:attrName>
                                        </p:attrNameLst>
                                      </p:cBhvr>
                                      <p:to>
                                        <p:strVal val="visible"/>
                                      </p:to>
                                    </p:set>
                                    <p:animEffect transition="in" filter="wipe(left)">
                                      <p:cBhvr>
                                        <p:cTn id="7" dur="500"/>
                                        <p:tgtEl>
                                          <p:spTgt spid="86835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68356"/>
                                        </p:tgtEl>
                                        <p:attrNameLst>
                                          <p:attrName>style.visibility</p:attrName>
                                        </p:attrNameLst>
                                      </p:cBhvr>
                                      <p:to>
                                        <p:strVal val="visible"/>
                                      </p:to>
                                    </p:set>
                                    <p:animEffect transition="in" filter="checkerboard(across)">
                                      <p:cBhvr>
                                        <p:cTn id="12" dur="500"/>
                                        <p:tgtEl>
                                          <p:spTgt spid="86835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68373"/>
                                        </p:tgtEl>
                                        <p:attrNameLst>
                                          <p:attrName>style.visibility</p:attrName>
                                        </p:attrNameLst>
                                      </p:cBhvr>
                                      <p:to>
                                        <p:strVal val="visible"/>
                                      </p:to>
                                    </p:set>
                                    <p:animEffect transition="in" filter="wipe(left)">
                                      <p:cBhvr>
                                        <p:cTn id="16" dur="500"/>
                                        <p:tgtEl>
                                          <p:spTgt spid="86837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68374"/>
                                        </p:tgtEl>
                                        <p:attrNameLst>
                                          <p:attrName>style.visibility</p:attrName>
                                        </p:attrNameLst>
                                      </p:cBhvr>
                                      <p:to>
                                        <p:strVal val="visible"/>
                                      </p:to>
                                    </p:set>
                                    <p:animEffect transition="in" filter="wipe(left)">
                                      <p:cBhvr>
                                        <p:cTn id="21" dur="500"/>
                                        <p:tgtEl>
                                          <p:spTgt spid="86837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5" grpId="0"/>
      <p:bldP spid="86837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2"/>
          <p:cNvGrpSpPr/>
          <p:nvPr/>
        </p:nvGrpSpPr>
        <p:grpSpPr>
          <a:xfrm>
            <a:off x="250825" y="533400"/>
            <a:ext cx="8102600" cy="558800"/>
            <a:chOff x="192" y="336"/>
            <a:chExt cx="5104" cy="352"/>
          </a:xfrm>
        </p:grpSpPr>
        <p:sp>
          <p:nvSpPr>
            <p:cNvPr id="85008" name="Text Box 3"/>
            <p:cNvSpPr txBox="1"/>
            <p:nvPr/>
          </p:nvSpPr>
          <p:spPr>
            <a:xfrm>
              <a:off x="192" y="384"/>
              <a:ext cx="26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①</a:t>
              </a:r>
              <a:r>
                <a:rPr lang="zh-CN" altLang="en-US" sz="2400" b="1" dirty="0">
                  <a:latin typeface="Times New Roman" panose="02020603050405020304" pitchFamily="18" charset="0"/>
                  <a:ea typeface="华文中宋" panose="02010600040101010101" pitchFamily="2" charset="-122"/>
                </a:rPr>
                <a:t>当电路仅含有</a:t>
              </a:r>
              <a:r>
                <a:rPr lang="zh-CN" altLang="en-US" sz="2400" b="1" dirty="0">
                  <a:solidFill>
                    <a:srgbClr val="FF0000"/>
                  </a:solidFill>
                  <a:latin typeface="Times New Roman" panose="02020603050405020304" pitchFamily="18" charset="0"/>
                  <a:ea typeface="华文中宋" panose="02010600040101010101" pitchFamily="2" charset="-122"/>
                </a:rPr>
                <a:t>电阻性</a:t>
              </a:r>
              <a:r>
                <a:rPr lang="zh-CN" altLang="en-US" sz="2400" b="1" dirty="0">
                  <a:latin typeface="Times New Roman" panose="02020603050405020304" pitchFamily="18" charset="0"/>
                  <a:ea typeface="华文中宋" panose="02010600040101010101" pitchFamily="2" charset="-122"/>
                </a:rPr>
                <a:t>元件时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5009" name="Object 4"/>
            <p:cNvGraphicFramePr>
              <a:graphicFrameLocks noChangeAspect="1"/>
            </p:cNvGraphicFramePr>
            <p:nvPr/>
          </p:nvGraphicFramePr>
          <p:xfrm>
            <a:off x="2832" y="336"/>
            <a:ext cx="2464" cy="352"/>
          </p:xfrm>
          <a:graphic>
            <a:graphicData uri="http://schemas.openxmlformats.org/presentationml/2006/ole">
              <mc:AlternateContent xmlns:mc="http://schemas.openxmlformats.org/markup-compatibility/2006">
                <mc:Choice xmlns:v="urn:schemas-microsoft-com:vml" Requires="v">
                  <p:oleObj spid="_x0000_s3395" name="" r:id="rId1" imgW="1422400" imgH="203200" progId="Equation.DSMT4">
                    <p:embed/>
                  </p:oleObj>
                </mc:Choice>
                <mc:Fallback>
                  <p:oleObj name="" r:id="rId1" imgW="1422400" imgH="203200" progId="Equation.DSMT4">
                    <p:embed/>
                    <p:pic>
                      <p:nvPicPr>
                        <p:cNvPr id="0" name="图片 3394"/>
                        <p:cNvPicPr/>
                        <p:nvPr/>
                      </p:nvPicPr>
                      <p:blipFill>
                        <a:blip r:embed="rId2"/>
                        <a:stretch>
                          <a:fillRect/>
                        </a:stretch>
                      </p:blipFill>
                      <p:spPr>
                        <a:xfrm>
                          <a:off x="2832" y="336"/>
                          <a:ext cx="2464" cy="352"/>
                        </a:xfrm>
                        <a:prstGeom prst="rect">
                          <a:avLst/>
                        </a:prstGeom>
                        <a:noFill/>
                        <a:ln w="38100">
                          <a:noFill/>
                          <a:miter/>
                        </a:ln>
                      </p:spPr>
                    </p:pic>
                  </p:oleObj>
                </mc:Fallback>
              </mc:AlternateContent>
            </a:graphicData>
          </a:graphic>
        </p:graphicFrame>
      </p:grpSp>
      <p:grpSp>
        <p:nvGrpSpPr>
          <p:cNvPr id="3" name="Group 5"/>
          <p:cNvGrpSpPr/>
          <p:nvPr/>
        </p:nvGrpSpPr>
        <p:grpSpPr>
          <a:xfrm>
            <a:off x="250825" y="1684338"/>
            <a:ext cx="7264400" cy="808037"/>
            <a:chOff x="144" y="768"/>
            <a:chExt cx="4576" cy="509"/>
          </a:xfrm>
        </p:grpSpPr>
        <p:sp>
          <p:nvSpPr>
            <p:cNvPr id="85006" name="Text Box 6"/>
            <p:cNvSpPr txBox="1"/>
            <p:nvPr/>
          </p:nvSpPr>
          <p:spPr>
            <a:xfrm>
              <a:off x="144" y="864"/>
              <a:ext cx="249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②</a:t>
              </a:r>
              <a:r>
                <a:rPr lang="zh-CN" altLang="en-US" sz="2400" b="1" dirty="0">
                  <a:latin typeface="Times New Roman" panose="02020603050405020304" pitchFamily="18" charset="0"/>
                  <a:ea typeface="华文中宋" panose="02010600040101010101" pitchFamily="2" charset="-122"/>
                </a:rPr>
                <a:t>当电路为</a:t>
              </a:r>
              <a:r>
                <a:rPr lang="zh-CN" altLang="en-US" sz="2400" b="1" dirty="0">
                  <a:solidFill>
                    <a:srgbClr val="FF0000"/>
                  </a:solidFill>
                  <a:latin typeface="Times New Roman" panose="02020603050405020304" pitchFamily="18" charset="0"/>
                  <a:ea typeface="华文中宋" panose="02010600040101010101" pitchFamily="2" charset="-122"/>
                </a:rPr>
                <a:t>纯电感</a:t>
              </a:r>
              <a:r>
                <a:rPr lang="zh-CN" altLang="en-US" sz="2400" b="1" dirty="0">
                  <a:latin typeface="Times New Roman" panose="02020603050405020304" pitchFamily="18" charset="0"/>
                  <a:ea typeface="华文中宋" panose="02010600040101010101" pitchFamily="2" charset="-122"/>
                </a:rPr>
                <a:t>电路时：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5007" name="Object 7"/>
            <p:cNvGraphicFramePr>
              <a:graphicFrameLocks noChangeAspect="1"/>
            </p:cNvGraphicFramePr>
            <p:nvPr/>
          </p:nvGraphicFramePr>
          <p:xfrm>
            <a:off x="2880" y="768"/>
            <a:ext cx="1840" cy="509"/>
          </p:xfrm>
          <a:graphic>
            <a:graphicData uri="http://schemas.openxmlformats.org/presentationml/2006/ole">
              <mc:AlternateContent xmlns:mc="http://schemas.openxmlformats.org/markup-compatibility/2006">
                <mc:Choice xmlns:v="urn:schemas-microsoft-com:vml" Requires="v">
                  <p:oleObj spid="_x0000_s3397" name="" r:id="rId3" imgW="1422400" imgH="393700" progId="Equation.DSMT4">
                    <p:embed/>
                  </p:oleObj>
                </mc:Choice>
                <mc:Fallback>
                  <p:oleObj name="" r:id="rId3" imgW="1422400" imgH="393700" progId="Equation.DSMT4">
                    <p:embed/>
                    <p:pic>
                      <p:nvPicPr>
                        <p:cNvPr id="0" name="图片 3396"/>
                        <p:cNvPicPr/>
                        <p:nvPr/>
                      </p:nvPicPr>
                      <p:blipFill>
                        <a:blip r:embed="rId4"/>
                        <a:stretch>
                          <a:fillRect/>
                        </a:stretch>
                      </p:blipFill>
                      <p:spPr>
                        <a:xfrm>
                          <a:off x="2880" y="768"/>
                          <a:ext cx="1840" cy="509"/>
                        </a:xfrm>
                        <a:prstGeom prst="rect">
                          <a:avLst/>
                        </a:prstGeom>
                        <a:noFill/>
                        <a:ln w="38100">
                          <a:noFill/>
                          <a:miter/>
                        </a:ln>
                      </p:spPr>
                    </p:pic>
                  </p:oleObj>
                </mc:Fallback>
              </mc:AlternateContent>
            </a:graphicData>
          </a:graphic>
        </p:graphicFrame>
      </p:grpSp>
      <p:grpSp>
        <p:nvGrpSpPr>
          <p:cNvPr id="4" name="Group 8"/>
          <p:cNvGrpSpPr/>
          <p:nvPr/>
        </p:nvGrpSpPr>
        <p:grpSpPr>
          <a:xfrm>
            <a:off x="250825" y="2790825"/>
            <a:ext cx="7924800" cy="925513"/>
            <a:chOff x="144" y="1344"/>
            <a:chExt cx="4992" cy="583"/>
          </a:xfrm>
        </p:grpSpPr>
        <p:sp>
          <p:nvSpPr>
            <p:cNvPr id="85004" name="Text Box 9"/>
            <p:cNvSpPr txBox="1"/>
            <p:nvPr/>
          </p:nvSpPr>
          <p:spPr>
            <a:xfrm>
              <a:off x="144" y="1488"/>
              <a:ext cx="259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③</a:t>
              </a:r>
              <a:r>
                <a:rPr lang="zh-CN" altLang="en-US" sz="2400" b="1" dirty="0">
                  <a:latin typeface="Times New Roman" panose="02020603050405020304" pitchFamily="18" charset="0"/>
                  <a:ea typeface="华文中宋" panose="02010600040101010101" pitchFamily="2" charset="-122"/>
                </a:rPr>
                <a:t>当电路为</a:t>
              </a:r>
              <a:r>
                <a:rPr lang="zh-CN" altLang="en-US" sz="2400" b="1" dirty="0">
                  <a:solidFill>
                    <a:srgbClr val="FF0000"/>
                  </a:solidFill>
                  <a:latin typeface="Times New Roman" panose="02020603050405020304" pitchFamily="18" charset="0"/>
                  <a:ea typeface="华文中宋" panose="02010600040101010101" pitchFamily="2" charset="-122"/>
                </a:rPr>
                <a:t>纯电容</a:t>
              </a:r>
              <a:r>
                <a:rPr lang="zh-CN" altLang="en-US" sz="2400" b="1" dirty="0">
                  <a:latin typeface="Times New Roman" panose="02020603050405020304" pitchFamily="18" charset="0"/>
                  <a:ea typeface="华文中宋" panose="02010600040101010101" pitchFamily="2" charset="-122"/>
                </a:rPr>
                <a:t>电路时：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5005" name="Object 10"/>
            <p:cNvGraphicFramePr>
              <a:graphicFrameLocks noChangeAspect="1"/>
            </p:cNvGraphicFramePr>
            <p:nvPr/>
          </p:nvGraphicFramePr>
          <p:xfrm>
            <a:off x="2880" y="1344"/>
            <a:ext cx="2256" cy="583"/>
          </p:xfrm>
          <a:graphic>
            <a:graphicData uri="http://schemas.openxmlformats.org/presentationml/2006/ole">
              <mc:AlternateContent xmlns:mc="http://schemas.openxmlformats.org/markup-compatibility/2006">
                <mc:Choice xmlns:v="urn:schemas-microsoft-com:vml" Requires="v">
                  <p:oleObj spid="_x0000_s3403" name="" r:id="rId5" imgW="1524000" imgH="393700" progId="Equation.DSMT4">
                    <p:embed/>
                  </p:oleObj>
                </mc:Choice>
                <mc:Fallback>
                  <p:oleObj name="" r:id="rId5" imgW="1524000" imgH="393700" progId="Equation.DSMT4">
                    <p:embed/>
                    <p:pic>
                      <p:nvPicPr>
                        <p:cNvPr id="0" name="图片 3402"/>
                        <p:cNvPicPr/>
                        <p:nvPr/>
                      </p:nvPicPr>
                      <p:blipFill>
                        <a:blip r:embed="rId6"/>
                        <a:stretch>
                          <a:fillRect/>
                        </a:stretch>
                      </p:blipFill>
                      <p:spPr>
                        <a:xfrm>
                          <a:off x="2880" y="1344"/>
                          <a:ext cx="2256" cy="583"/>
                        </a:xfrm>
                        <a:prstGeom prst="rect">
                          <a:avLst/>
                        </a:prstGeom>
                        <a:noFill/>
                        <a:ln w="38100">
                          <a:noFill/>
                          <a:miter/>
                        </a:ln>
                      </p:spPr>
                    </p:pic>
                  </p:oleObj>
                </mc:Fallback>
              </mc:AlternateContent>
            </a:graphicData>
          </a:graphic>
        </p:graphicFrame>
      </p:grpSp>
      <p:grpSp>
        <p:nvGrpSpPr>
          <p:cNvPr id="5" name="Group 11"/>
          <p:cNvGrpSpPr/>
          <p:nvPr/>
        </p:nvGrpSpPr>
        <p:grpSpPr>
          <a:xfrm>
            <a:off x="228600" y="3933825"/>
            <a:ext cx="8229600" cy="776288"/>
            <a:chOff x="144" y="1968"/>
            <a:chExt cx="5184" cy="489"/>
          </a:xfrm>
        </p:grpSpPr>
        <p:sp>
          <p:nvSpPr>
            <p:cNvPr id="85002" name="Text Box 12"/>
            <p:cNvSpPr txBox="1"/>
            <p:nvPr/>
          </p:nvSpPr>
          <p:spPr>
            <a:xfrm>
              <a:off x="144" y="2112"/>
              <a:ext cx="307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④</a:t>
              </a:r>
              <a:r>
                <a:rPr lang="zh-CN" altLang="en-US" sz="2400" b="1" dirty="0">
                  <a:latin typeface="Times New Roman" panose="02020603050405020304" pitchFamily="18" charset="0"/>
                  <a:ea typeface="华文中宋" panose="02010600040101010101" pitchFamily="2" charset="-122"/>
                </a:rPr>
                <a:t>当电路呈现</a:t>
              </a:r>
              <a:r>
                <a:rPr lang="zh-CN" altLang="en-US" sz="2400" b="1" dirty="0">
                  <a:solidFill>
                    <a:srgbClr val="FF0000"/>
                  </a:solidFill>
                  <a:latin typeface="Times New Roman" panose="02020603050405020304" pitchFamily="18" charset="0"/>
                  <a:ea typeface="华文中宋" panose="02010600040101010101" pitchFamily="2" charset="-122"/>
                </a:rPr>
                <a:t>感性</a:t>
              </a:r>
              <a:r>
                <a:rPr lang="zh-CN" altLang="en-US" sz="2400" b="1" dirty="0">
                  <a:latin typeface="Times New Roman" panose="02020603050405020304" pitchFamily="18" charset="0"/>
                  <a:ea typeface="华文中宋" panose="02010600040101010101" pitchFamily="2" charset="-122"/>
                </a:rPr>
                <a:t>且含</a:t>
              </a:r>
              <a:r>
                <a:rPr lang="zh-CN" altLang="en-US" sz="2400" b="1" dirty="0">
                  <a:solidFill>
                    <a:srgbClr val="FF0000"/>
                  </a:solidFill>
                  <a:latin typeface="Times New Roman" panose="02020603050405020304" pitchFamily="18" charset="0"/>
                  <a:ea typeface="华文中宋" panose="02010600040101010101" pitchFamily="2" charset="-122"/>
                </a:rPr>
                <a:t>电阻</a:t>
              </a:r>
              <a:r>
                <a:rPr lang="zh-CN" altLang="en-US" sz="2400" b="1" dirty="0">
                  <a:latin typeface="Times New Roman" panose="02020603050405020304" pitchFamily="18" charset="0"/>
                  <a:ea typeface="华文中宋" panose="02010600040101010101" pitchFamily="2" charset="-122"/>
                </a:rPr>
                <a:t>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5003" name="Object 13"/>
            <p:cNvGraphicFramePr>
              <a:graphicFrameLocks noChangeAspect="1"/>
            </p:cNvGraphicFramePr>
            <p:nvPr/>
          </p:nvGraphicFramePr>
          <p:xfrm>
            <a:off x="2928" y="1968"/>
            <a:ext cx="2400" cy="489"/>
          </p:xfrm>
          <a:graphic>
            <a:graphicData uri="http://schemas.openxmlformats.org/presentationml/2006/ole">
              <mc:AlternateContent xmlns:mc="http://schemas.openxmlformats.org/markup-compatibility/2006">
                <mc:Choice xmlns:v="urn:schemas-microsoft-com:vml" Requires="v">
                  <p:oleObj spid="_x0000_s3398" name="" r:id="rId7" imgW="1930400" imgH="393700" progId="Equation.DSMT4">
                    <p:embed/>
                  </p:oleObj>
                </mc:Choice>
                <mc:Fallback>
                  <p:oleObj name="" r:id="rId7" imgW="1930400" imgH="393700" progId="Equation.DSMT4">
                    <p:embed/>
                    <p:pic>
                      <p:nvPicPr>
                        <p:cNvPr id="0" name="图片 3397"/>
                        <p:cNvPicPr/>
                        <p:nvPr/>
                      </p:nvPicPr>
                      <p:blipFill>
                        <a:blip r:embed="rId8"/>
                        <a:stretch>
                          <a:fillRect/>
                        </a:stretch>
                      </p:blipFill>
                      <p:spPr>
                        <a:xfrm>
                          <a:off x="2928" y="1968"/>
                          <a:ext cx="2400" cy="489"/>
                        </a:xfrm>
                        <a:prstGeom prst="rect">
                          <a:avLst/>
                        </a:prstGeom>
                        <a:noFill/>
                        <a:ln w="38100">
                          <a:noFill/>
                          <a:miter/>
                        </a:ln>
                      </p:spPr>
                    </p:pic>
                  </p:oleObj>
                </mc:Fallback>
              </mc:AlternateContent>
            </a:graphicData>
          </a:graphic>
        </p:graphicFrame>
      </p:grpSp>
      <p:grpSp>
        <p:nvGrpSpPr>
          <p:cNvPr id="6" name="Group 14"/>
          <p:cNvGrpSpPr/>
          <p:nvPr/>
        </p:nvGrpSpPr>
        <p:grpSpPr>
          <a:xfrm>
            <a:off x="228600" y="5146675"/>
            <a:ext cx="8534400" cy="803275"/>
            <a:chOff x="144" y="2592"/>
            <a:chExt cx="5376" cy="506"/>
          </a:xfrm>
        </p:grpSpPr>
        <p:sp>
          <p:nvSpPr>
            <p:cNvPr id="85000" name="Text Box 15"/>
            <p:cNvSpPr txBox="1"/>
            <p:nvPr/>
          </p:nvSpPr>
          <p:spPr>
            <a:xfrm>
              <a:off x="144" y="2736"/>
              <a:ext cx="28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⑤</a:t>
              </a:r>
              <a:r>
                <a:rPr lang="zh-CN" altLang="en-US" sz="2400" b="1" dirty="0">
                  <a:latin typeface="Times New Roman" panose="02020603050405020304" pitchFamily="18" charset="0"/>
                  <a:ea typeface="华文中宋" panose="02010600040101010101" pitchFamily="2" charset="-122"/>
                </a:rPr>
                <a:t>当电路呈现</a:t>
              </a:r>
              <a:r>
                <a:rPr lang="zh-CN" altLang="en-US" sz="2400" b="1" dirty="0">
                  <a:solidFill>
                    <a:srgbClr val="FF0000"/>
                  </a:solidFill>
                  <a:latin typeface="Times New Roman" panose="02020603050405020304" pitchFamily="18" charset="0"/>
                  <a:ea typeface="华文中宋" panose="02010600040101010101" pitchFamily="2" charset="-122"/>
                </a:rPr>
                <a:t>容性</a:t>
              </a:r>
              <a:r>
                <a:rPr lang="zh-CN" altLang="en-US" sz="2400" b="1" dirty="0">
                  <a:latin typeface="Times New Roman" panose="02020603050405020304" pitchFamily="18" charset="0"/>
                  <a:ea typeface="华文中宋" panose="02010600040101010101" pitchFamily="2" charset="-122"/>
                </a:rPr>
                <a:t>且含</a:t>
              </a:r>
              <a:r>
                <a:rPr lang="zh-CN" altLang="en-US" sz="2400" b="1" dirty="0">
                  <a:solidFill>
                    <a:srgbClr val="FF0000"/>
                  </a:solidFill>
                  <a:latin typeface="Times New Roman" panose="02020603050405020304" pitchFamily="18" charset="0"/>
                  <a:ea typeface="华文中宋" panose="02010600040101010101" pitchFamily="2" charset="-122"/>
                </a:rPr>
                <a:t>电阻</a:t>
              </a:r>
              <a:r>
                <a:rPr lang="zh-CN" altLang="en-US" sz="2400" b="1" dirty="0">
                  <a:latin typeface="Times New Roman" panose="02020603050405020304" pitchFamily="18" charset="0"/>
                  <a:ea typeface="华文中宋" panose="02010600040101010101" pitchFamily="2" charset="-122"/>
                </a:rPr>
                <a:t>时：</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5001" name="Object 16"/>
            <p:cNvGraphicFramePr>
              <a:graphicFrameLocks noChangeAspect="1"/>
            </p:cNvGraphicFramePr>
            <p:nvPr/>
          </p:nvGraphicFramePr>
          <p:xfrm>
            <a:off x="2928" y="2592"/>
            <a:ext cx="2592" cy="506"/>
          </p:xfrm>
          <a:graphic>
            <a:graphicData uri="http://schemas.openxmlformats.org/presentationml/2006/ole">
              <mc:AlternateContent xmlns:mc="http://schemas.openxmlformats.org/markup-compatibility/2006">
                <mc:Choice xmlns:v="urn:schemas-microsoft-com:vml" Requires="v">
                  <p:oleObj spid="_x0000_s3402" name="" r:id="rId9" imgW="2019300" imgH="393700" progId="Equation.DSMT4">
                    <p:embed/>
                  </p:oleObj>
                </mc:Choice>
                <mc:Fallback>
                  <p:oleObj name="" r:id="rId9" imgW="2019300" imgH="393700" progId="Equation.DSMT4">
                    <p:embed/>
                    <p:pic>
                      <p:nvPicPr>
                        <p:cNvPr id="0" name="图片 3401"/>
                        <p:cNvPicPr/>
                        <p:nvPr/>
                      </p:nvPicPr>
                      <p:blipFill>
                        <a:blip r:embed="rId10"/>
                        <a:stretch>
                          <a:fillRect/>
                        </a:stretch>
                      </p:blipFill>
                      <p:spPr>
                        <a:xfrm>
                          <a:off x="2928" y="2592"/>
                          <a:ext cx="2592" cy="50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11" name="chimes.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subTnLst>
                                    <p:audio>
                                      <p:cMediaNode>
                                        <p:cTn display="0" masterRel="sameClick">
                                          <p:stCondLst>
                                            <p:cond evt="begin" delay="0">
                                              <p:tn val="10"/>
                                            </p:cond>
                                          </p:stCondLst>
                                          <p:endCondLst>
                                            <p:cond evt="onStopAudio" delay="0">
                                              <p:tgtEl>
                                                <p:sldTgt/>
                                              </p:tgtEl>
                                            </p:cond>
                                          </p:endCondLst>
                                        </p:cTn>
                                        <p:tgtEl>
                                          <p:sndTgt r:embed="rId11" name="chimes.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subTnLst>
                                    <p:audio>
                                      <p:cMediaNode>
                                        <p:cTn display="0" masterRel="sameClick">
                                          <p:stCondLst>
                                            <p:cond evt="begin" delay="0">
                                              <p:tn val="15"/>
                                            </p:cond>
                                          </p:stCondLst>
                                          <p:endCondLst>
                                            <p:cond evt="onStopAudio" delay="0">
                                              <p:tgtEl>
                                                <p:sldTgt/>
                                              </p:tgtEl>
                                            </p:cond>
                                          </p:endCondLst>
                                        </p:cTn>
                                        <p:tgtEl>
                                          <p:sndTgt r:embed="rId11" name="chimes.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subTnLst>
                                    <p:audio>
                                      <p:cMediaNode>
                                        <p:cTn display="0" masterRel="sameClick">
                                          <p:stCondLst>
                                            <p:cond evt="begin" delay="0">
                                              <p:tn val="20"/>
                                            </p:cond>
                                          </p:stCondLst>
                                          <p:endCondLst>
                                            <p:cond evt="onStopAudio" delay="0">
                                              <p:tgtEl>
                                                <p:sldTgt/>
                                              </p:tgtEl>
                                            </p:cond>
                                          </p:endCondLst>
                                        </p:cTn>
                                        <p:tgtEl>
                                          <p:sndTgt r:embed="rId11" name="chimes.wav"/>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subTnLst>
                                    <p:audio>
                                      <p:cMediaNode>
                                        <p:cTn display="0" masterRel="sameClick">
                                          <p:stCondLst>
                                            <p:cond evt="begin" delay="0">
                                              <p:tn val="25"/>
                                            </p:cond>
                                          </p:stCondLst>
                                          <p:endCondLst>
                                            <p:cond evt="onStopAudio" delay="0">
                                              <p:tgtEl>
                                                <p:sldTgt/>
                                              </p:tgtEl>
                                            </p:cond>
                                          </p:endCondLst>
                                        </p:cTn>
                                        <p:tgtEl>
                                          <p:sndTgt r:embed="rId11"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72451" name="Rectangle 3"/>
          <p:cNvSpPr/>
          <p:nvPr/>
        </p:nvSpPr>
        <p:spPr>
          <a:xfrm>
            <a:off x="522288" y="812800"/>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sz="2800" b="1" dirty="0">
                <a:latin typeface="Times New Roman" panose="02020603050405020304" pitchFamily="18" charset="0"/>
                <a:ea typeface="华文中宋" panose="02010600040101010101" pitchFamily="2" charset="-122"/>
              </a:rPr>
              <a:t>3.6.2  </a:t>
            </a:r>
            <a:r>
              <a:rPr lang="zh-CN" altLang="en-US" sz="2800" b="1" dirty="0">
                <a:latin typeface="Times New Roman" panose="02020603050405020304" pitchFamily="18" charset="0"/>
                <a:ea typeface="华文中宋" panose="02010600040101010101" pitchFamily="2" charset="-122"/>
              </a:rPr>
              <a:t>视在功率和无功功率</a:t>
            </a:r>
            <a:endParaRPr lang="zh-CN" altLang="en-US" sz="2800" b="1" dirty="0">
              <a:latin typeface="Times New Roman" panose="02020603050405020304" pitchFamily="18" charset="0"/>
              <a:ea typeface="华文中宋" panose="02010600040101010101" pitchFamily="2" charset="-122"/>
            </a:endParaRPr>
          </a:p>
        </p:txBody>
      </p:sp>
      <p:sp>
        <p:nvSpPr>
          <p:cNvPr id="872452" name="Text Box 4"/>
          <p:cNvSpPr txBox="1"/>
          <p:nvPr/>
        </p:nvSpPr>
        <p:spPr>
          <a:xfrm>
            <a:off x="598488" y="1365250"/>
            <a:ext cx="8077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在正弦交流电路中，电压有效值与电流有效值的乘积称为</a:t>
            </a:r>
            <a:r>
              <a:rPr lang="zh-CN" altLang="en-US" sz="2800" b="1" dirty="0">
                <a:solidFill>
                  <a:srgbClr val="FF3300"/>
                </a:solidFill>
                <a:latin typeface="Times New Roman" panose="02020603050405020304" pitchFamily="18" charset="0"/>
                <a:ea typeface="华文中宋" panose="02010600040101010101" pitchFamily="2" charset="-122"/>
              </a:rPr>
              <a:t>视在功率</a:t>
            </a:r>
            <a:r>
              <a:rPr lang="zh-CN" altLang="en-US" sz="2800" b="1" dirty="0">
                <a:latin typeface="Times New Roman" panose="02020603050405020304" pitchFamily="18" charset="0"/>
                <a:ea typeface="华文中宋" panose="02010600040101010101" pitchFamily="2" charset="-122"/>
              </a:rPr>
              <a:t>，单位是伏安（</a:t>
            </a:r>
            <a:r>
              <a:rPr lang="en-US" altLang="zh-CN" sz="2800" b="1" dirty="0">
                <a:latin typeface="Times New Roman" panose="02020603050405020304" pitchFamily="18" charset="0"/>
                <a:ea typeface="华文中宋" panose="02010600040101010101" pitchFamily="2" charset="-122"/>
              </a:rPr>
              <a:t>VA)</a:t>
            </a:r>
            <a:endParaRPr lang="en-US" altLang="zh-CN" sz="2800" b="1" dirty="0">
              <a:latin typeface="Times New Roman" panose="02020603050405020304" pitchFamily="18" charset="0"/>
              <a:ea typeface="华文中宋" panose="02010600040101010101" pitchFamily="2" charset="-122"/>
            </a:endParaRPr>
          </a:p>
        </p:txBody>
      </p:sp>
      <p:graphicFrame>
        <p:nvGraphicFramePr>
          <p:cNvPr id="872453" name="Object 5"/>
          <p:cNvGraphicFramePr>
            <a:graphicFrameLocks noChangeAspect="1"/>
          </p:cNvGraphicFramePr>
          <p:nvPr/>
        </p:nvGraphicFramePr>
        <p:xfrm>
          <a:off x="3189288" y="2481263"/>
          <a:ext cx="1155700" cy="425450"/>
        </p:xfrm>
        <a:graphic>
          <a:graphicData uri="http://schemas.openxmlformats.org/presentationml/2006/ole">
            <mc:AlternateContent xmlns:mc="http://schemas.openxmlformats.org/markup-compatibility/2006">
              <mc:Choice xmlns:v="urn:schemas-microsoft-com:vml" Requires="v">
                <p:oleObj spid="_x0000_s3404" name="" r:id="rId1" imgW="481965" imgH="177800" progId="Equation.3">
                  <p:embed/>
                </p:oleObj>
              </mc:Choice>
              <mc:Fallback>
                <p:oleObj name="" r:id="rId1" imgW="481965" imgH="177800" progId="Equation.3">
                  <p:embed/>
                  <p:pic>
                    <p:nvPicPr>
                      <p:cNvPr id="0" name="图片 3403"/>
                      <p:cNvPicPr/>
                      <p:nvPr/>
                    </p:nvPicPr>
                    <p:blipFill>
                      <a:blip r:embed="rId2"/>
                      <a:stretch>
                        <a:fillRect/>
                      </a:stretch>
                    </p:blipFill>
                    <p:spPr>
                      <a:xfrm>
                        <a:off x="3189288" y="2481263"/>
                        <a:ext cx="1155700" cy="425450"/>
                      </a:xfrm>
                      <a:prstGeom prst="rect">
                        <a:avLst/>
                      </a:prstGeom>
                      <a:solidFill>
                        <a:schemeClr val="accent1"/>
                      </a:solidFill>
                      <a:ln w="38100">
                        <a:noFill/>
                        <a:miter/>
                      </a:ln>
                    </p:spPr>
                  </p:pic>
                </p:oleObj>
              </mc:Fallback>
            </mc:AlternateContent>
          </a:graphicData>
        </a:graphic>
      </p:graphicFrame>
      <p:sp>
        <p:nvSpPr>
          <p:cNvPr id="872455" name="Text Box 7"/>
          <p:cNvSpPr txBox="1"/>
          <p:nvPr/>
        </p:nvSpPr>
        <p:spPr>
          <a:xfrm>
            <a:off x="1331913" y="3059113"/>
            <a:ext cx="590391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ea typeface="华文中宋" panose="02010600040101010101" pitchFamily="2" charset="-122"/>
              </a:rPr>
              <a:t>无功功率</a:t>
            </a:r>
            <a:r>
              <a:rPr lang="zh-CN" altLang="en-US" sz="2800" b="1" dirty="0">
                <a:latin typeface="Times New Roman" panose="02020603050405020304" pitchFamily="18" charset="0"/>
                <a:ea typeface="华文中宋" panose="02010600040101010101" pitchFamily="2" charset="-122"/>
              </a:rPr>
              <a:t>，单位为乏</a:t>
            </a:r>
            <a:r>
              <a:rPr lang="en-US" altLang="zh-CN" sz="2800" b="1" dirty="0">
                <a:latin typeface="Times New Roman" panose="02020603050405020304" pitchFamily="18" charset="0"/>
                <a:ea typeface="华文中宋" panose="02010600040101010101" pitchFamily="2" charset="-122"/>
              </a:rPr>
              <a:t>(var)</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2456" name="Object 8"/>
          <p:cNvGraphicFramePr>
            <a:graphicFrameLocks noChangeAspect="1"/>
          </p:cNvGraphicFramePr>
          <p:nvPr/>
        </p:nvGraphicFramePr>
        <p:xfrm>
          <a:off x="2936875" y="3789363"/>
          <a:ext cx="1995488" cy="485775"/>
        </p:xfrm>
        <a:graphic>
          <a:graphicData uri="http://schemas.openxmlformats.org/presentationml/2006/ole">
            <mc:AlternateContent xmlns:mc="http://schemas.openxmlformats.org/markup-compatibility/2006">
              <mc:Choice xmlns:v="urn:schemas-microsoft-com:vml" Requires="v">
                <p:oleObj spid="_x0000_s3399" name="" r:id="rId3" imgW="748665" imgH="203200" progId="Equation.3">
                  <p:embed/>
                </p:oleObj>
              </mc:Choice>
              <mc:Fallback>
                <p:oleObj name="" r:id="rId3" imgW="748665" imgH="203200" progId="Equation.3">
                  <p:embed/>
                  <p:pic>
                    <p:nvPicPr>
                      <p:cNvPr id="0" name="图片 3398"/>
                      <p:cNvPicPr/>
                      <p:nvPr/>
                    </p:nvPicPr>
                    <p:blipFill>
                      <a:blip r:embed="rId4"/>
                      <a:stretch>
                        <a:fillRect/>
                      </a:stretch>
                    </p:blipFill>
                    <p:spPr>
                      <a:xfrm>
                        <a:off x="2936875" y="3789363"/>
                        <a:ext cx="1995488" cy="485775"/>
                      </a:xfrm>
                      <a:prstGeom prst="rect">
                        <a:avLst/>
                      </a:prstGeom>
                      <a:solidFill>
                        <a:schemeClr val="accent1"/>
                      </a:solidFill>
                      <a:ln w="38100">
                        <a:noFill/>
                        <a:miter/>
                      </a:ln>
                    </p:spPr>
                  </p:pic>
                </p:oleObj>
              </mc:Fallback>
            </mc:AlternateContent>
          </a:graphicData>
        </a:graphic>
      </p:graphicFrame>
      <p:sp>
        <p:nvSpPr>
          <p:cNvPr id="872459" name="Text Box 11"/>
          <p:cNvSpPr txBox="1"/>
          <p:nvPr/>
        </p:nvSpPr>
        <p:spPr>
          <a:xfrm>
            <a:off x="827088" y="4498975"/>
            <a:ext cx="7696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电感性</a:t>
            </a:r>
            <a:r>
              <a:rPr lang="zh-CN" altLang="en-US" sz="2800" b="1" dirty="0">
                <a:latin typeface="Times New Roman" panose="02020603050405020304" pitchFamily="18" charset="0"/>
                <a:ea typeface="华文中宋" panose="02010600040101010101" pitchFamily="2" charset="-122"/>
              </a:rPr>
              <a:t>电路电流滞后电压， </a:t>
            </a:r>
            <a:r>
              <a:rPr lang="en-US" altLang="zh-CN" sz="2800" b="1" i="1" dirty="0">
                <a:latin typeface="Times New Roman" panose="02020603050405020304" pitchFamily="18" charset="0"/>
                <a:ea typeface="华文中宋" panose="02010600040101010101" pitchFamily="2" charset="-122"/>
              </a:rPr>
              <a:t>φ</a:t>
            </a:r>
            <a:r>
              <a:rPr lang="en-US" altLang="zh-CN" sz="2800" b="1" dirty="0">
                <a:latin typeface="Times New Roman" panose="02020603050405020304" pitchFamily="18" charset="0"/>
                <a:ea typeface="华文中宋" panose="02010600040101010101" pitchFamily="2" charset="-122"/>
              </a:rPr>
              <a:t>&gt;0 </a:t>
            </a:r>
            <a:r>
              <a:rPr lang="zh-CN" altLang="en-US" sz="2800" b="1" dirty="0">
                <a:latin typeface="Times New Roman" panose="02020603050405020304" pitchFamily="18" charset="0"/>
                <a:ea typeface="华文中宋" panose="02010600040101010101" pitchFamily="2" charset="-122"/>
              </a:rPr>
              <a:t>， </a:t>
            </a:r>
            <a:r>
              <a:rPr lang="en-US" altLang="zh-CN" sz="2800" b="1" i="1" dirty="0">
                <a:latin typeface="Times New Roman" panose="02020603050405020304" pitchFamily="18" charset="0"/>
                <a:ea typeface="华文中宋" panose="02010600040101010101" pitchFamily="2" charset="-122"/>
              </a:rPr>
              <a:t>Q </a:t>
            </a:r>
            <a:r>
              <a:rPr lang="en-US" altLang="zh-CN" sz="2800" b="1" dirty="0">
                <a:latin typeface="Times New Roman" panose="02020603050405020304" pitchFamily="18" charset="0"/>
                <a:ea typeface="华文中宋" panose="02010600040101010101" pitchFamily="2" charset="-122"/>
              </a:rPr>
              <a:t>&gt; 0</a:t>
            </a:r>
            <a:r>
              <a:rPr lang="zh-CN" altLang="en-US" sz="2800" b="1" dirty="0">
                <a:latin typeface="Times New Roman" panose="02020603050405020304" pitchFamily="18" charset="0"/>
                <a:ea typeface="华文中宋" panose="02010600040101010101" pitchFamily="2" charset="-122"/>
              </a:rPr>
              <a:t>，无功功率</a:t>
            </a:r>
            <a:r>
              <a:rPr lang="en-US" altLang="zh-CN" sz="2800" b="1" i="1" dirty="0">
                <a:latin typeface="Times New Roman" panose="02020603050405020304" pitchFamily="18" charset="0"/>
                <a:ea typeface="华文中宋" panose="02010600040101010101" pitchFamily="2" charset="-122"/>
              </a:rPr>
              <a:t>Q</a:t>
            </a:r>
            <a:r>
              <a:rPr lang="zh-CN" altLang="en-US" sz="2800" b="1" dirty="0">
                <a:latin typeface="Times New Roman" panose="02020603050405020304" pitchFamily="18" charset="0"/>
                <a:ea typeface="华文中宋" panose="02010600040101010101" pitchFamily="2" charset="-122"/>
              </a:rPr>
              <a:t>为</a:t>
            </a:r>
            <a:r>
              <a:rPr lang="zh-CN" altLang="en-US" sz="2800" b="1" dirty="0">
                <a:solidFill>
                  <a:srgbClr val="FF0000"/>
                </a:solidFill>
                <a:latin typeface="Times New Roman" panose="02020603050405020304" pitchFamily="18" charset="0"/>
                <a:ea typeface="华文中宋" panose="02010600040101010101" pitchFamily="2" charset="-122"/>
              </a:rPr>
              <a:t>正值</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sp>
        <p:nvSpPr>
          <p:cNvPr id="872460" name="Rectangle 12"/>
          <p:cNvSpPr/>
          <p:nvPr/>
        </p:nvSpPr>
        <p:spPr>
          <a:xfrm>
            <a:off x="827088" y="5661025"/>
            <a:ext cx="75438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latin typeface="Times New Roman" panose="02020603050405020304" pitchFamily="18" charset="0"/>
                <a:ea typeface="华文中宋" panose="02010600040101010101" pitchFamily="2" charset="-122"/>
              </a:rPr>
              <a:t>电容性</a:t>
            </a:r>
            <a:r>
              <a:rPr lang="zh-CN" altLang="en-US" sz="2800" b="1" dirty="0">
                <a:latin typeface="Times New Roman" panose="02020603050405020304" pitchFamily="18" charset="0"/>
                <a:ea typeface="华文中宋" panose="02010600040101010101" pitchFamily="2" charset="-122"/>
              </a:rPr>
              <a:t>电路电流超前电压， </a:t>
            </a:r>
            <a:r>
              <a:rPr lang="en-US" altLang="zh-CN" sz="2800" b="1" dirty="0">
                <a:latin typeface="Times New Roman" panose="02020603050405020304" pitchFamily="18" charset="0"/>
                <a:ea typeface="华文中宋" panose="02010600040101010101" pitchFamily="2" charset="-122"/>
              </a:rPr>
              <a:t>φ&lt;0 </a:t>
            </a:r>
            <a:r>
              <a:rPr lang="zh-CN" altLang="en-US" sz="2800" b="1" dirty="0">
                <a:latin typeface="Times New Roman" panose="02020603050405020304" pitchFamily="18" charset="0"/>
                <a:ea typeface="华文中宋" panose="02010600040101010101" pitchFamily="2" charset="-122"/>
              </a:rPr>
              <a:t>， </a:t>
            </a:r>
            <a:r>
              <a:rPr lang="en-US" altLang="zh-CN" sz="2800" b="1" dirty="0">
                <a:latin typeface="Times New Roman" panose="02020603050405020304" pitchFamily="18" charset="0"/>
                <a:ea typeface="华文中宋" panose="02010600040101010101" pitchFamily="2" charset="-122"/>
              </a:rPr>
              <a:t>Q &lt; 0</a:t>
            </a:r>
            <a:r>
              <a:rPr lang="zh-CN" altLang="en-US" sz="2800" b="1" dirty="0">
                <a:latin typeface="Times New Roman" panose="02020603050405020304" pitchFamily="18" charset="0"/>
                <a:ea typeface="华文中宋" panose="02010600040101010101" pitchFamily="2" charset="-122"/>
              </a:rPr>
              <a:t>，无功功率</a:t>
            </a:r>
            <a:r>
              <a:rPr lang="en-US" altLang="zh-CN" sz="2800" b="1" dirty="0">
                <a:latin typeface="Times New Roman" panose="02020603050405020304" pitchFamily="18" charset="0"/>
                <a:ea typeface="华文中宋" panose="02010600040101010101" pitchFamily="2" charset="-122"/>
              </a:rPr>
              <a:t>Q</a:t>
            </a:r>
            <a:r>
              <a:rPr lang="zh-CN" altLang="en-US" sz="2800" b="1" dirty="0">
                <a:latin typeface="Times New Roman" panose="02020603050405020304" pitchFamily="18" charset="0"/>
                <a:ea typeface="华文中宋" panose="02010600040101010101" pitchFamily="2" charset="-122"/>
              </a:rPr>
              <a:t>为</a:t>
            </a:r>
            <a:r>
              <a:rPr lang="zh-CN" altLang="en-US" sz="2800" b="1" dirty="0">
                <a:solidFill>
                  <a:srgbClr val="FF0000"/>
                </a:solidFill>
                <a:latin typeface="Times New Roman" panose="02020603050405020304" pitchFamily="18" charset="0"/>
                <a:ea typeface="华文中宋" panose="02010600040101010101" pitchFamily="2" charset="-122"/>
              </a:rPr>
              <a:t>负值</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2451"/>
                                        </p:tgtEl>
                                        <p:attrNameLst>
                                          <p:attrName>style.visibility</p:attrName>
                                        </p:attrNameLst>
                                      </p:cBhvr>
                                      <p:to>
                                        <p:strVal val="visible"/>
                                      </p:to>
                                    </p:set>
                                    <p:animEffect transition="in" filter="wipe(left)">
                                      <p:cBhvr>
                                        <p:cTn id="7" dur="500"/>
                                        <p:tgtEl>
                                          <p:spTgt spid="8724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2452"/>
                                        </p:tgtEl>
                                        <p:attrNameLst>
                                          <p:attrName>style.visibility</p:attrName>
                                        </p:attrNameLst>
                                      </p:cBhvr>
                                      <p:to>
                                        <p:strVal val="visible"/>
                                      </p:to>
                                    </p:set>
                                    <p:animEffect transition="in" filter="blinds(horizontal)">
                                      <p:cBhvr>
                                        <p:cTn id="12" dur="500"/>
                                        <p:tgtEl>
                                          <p:spTgt spid="8724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2453"/>
                                        </p:tgtEl>
                                        <p:attrNameLst>
                                          <p:attrName>style.visibility</p:attrName>
                                        </p:attrNameLst>
                                      </p:cBhvr>
                                      <p:to>
                                        <p:strVal val="visible"/>
                                      </p:to>
                                    </p:set>
                                    <p:animEffect transition="in" filter="wipe(left)">
                                      <p:cBhvr>
                                        <p:cTn id="17" dur="500"/>
                                        <p:tgtEl>
                                          <p:spTgt spid="8724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72455"/>
                                        </p:tgtEl>
                                        <p:attrNameLst>
                                          <p:attrName>style.visibility</p:attrName>
                                        </p:attrNameLst>
                                      </p:cBhvr>
                                      <p:to>
                                        <p:strVal val="visible"/>
                                      </p:to>
                                    </p:set>
                                    <p:animEffect transition="in" filter="blinds(horizontal)">
                                      <p:cBhvr>
                                        <p:cTn id="22" dur="500"/>
                                        <p:tgtEl>
                                          <p:spTgt spid="8724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2456"/>
                                        </p:tgtEl>
                                        <p:attrNameLst>
                                          <p:attrName>style.visibility</p:attrName>
                                        </p:attrNameLst>
                                      </p:cBhvr>
                                      <p:to>
                                        <p:strVal val="visible"/>
                                      </p:to>
                                    </p:set>
                                    <p:animEffect transition="in" filter="wipe(left)">
                                      <p:cBhvr>
                                        <p:cTn id="27" dur="500"/>
                                        <p:tgtEl>
                                          <p:spTgt spid="8724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2459"/>
                                        </p:tgtEl>
                                        <p:attrNameLst>
                                          <p:attrName>style.visibility</p:attrName>
                                        </p:attrNameLst>
                                      </p:cBhvr>
                                      <p:to>
                                        <p:strVal val="visible"/>
                                      </p:to>
                                    </p:set>
                                    <p:animEffect transition="in" filter="wipe(left)">
                                      <p:cBhvr>
                                        <p:cTn id="32" dur="500"/>
                                        <p:tgtEl>
                                          <p:spTgt spid="8724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72460"/>
                                        </p:tgtEl>
                                        <p:attrNameLst>
                                          <p:attrName>style.visibility</p:attrName>
                                        </p:attrNameLst>
                                      </p:cBhvr>
                                      <p:to>
                                        <p:strVal val="visible"/>
                                      </p:to>
                                    </p:set>
                                    <p:animEffect transition="in" filter="wipe(left)">
                                      <p:cBhvr>
                                        <p:cTn id="37" dur="500"/>
                                        <p:tgtEl>
                                          <p:spTgt spid="872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p:bldP spid="872452" grpId="0"/>
      <p:bldP spid="872455" grpId="0"/>
      <p:bldP spid="872459" grpId="0"/>
      <p:bldP spid="87246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73475" name="Text Box 3"/>
          <p:cNvSpPr txBox="1"/>
          <p:nvPr/>
        </p:nvSpPr>
        <p:spPr>
          <a:xfrm>
            <a:off x="609600" y="2668588"/>
            <a:ext cx="7620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对于纯电阻电路， </a:t>
            </a:r>
            <a:r>
              <a:rPr lang="en-US" altLang="zh-CN" sz="2800" b="1" i="1" dirty="0">
                <a:latin typeface="Times New Roman" panose="02020603050405020304" pitchFamily="18" charset="0"/>
                <a:ea typeface="华文中宋" panose="02010600040101010101" pitchFamily="2" charset="-122"/>
              </a:rPr>
              <a:t>φ </a:t>
            </a:r>
            <a:r>
              <a:rPr lang="en-US" altLang="zh-CN" sz="2800" b="1" dirty="0">
                <a:latin typeface="Times New Roman" panose="02020603050405020304" pitchFamily="18" charset="0"/>
                <a:ea typeface="华文中宋" panose="02010600040101010101" pitchFamily="2" charset="-122"/>
              </a:rPr>
              <a:t>=0</a:t>
            </a:r>
            <a:r>
              <a:rPr lang="en-US" altLang="zh-CN" sz="2800" b="1" baseline="30000" dirty="0">
                <a:latin typeface="Times New Roman" panose="02020603050405020304" pitchFamily="18" charset="0"/>
                <a:ea typeface="华文中宋" panose="02010600040101010101" pitchFamily="2" charset="-122"/>
              </a:rPr>
              <a:t>0</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，于是无功功率为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3476" name="Object 4"/>
          <p:cNvGraphicFramePr>
            <a:graphicFrameLocks noChangeAspect="1"/>
          </p:cNvGraphicFramePr>
          <p:nvPr/>
        </p:nvGraphicFramePr>
        <p:xfrm>
          <a:off x="2590800" y="3201988"/>
          <a:ext cx="2673350" cy="546100"/>
        </p:xfrm>
        <a:graphic>
          <a:graphicData uri="http://schemas.openxmlformats.org/presentationml/2006/ole">
            <mc:AlternateContent xmlns:mc="http://schemas.openxmlformats.org/markup-compatibility/2006">
              <mc:Choice xmlns:v="urn:schemas-microsoft-com:vml" Requires="v">
                <p:oleObj spid="_x0000_s3400" name="" r:id="rId1" imgW="1002665" imgH="228600" progId="Equation.3">
                  <p:embed/>
                </p:oleObj>
              </mc:Choice>
              <mc:Fallback>
                <p:oleObj name="" r:id="rId1" imgW="1002665" imgH="228600" progId="Equation.3">
                  <p:embed/>
                  <p:pic>
                    <p:nvPicPr>
                      <p:cNvPr id="0" name="图片 3399"/>
                      <p:cNvPicPr/>
                      <p:nvPr/>
                    </p:nvPicPr>
                    <p:blipFill>
                      <a:blip r:embed="rId2"/>
                      <a:stretch>
                        <a:fillRect/>
                      </a:stretch>
                    </p:blipFill>
                    <p:spPr>
                      <a:xfrm>
                        <a:off x="2590800" y="3201988"/>
                        <a:ext cx="2673350" cy="546100"/>
                      </a:xfrm>
                      <a:prstGeom prst="rect">
                        <a:avLst/>
                      </a:prstGeom>
                      <a:solidFill>
                        <a:schemeClr val="accent1"/>
                      </a:solidFill>
                      <a:ln w="38100">
                        <a:noFill/>
                        <a:miter/>
                      </a:ln>
                    </p:spPr>
                  </p:pic>
                </p:oleObj>
              </mc:Fallback>
            </mc:AlternateContent>
          </a:graphicData>
        </a:graphic>
      </p:graphicFrame>
      <p:sp>
        <p:nvSpPr>
          <p:cNvPr id="873477" name="Text Box 5"/>
          <p:cNvSpPr txBox="1"/>
          <p:nvPr/>
        </p:nvSpPr>
        <p:spPr>
          <a:xfrm>
            <a:off x="609600" y="3659188"/>
            <a:ext cx="8534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可以看出，平均功率，视在功率和无功功率三者之间</a:t>
            </a:r>
            <a:endParaRPr lang="zh-CN" altLang="en-US" sz="2800" b="1" dirty="0">
              <a:latin typeface="Times New Roman" panose="02020603050405020304" pitchFamily="18" charset="0"/>
              <a:ea typeface="华文中宋" panose="02010600040101010101" pitchFamily="2" charset="-122"/>
            </a:endParaRPr>
          </a:p>
        </p:txBody>
      </p:sp>
      <p:sp>
        <p:nvSpPr>
          <p:cNvPr id="873478" name="Text Box 6"/>
          <p:cNvSpPr txBox="1"/>
          <p:nvPr/>
        </p:nvSpPr>
        <p:spPr>
          <a:xfrm>
            <a:off x="533400" y="549275"/>
            <a:ext cx="7620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对于纯电感电路， </a:t>
            </a:r>
            <a:r>
              <a:rPr lang="en-US" altLang="zh-CN" sz="2800" b="1" i="1" dirty="0">
                <a:latin typeface="Times New Roman" panose="02020603050405020304" pitchFamily="18" charset="0"/>
                <a:ea typeface="华文中宋" panose="02010600040101010101" pitchFamily="2" charset="-122"/>
              </a:rPr>
              <a:t>φ</a:t>
            </a:r>
            <a:r>
              <a:rPr lang="en-US" altLang="zh-CN" sz="2800" b="1" dirty="0">
                <a:latin typeface="Times New Roman" panose="02020603050405020304" pitchFamily="18" charset="0"/>
                <a:ea typeface="华文中宋" panose="02010600040101010101" pitchFamily="2" charset="-122"/>
              </a:rPr>
              <a:t>=90</a:t>
            </a:r>
            <a:r>
              <a:rPr lang="en-US" altLang="zh-CN" sz="2800" b="1" baseline="30000" dirty="0">
                <a:latin typeface="Times New Roman" panose="02020603050405020304" pitchFamily="18" charset="0"/>
                <a:ea typeface="华文中宋" panose="02010600040101010101" pitchFamily="2" charset="-122"/>
              </a:rPr>
              <a:t>0</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，于是无功功率为</a:t>
            </a:r>
            <a:endParaRPr lang="zh-CN" altLang="en-US" sz="2800" b="1" dirty="0">
              <a:latin typeface="Times New Roman" panose="02020603050405020304" pitchFamily="18" charset="0"/>
              <a:ea typeface="华文中宋" panose="02010600040101010101" pitchFamily="2" charset="-122"/>
            </a:endParaRPr>
          </a:p>
        </p:txBody>
      </p:sp>
      <p:sp>
        <p:nvSpPr>
          <p:cNvPr id="873479" name="Text Box 7"/>
          <p:cNvSpPr txBox="1"/>
          <p:nvPr/>
        </p:nvSpPr>
        <p:spPr>
          <a:xfrm>
            <a:off x="609600" y="1677988"/>
            <a:ext cx="7620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对于纯电容电路， </a:t>
            </a:r>
            <a:r>
              <a:rPr lang="en-US" altLang="zh-CN" sz="2800" b="1" i="1" dirty="0">
                <a:latin typeface="Times New Roman" panose="02020603050405020304" pitchFamily="18" charset="0"/>
                <a:ea typeface="华文中宋" panose="02010600040101010101" pitchFamily="2" charset="-122"/>
              </a:rPr>
              <a:t>φ </a:t>
            </a:r>
            <a:r>
              <a:rPr lang="en-US" altLang="zh-CN" sz="2800"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90</a:t>
            </a:r>
            <a:r>
              <a:rPr lang="en-US" altLang="zh-CN" sz="2800" b="1" baseline="30000" dirty="0">
                <a:latin typeface="Times New Roman" panose="02020603050405020304" pitchFamily="18" charset="0"/>
                <a:ea typeface="华文中宋" panose="02010600040101010101" pitchFamily="2" charset="-122"/>
              </a:rPr>
              <a:t>0</a:t>
            </a: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，于是无功功率为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3480" name="Object 8"/>
          <p:cNvGraphicFramePr>
            <a:graphicFrameLocks noChangeAspect="1"/>
          </p:cNvGraphicFramePr>
          <p:nvPr/>
        </p:nvGraphicFramePr>
        <p:xfrm>
          <a:off x="2590800" y="1144588"/>
          <a:ext cx="3146425" cy="546100"/>
        </p:xfrm>
        <a:graphic>
          <a:graphicData uri="http://schemas.openxmlformats.org/presentationml/2006/ole">
            <mc:AlternateContent xmlns:mc="http://schemas.openxmlformats.org/markup-compatibility/2006">
              <mc:Choice xmlns:v="urn:schemas-microsoft-com:vml" Requires="v">
                <p:oleObj spid="_x0000_s3401" name="" r:id="rId3" imgW="1181100" imgH="228600" progId="Equation.3">
                  <p:embed/>
                </p:oleObj>
              </mc:Choice>
              <mc:Fallback>
                <p:oleObj name="" r:id="rId3" imgW="1181100" imgH="228600" progId="Equation.3">
                  <p:embed/>
                  <p:pic>
                    <p:nvPicPr>
                      <p:cNvPr id="0" name="图片 3400"/>
                      <p:cNvPicPr/>
                      <p:nvPr/>
                    </p:nvPicPr>
                    <p:blipFill>
                      <a:blip r:embed="rId4"/>
                      <a:stretch>
                        <a:fillRect/>
                      </a:stretch>
                    </p:blipFill>
                    <p:spPr>
                      <a:xfrm>
                        <a:off x="2590800" y="1144588"/>
                        <a:ext cx="3146425" cy="546100"/>
                      </a:xfrm>
                      <a:prstGeom prst="rect">
                        <a:avLst/>
                      </a:prstGeom>
                      <a:solidFill>
                        <a:schemeClr val="accent1"/>
                      </a:solidFill>
                      <a:ln w="38100">
                        <a:noFill/>
                        <a:miter/>
                      </a:ln>
                    </p:spPr>
                  </p:pic>
                </p:oleObj>
              </mc:Fallback>
            </mc:AlternateContent>
          </a:graphicData>
        </a:graphic>
      </p:graphicFrame>
      <p:graphicFrame>
        <p:nvGraphicFramePr>
          <p:cNvPr id="873481" name="Object 9"/>
          <p:cNvGraphicFramePr>
            <a:graphicFrameLocks noChangeAspect="1"/>
          </p:cNvGraphicFramePr>
          <p:nvPr/>
        </p:nvGraphicFramePr>
        <p:xfrm>
          <a:off x="2209800" y="2135188"/>
          <a:ext cx="3890963" cy="546100"/>
        </p:xfrm>
        <a:graphic>
          <a:graphicData uri="http://schemas.openxmlformats.org/presentationml/2006/ole">
            <mc:AlternateContent xmlns:mc="http://schemas.openxmlformats.org/markup-compatibility/2006">
              <mc:Choice xmlns:v="urn:schemas-microsoft-com:vml" Requires="v">
                <p:oleObj spid="_x0000_s3405" name="" r:id="rId5" imgW="1460500" imgH="228600" progId="Equation.3">
                  <p:embed/>
                </p:oleObj>
              </mc:Choice>
              <mc:Fallback>
                <p:oleObj name="" r:id="rId5" imgW="1460500" imgH="228600" progId="Equation.3">
                  <p:embed/>
                  <p:pic>
                    <p:nvPicPr>
                      <p:cNvPr id="0" name="图片 3404"/>
                      <p:cNvPicPr/>
                      <p:nvPr/>
                    </p:nvPicPr>
                    <p:blipFill>
                      <a:blip r:embed="rId6"/>
                      <a:stretch>
                        <a:fillRect/>
                      </a:stretch>
                    </p:blipFill>
                    <p:spPr>
                      <a:xfrm>
                        <a:off x="2209800" y="2135188"/>
                        <a:ext cx="3890963" cy="546100"/>
                      </a:xfrm>
                      <a:prstGeom prst="rect">
                        <a:avLst/>
                      </a:prstGeom>
                      <a:solidFill>
                        <a:schemeClr val="accent1"/>
                      </a:solidFill>
                      <a:ln w="38100">
                        <a:noFill/>
                        <a:miter/>
                      </a:ln>
                    </p:spPr>
                  </p:pic>
                </p:oleObj>
              </mc:Fallback>
            </mc:AlternateContent>
          </a:graphicData>
        </a:graphic>
      </p:graphicFrame>
      <p:graphicFrame>
        <p:nvGraphicFramePr>
          <p:cNvPr id="873482" name="Object 10"/>
          <p:cNvGraphicFramePr>
            <a:graphicFrameLocks noChangeAspect="1"/>
          </p:cNvGraphicFramePr>
          <p:nvPr/>
        </p:nvGraphicFramePr>
        <p:xfrm>
          <a:off x="2670175" y="5183188"/>
          <a:ext cx="2435225" cy="668337"/>
        </p:xfrm>
        <a:graphic>
          <a:graphicData uri="http://schemas.openxmlformats.org/presentationml/2006/ole">
            <mc:AlternateContent xmlns:mc="http://schemas.openxmlformats.org/markup-compatibility/2006">
              <mc:Choice xmlns:v="urn:schemas-microsoft-com:vml" Requires="v">
                <p:oleObj spid="_x0000_s3411" name="" r:id="rId7" imgW="914400" imgH="279400" progId="Equation.3">
                  <p:embed/>
                </p:oleObj>
              </mc:Choice>
              <mc:Fallback>
                <p:oleObj name="" r:id="rId7" imgW="914400" imgH="279400" progId="Equation.3">
                  <p:embed/>
                  <p:pic>
                    <p:nvPicPr>
                      <p:cNvPr id="0" name="图片 3410"/>
                      <p:cNvPicPr/>
                      <p:nvPr/>
                    </p:nvPicPr>
                    <p:blipFill>
                      <a:blip r:embed="rId8"/>
                      <a:stretch>
                        <a:fillRect/>
                      </a:stretch>
                    </p:blipFill>
                    <p:spPr>
                      <a:xfrm>
                        <a:off x="2670175" y="5183188"/>
                        <a:ext cx="2435225" cy="668337"/>
                      </a:xfrm>
                      <a:prstGeom prst="rect">
                        <a:avLst/>
                      </a:prstGeom>
                      <a:solidFill>
                        <a:schemeClr val="accent1"/>
                      </a:solidFill>
                      <a:ln w="38100">
                        <a:noFill/>
                        <a:miter/>
                      </a:ln>
                    </p:spPr>
                  </p:pic>
                </p:oleObj>
              </mc:Fallback>
            </mc:AlternateContent>
          </a:graphicData>
        </a:graphic>
      </p:graphicFrame>
      <p:graphicFrame>
        <p:nvGraphicFramePr>
          <p:cNvPr id="873483" name="Object 11"/>
          <p:cNvGraphicFramePr>
            <a:graphicFrameLocks noChangeAspect="1"/>
          </p:cNvGraphicFramePr>
          <p:nvPr/>
        </p:nvGraphicFramePr>
        <p:xfrm>
          <a:off x="2667000" y="4268788"/>
          <a:ext cx="2266950" cy="485775"/>
        </p:xfrm>
        <a:graphic>
          <a:graphicData uri="http://schemas.openxmlformats.org/presentationml/2006/ole">
            <mc:AlternateContent xmlns:mc="http://schemas.openxmlformats.org/markup-compatibility/2006">
              <mc:Choice xmlns:v="urn:schemas-microsoft-com:vml" Requires="v">
                <p:oleObj spid="_x0000_s3408" name="" r:id="rId9" imgW="850265" imgH="203200" progId="Equation.3">
                  <p:embed/>
                </p:oleObj>
              </mc:Choice>
              <mc:Fallback>
                <p:oleObj name="" r:id="rId9" imgW="850265" imgH="203200" progId="Equation.3">
                  <p:embed/>
                  <p:pic>
                    <p:nvPicPr>
                      <p:cNvPr id="0" name="图片 3407"/>
                      <p:cNvPicPr/>
                      <p:nvPr/>
                    </p:nvPicPr>
                    <p:blipFill>
                      <a:blip r:embed="rId10"/>
                      <a:stretch>
                        <a:fillRect/>
                      </a:stretch>
                    </p:blipFill>
                    <p:spPr>
                      <a:xfrm>
                        <a:off x="2667000" y="4268788"/>
                        <a:ext cx="2266950" cy="485775"/>
                      </a:xfrm>
                      <a:prstGeom prst="rect">
                        <a:avLst/>
                      </a:prstGeom>
                      <a:solidFill>
                        <a:schemeClr val="accent1"/>
                      </a:solidFill>
                      <a:ln w="38100">
                        <a:noFill/>
                        <a:miter/>
                      </a:ln>
                    </p:spPr>
                  </p:pic>
                </p:oleObj>
              </mc:Fallback>
            </mc:AlternateContent>
          </a:graphicData>
        </a:graphic>
      </p:graphicFrame>
      <p:graphicFrame>
        <p:nvGraphicFramePr>
          <p:cNvPr id="873484" name="Object 12"/>
          <p:cNvGraphicFramePr>
            <a:graphicFrameLocks noChangeAspect="1"/>
          </p:cNvGraphicFramePr>
          <p:nvPr/>
        </p:nvGraphicFramePr>
        <p:xfrm>
          <a:off x="2667000" y="4725988"/>
          <a:ext cx="2063750" cy="485775"/>
        </p:xfrm>
        <a:graphic>
          <a:graphicData uri="http://schemas.openxmlformats.org/presentationml/2006/ole">
            <mc:AlternateContent xmlns:mc="http://schemas.openxmlformats.org/markup-compatibility/2006">
              <mc:Choice xmlns:v="urn:schemas-microsoft-com:vml" Requires="v">
                <p:oleObj spid="_x0000_s3407" name="" r:id="rId11" imgW="774065" imgH="203200" progId="Equation.3">
                  <p:embed/>
                </p:oleObj>
              </mc:Choice>
              <mc:Fallback>
                <p:oleObj name="" r:id="rId11" imgW="774065" imgH="203200" progId="Equation.3">
                  <p:embed/>
                  <p:pic>
                    <p:nvPicPr>
                      <p:cNvPr id="0" name="图片 3406"/>
                      <p:cNvPicPr/>
                      <p:nvPr/>
                    </p:nvPicPr>
                    <p:blipFill>
                      <a:blip r:embed="rId12"/>
                      <a:stretch>
                        <a:fillRect/>
                      </a:stretch>
                    </p:blipFill>
                    <p:spPr>
                      <a:xfrm>
                        <a:off x="2667000" y="4725988"/>
                        <a:ext cx="2063750" cy="485775"/>
                      </a:xfrm>
                      <a:prstGeom prst="rect">
                        <a:avLst/>
                      </a:prstGeom>
                      <a:solidFill>
                        <a:schemeClr val="accent1"/>
                      </a:solidFill>
                      <a:ln w="38100">
                        <a:noFill/>
                        <a:miter/>
                      </a:ln>
                    </p:spPr>
                  </p:pic>
                </p:oleObj>
              </mc:Fallback>
            </mc:AlternateContent>
          </a:graphicData>
        </a:graphic>
      </p:graphicFrame>
      <p:sp>
        <p:nvSpPr>
          <p:cNvPr id="873485" name="Text Box 13"/>
          <p:cNvSpPr txBox="1"/>
          <p:nvPr/>
        </p:nvSpPr>
        <p:spPr>
          <a:xfrm>
            <a:off x="539750" y="5792788"/>
            <a:ext cx="5472113"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三者之间构成一个直角三角形，称为</a:t>
            </a:r>
            <a:r>
              <a:rPr lang="zh-CN" altLang="en-US" sz="2800" b="1" dirty="0">
                <a:solidFill>
                  <a:schemeClr val="accent2"/>
                </a:solidFill>
                <a:latin typeface="Times New Roman" panose="02020603050405020304" pitchFamily="18" charset="0"/>
                <a:ea typeface="华文中宋" panose="02010600040101010101" pitchFamily="2" charset="-122"/>
              </a:rPr>
              <a:t>功率三角形</a:t>
            </a:r>
            <a:r>
              <a:rPr lang="zh-CN" altLang="en-US" sz="2800" b="1" dirty="0">
                <a:latin typeface="Times New Roman" panose="02020603050405020304" pitchFamily="18" charset="0"/>
                <a:ea typeface="华文中宋" panose="02010600040101010101" pitchFamily="2" charset="-122"/>
              </a:rPr>
              <a:t>。见右图</a:t>
            </a:r>
            <a:endParaRPr lang="zh-CN" altLang="en-US" sz="2800" b="1" dirty="0">
              <a:latin typeface="Times New Roman" panose="02020603050405020304" pitchFamily="18" charset="0"/>
              <a:ea typeface="华文中宋" panose="02010600040101010101" pitchFamily="2" charset="-122"/>
            </a:endParaRPr>
          </a:p>
        </p:txBody>
      </p:sp>
      <p:grpSp>
        <p:nvGrpSpPr>
          <p:cNvPr id="2" name="Group 14"/>
          <p:cNvGrpSpPr/>
          <p:nvPr/>
        </p:nvGrpSpPr>
        <p:grpSpPr>
          <a:xfrm>
            <a:off x="6311900" y="4405313"/>
            <a:ext cx="2146300" cy="2019300"/>
            <a:chOff x="3784" y="2678"/>
            <a:chExt cx="1352" cy="1272"/>
          </a:xfrm>
        </p:grpSpPr>
        <p:sp>
          <p:nvSpPr>
            <p:cNvPr id="87055" name="Line 15"/>
            <p:cNvSpPr/>
            <p:nvPr/>
          </p:nvSpPr>
          <p:spPr>
            <a:xfrm>
              <a:off x="3792" y="3936"/>
              <a:ext cx="1004" cy="0"/>
            </a:xfrm>
            <a:prstGeom prst="line">
              <a:avLst/>
            </a:prstGeom>
            <a:ln w="38100" cap="flat" cmpd="sng">
              <a:solidFill>
                <a:srgbClr val="000000"/>
              </a:solidFill>
              <a:prstDash val="solid"/>
              <a:headEnd type="none" w="med" len="med"/>
              <a:tailEnd type="none" w="med" len="med"/>
            </a:ln>
          </p:spPr>
        </p:sp>
        <p:sp>
          <p:nvSpPr>
            <p:cNvPr id="87056" name="Line 16"/>
            <p:cNvSpPr/>
            <p:nvPr/>
          </p:nvSpPr>
          <p:spPr>
            <a:xfrm>
              <a:off x="4796" y="2678"/>
              <a:ext cx="0" cy="1272"/>
            </a:xfrm>
            <a:prstGeom prst="line">
              <a:avLst/>
            </a:prstGeom>
            <a:ln w="38100" cap="flat" cmpd="sng">
              <a:solidFill>
                <a:srgbClr val="000000"/>
              </a:solidFill>
              <a:prstDash val="solid"/>
              <a:headEnd type="none" w="med" len="med"/>
              <a:tailEnd type="none" w="med" len="med"/>
            </a:ln>
          </p:spPr>
        </p:sp>
        <p:sp>
          <p:nvSpPr>
            <p:cNvPr id="87057" name="Line 17"/>
            <p:cNvSpPr/>
            <p:nvPr/>
          </p:nvSpPr>
          <p:spPr>
            <a:xfrm flipH="1">
              <a:off x="3784" y="2682"/>
              <a:ext cx="1007" cy="1254"/>
            </a:xfrm>
            <a:prstGeom prst="line">
              <a:avLst/>
            </a:prstGeom>
            <a:ln w="38100" cap="flat" cmpd="sng">
              <a:solidFill>
                <a:srgbClr val="000000"/>
              </a:solidFill>
              <a:prstDash val="solid"/>
              <a:headEnd type="none" w="med" len="med"/>
              <a:tailEnd type="none" w="med" len="med"/>
            </a:ln>
          </p:spPr>
        </p:sp>
        <p:sp>
          <p:nvSpPr>
            <p:cNvPr id="87058" name="Text Box 18"/>
            <p:cNvSpPr txBox="1"/>
            <p:nvPr/>
          </p:nvSpPr>
          <p:spPr>
            <a:xfrm>
              <a:off x="4080" y="2976"/>
              <a:ext cx="384"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S</a:t>
              </a:r>
              <a:endParaRPr lang="en-US" altLang="zh-CN" sz="2800" b="1" i="1" dirty="0">
                <a:latin typeface="Times New Roman" panose="02020603050405020304" pitchFamily="18" charset="0"/>
                <a:ea typeface="华文中宋" panose="02010600040101010101" pitchFamily="2" charset="-122"/>
              </a:endParaRPr>
            </a:p>
          </p:txBody>
        </p:sp>
        <p:sp>
          <p:nvSpPr>
            <p:cNvPr id="87059" name="Text Box 19"/>
            <p:cNvSpPr txBox="1"/>
            <p:nvPr/>
          </p:nvSpPr>
          <p:spPr>
            <a:xfrm>
              <a:off x="4464" y="3600"/>
              <a:ext cx="57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P</a:t>
              </a:r>
              <a:endParaRPr lang="en-US" altLang="zh-CN" sz="2800" b="1" i="1" dirty="0">
                <a:latin typeface="Times New Roman" panose="02020603050405020304" pitchFamily="18" charset="0"/>
                <a:ea typeface="华文中宋" panose="02010600040101010101" pitchFamily="2" charset="-122"/>
              </a:endParaRPr>
            </a:p>
          </p:txBody>
        </p:sp>
        <p:sp>
          <p:nvSpPr>
            <p:cNvPr id="87060" name="Text Box 20"/>
            <p:cNvSpPr txBox="1"/>
            <p:nvPr/>
          </p:nvSpPr>
          <p:spPr>
            <a:xfrm>
              <a:off x="4848" y="3120"/>
              <a:ext cx="288"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Q</a:t>
              </a:r>
              <a:endParaRPr lang="en-US" altLang="zh-CN" sz="2800" b="1" i="1" dirty="0">
                <a:latin typeface="Times New Roman" panose="02020603050405020304" pitchFamily="18" charset="0"/>
                <a:ea typeface="华文中宋" panose="02010600040101010101" pitchFamily="2" charset="-122"/>
              </a:endParaRPr>
            </a:p>
          </p:txBody>
        </p:sp>
        <p:sp>
          <p:nvSpPr>
            <p:cNvPr id="87061" name="Arc 21"/>
            <p:cNvSpPr/>
            <p:nvPr/>
          </p:nvSpPr>
          <p:spPr>
            <a:xfrm>
              <a:off x="3936" y="3744"/>
              <a:ext cx="144" cy="179"/>
            </a:xfrm>
            <a:custGeom>
              <a:avLst/>
              <a:gdLst>
                <a:gd name="txL" fmla="*/ 0 w 21600"/>
                <a:gd name="txT" fmla="*/ 0 h 26839"/>
                <a:gd name="txR" fmla="*/ 21600 w 21600"/>
                <a:gd name="txB" fmla="*/ 26839 h 26839"/>
              </a:gdLst>
              <a:ahLst/>
              <a:cxnLst>
                <a:cxn ang="0">
                  <a:pos x="0" y="0"/>
                </a:cxn>
                <a:cxn ang="0">
                  <a:pos x="0" y="0"/>
                </a:cxn>
                <a:cxn ang="0">
                  <a:pos x="0" y="0"/>
                </a:cxn>
              </a:cxnLst>
              <a:rect l="txL" t="txT" r="txR" b="txB"/>
              <a:pathLst>
                <a:path w="21600" h="26839" fill="none">
                  <a:moveTo>
                    <a:pt x="-1" y="0"/>
                  </a:moveTo>
                  <a:cubicBezTo>
                    <a:pt x="11929" y="0"/>
                    <a:pt x="21600" y="9670"/>
                    <a:pt x="21600" y="21600"/>
                  </a:cubicBezTo>
                  <a:cubicBezTo>
                    <a:pt x="21600" y="23366"/>
                    <a:pt x="21383" y="25125"/>
                    <a:pt x="20955" y="26839"/>
                  </a:cubicBezTo>
                </a:path>
                <a:path w="21600" h="26839" stroke="0">
                  <a:moveTo>
                    <a:pt x="-1" y="0"/>
                  </a:moveTo>
                  <a:cubicBezTo>
                    <a:pt x="11929" y="0"/>
                    <a:pt x="21600" y="9670"/>
                    <a:pt x="21600" y="21600"/>
                  </a:cubicBezTo>
                  <a:cubicBezTo>
                    <a:pt x="21600" y="23366"/>
                    <a:pt x="21383" y="25125"/>
                    <a:pt x="20955" y="26839"/>
                  </a:cubicBezTo>
                  <a:lnTo>
                    <a:pt x="0" y="21600"/>
                  </a:lnTo>
                  <a:lnTo>
                    <a:pt x="-1" y="0"/>
                  </a:lnTo>
                  <a:close/>
                </a:path>
              </a:pathLst>
            </a:custGeom>
            <a:no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87062" name="Text Box 22"/>
            <p:cNvSpPr txBox="1"/>
            <p:nvPr/>
          </p:nvSpPr>
          <p:spPr>
            <a:xfrm>
              <a:off x="4032" y="3504"/>
              <a:ext cx="24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i="1" dirty="0">
                  <a:latin typeface="Times New Roman" panose="02020603050405020304" pitchFamily="18" charset="0"/>
                  <a:ea typeface="华文中宋" panose="02010600040101010101" pitchFamily="2" charset="-122"/>
                </a:rPr>
                <a:t>φ</a:t>
              </a:r>
              <a:endParaRPr lang="en-US" altLang="zh-CN" sz="28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3478"/>
                                        </p:tgtEl>
                                        <p:attrNameLst>
                                          <p:attrName>style.visibility</p:attrName>
                                        </p:attrNameLst>
                                      </p:cBhvr>
                                      <p:to>
                                        <p:strVal val="visible"/>
                                      </p:to>
                                    </p:set>
                                    <p:animEffect transition="in" filter="wipe(left)">
                                      <p:cBhvr>
                                        <p:cTn id="7" dur="500"/>
                                        <p:tgtEl>
                                          <p:spTgt spid="87347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73480"/>
                                        </p:tgtEl>
                                        <p:attrNameLst>
                                          <p:attrName>style.visibility</p:attrName>
                                        </p:attrNameLst>
                                      </p:cBhvr>
                                      <p:to>
                                        <p:strVal val="visible"/>
                                      </p:to>
                                    </p:set>
                                    <p:animEffect transition="in" filter="wipe(left)">
                                      <p:cBhvr>
                                        <p:cTn id="11" dur="500"/>
                                        <p:tgtEl>
                                          <p:spTgt spid="8734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73479"/>
                                        </p:tgtEl>
                                        <p:attrNameLst>
                                          <p:attrName>style.visibility</p:attrName>
                                        </p:attrNameLst>
                                      </p:cBhvr>
                                      <p:to>
                                        <p:strVal val="visible"/>
                                      </p:to>
                                    </p:set>
                                    <p:animEffect transition="in" filter="wipe(left)">
                                      <p:cBhvr>
                                        <p:cTn id="16" dur="500"/>
                                        <p:tgtEl>
                                          <p:spTgt spid="87347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73481"/>
                                        </p:tgtEl>
                                        <p:attrNameLst>
                                          <p:attrName>style.visibility</p:attrName>
                                        </p:attrNameLst>
                                      </p:cBhvr>
                                      <p:to>
                                        <p:strVal val="visible"/>
                                      </p:to>
                                    </p:set>
                                    <p:animEffect transition="in" filter="wipe(left)">
                                      <p:cBhvr>
                                        <p:cTn id="20" dur="500"/>
                                        <p:tgtEl>
                                          <p:spTgt spid="87348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73475"/>
                                        </p:tgtEl>
                                        <p:attrNameLst>
                                          <p:attrName>style.visibility</p:attrName>
                                        </p:attrNameLst>
                                      </p:cBhvr>
                                      <p:to>
                                        <p:strVal val="visible"/>
                                      </p:to>
                                    </p:set>
                                    <p:animEffect transition="in" filter="wipe(left)">
                                      <p:cBhvr>
                                        <p:cTn id="25" dur="500"/>
                                        <p:tgtEl>
                                          <p:spTgt spid="873475"/>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873476"/>
                                        </p:tgtEl>
                                        <p:attrNameLst>
                                          <p:attrName>style.visibility</p:attrName>
                                        </p:attrNameLst>
                                      </p:cBhvr>
                                      <p:to>
                                        <p:strVal val="visible"/>
                                      </p:to>
                                    </p:set>
                                    <p:animEffect transition="in" filter="wipe(left)">
                                      <p:cBhvr>
                                        <p:cTn id="29" dur="500"/>
                                        <p:tgtEl>
                                          <p:spTgt spid="87347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73477"/>
                                        </p:tgtEl>
                                        <p:attrNameLst>
                                          <p:attrName>style.visibility</p:attrName>
                                        </p:attrNameLst>
                                      </p:cBhvr>
                                      <p:to>
                                        <p:strVal val="visible"/>
                                      </p:to>
                                    </p:set>
                                    <p:animEffect transition="in" filter="wipe(left)">
                                      <p:cBhvr>
                                        <p:cTn id="34" dur="500"/>
                                        <p:tgtEl>
                                          <p:spTgt spid="873477"/>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873483"/>
                                        </p:tgtEl>
                                        <p:attrNameLst>
                                          <p:attrName>style.visibility</p:attrName>
                                        </p:attrNameLst>
                                      </p:cBhvr>
                                      <p:to>
                                        <p:strVal val="visible"/>
                                      </p:to>
                                    </p:set>
                                    <p:animEffect transition="in" filter="wipe(left)">
                                      <p:cBhvr>
                                        <p:cTn id="38" dur="500"/>
                                        <p:tgtEl>
                                          <p:spTgt spid="873483"/>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873484"/>
                                        </p:tgtEl>
                                        <p:attrNameLst>
                                          <p:attrName>style.visibility</p:attrName>
                                        </p:attrNameLst>
                                      </p:cBhvr>
                                      <p:to>
                                        <p:strVal val="visible"/>
                                      </p:to>
                                    </p:set>
                                    <p:animEffect transition="in" filter="wipe(left)">
                                      <p:cBhvr>
                                        <p:cTn id="42" dur="500"/>
                                        <p:tgtEl>
                                          <p:spTgt spid="873484"/>
                                        </p:tgtEl>
                                      </p:cBhvr>
                                    </p:animEffect>
                                  </p:childTnLst>
                                </p:cTn>
                              </p:par>
                            </p:childTnLst>
                          </p:cTn>
                        </p:par>
                        <p:par>
                          <p:cTn id="43" fill="hold">
                            <p:stCondLst>
                              <p:cond delay="1500"/>
                            </p:stCondLst>
                            <p:childTnLst>
                              <p:par>
                                <p:cTn id="44" presetID="22" presetClass="entr" presetSubtype="8" fill="hold" nodeType="afterEffect">
                                  <p:stCondLst>
                                    <p:cond delay="0"/>
                                  </p:stCondLst>
                                  <p:childTnLst>
                                    <p:set>
                                      <p:cBhvr>
                                        <p:cTn id="45" dur="1" fill="hold">
                                          <p:stCondLst>
                                            <p:cond delay="0"/>
                                          </p:stCondLst>
                                        </p:cTn>
                                        <p:tgtEl>
                                          <p:spTgt spid="873482"/>
                                        </p:tgtEl>
                                        <p:attrNameLst>
                                          <p:attrName>style.visibility</p:attrName>
                                        </p:attrNameLst>
                                      </p:cBhvr>
                                      <p:to>
                                        <p:strVal val="visible"/>
                                      </p:to>
                                    </p:set>
                                    <p:animEffect transition="in" filter="wipe(left)">
                                      <p:cBhvr>
                                        <p:cTn id="46" dur="500"/>
                                        <p:tgtEl>
                                          <p:spTgt spid="87348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73485"/>
                                        </p:tgtEl>
                                        <p:attrNameLst>
                                          <p:attrName>style.visibility</p:attrName>
                                        </p:attrNameLst>
                                      </p:cBhvr>
                                      <p:to>
                                        <p:strVal val="visible"/>
                                      </p:to>
                                    </p:set>
                                    <p:animEffect transition="in" filter="wipe(left)">
                                      <p:cBhvr>
                                        <p:cTn id="51" dur="500"/>
                                        <p:tgtEl>
                                          <p:spTgt spid="873485"/>
                                        </p:tgtEl>
                                      </p:cBhvr>
                                    </p:animEffect>
                                  </p:childTnLst>
                                </p:cTn>
                              </p:par>
                            </p:childTnLst>
                          </p:cTn>
                        </p:par>
                        <p:par>
                          <p:cTn id="52" fill="hold">
                            <p:stCondLst>
                              <p:cond delay="500"/>
                            </p:stCondLst>
                            <p:childTnLst>
                              <p:par>
                                <p:cTn id="53" presetID="23" presetClass="entr" presetSubtype="16"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p:cTn id="55" dur="500" fill="hold"/>
                                        <p:tgtEl>
                                          <p:spTgt spid="2"/>
                                        </p:tgtEl>
                                        <p:attrNameLst>
                                          <p:attrName>ppt_w</p:attrName>
                                        </p:attrNameLst>
                                      </p:cBhvr>
                                      <p:tavLst>
                                        <p:tav tm="0">
                                          <p:val>
                                            <p:fltVal val="0.000000"/>
                                          </p:val>
                                        </p:tav>
                                        <p:tav tm="100000">
                                          <p:val>
                                            <p:strVal val="#ppt_w"/>
                                          </p:val>
                                        </p:tav>
                                      </p:tavLst>
                                    </p:anim>
                                    <p:anim calcmode="lin" valueType="num">
                                      <p:cBhvr>
                                        <p:cTn id="56"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475" grpId="0"/>
      <p:bldP spid="873477" grpId="0"/>
      <p:bldP spid="873478" grpId="0"/>
      <p:bldP spid="873479" grpId="0"/>
      <p:bldP spid="87348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74499" name="Text Box 3"/>
          <p:cNvSpPr txBox="1"/>
          <p:nvPr/>
        </p:nvSpPr>
        <p:spPr>
          <a:xfrm>
            <a:off x="381000" y="530225"/>
            <a:ext cx="85344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可以证明，</a:t>
            </a:r>
            <a:r>
              <a:rPr lang="zh-CN" altLang="en-US" sz="2800" b="1" dirty="0">
                <a:solidFill>
                  <a:schemeClr val="accent2"/>
                </a:solidFill>
                <a:latin typeface="Times New Roman" panose="02020603050405020304" pitchFamily="18" charset="0"/>
                <a:ea typeface="华文中宋" panose="02010600040101010101" pitchFamily="2" charset="-122"/>
              </a:rPr>
              <a:t>在电路中平均功率是守恒的，无功功率也是守恒的，而视在功率是不守恒的</a:t>
            </a:r>
            <a:r>
              <a:rPr lang="zh-CN" altLang="en-US" sz="2800" b="1" dirty="0">
                <a:latin typeface="Times New Roman" panose="02020603050405020304" pitchFamily="18" charset="0"/>
                <a:ea typeface="华文中宋" panose="02010600040101010101" pitchFamily="2" charset="-122"/>
              </a:rPr>
              <a:t>。</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4535" name="Object 39"/>
          <p:cNvGraphicFramePr>
            <a:graphicFrameLocks noChangeAspect="1"/>
          </p:cNvGraphicFramePr>
          <p:nvPr/>
        </p:nvGraphicFramePr>
        <p:xfrm>
          <a:off x="3203575" y="1749425"/>
          <a:ext cx="2160588" cy="1068388"/>
        </p:xfrm>
        <a:graphic>
          <a:graphicData uri="http://schemas.openxmlformats.org/presentationml/2006/ole">
            <mc:AlternateContent xmlns:mc="http://schemas.openxmlformats.org/markup-compatibility/2006">
              <mc:Choice xmlns:v="urn:schemas-microsoft-com:vml" Requires="v">
                <p:oleObj spid="_x0000_s3406" name="" r:id="rId1" imgW="622300" imgH="342900" progId="Equation.DSMT4">
                  <p:embed/>
                </p:oleObj>
              </mc:Choice>
              <mc:Fallback>
                <p:oleObj name="" r:id="rId1" imgW="622300" imgH="342900" progId="Equation.DSMT4">
                  <p:embed/>
                  <p:pic>
                    <p:nvPicPr>
                      <p:cNvPr id="0" name="图片 3405"/>
                      <p:cNvPicPr/>
                      <p:nvPr/>
                    </p:nvPicPr>
                    <p:blipFill>
                      <a:blip r:embed="rId2"/>
                      <a:stretch>
                        <a:fillRect/>
                      </a:stretch>
                    </p:blipFill>
                    <p:spPr>
                      <a:xfrm>
                        <a:off x="3203575" y="1749425"/>
                        <a:ext cx="2160588" cy="1068388"/>
                      </a:xfrm>
                      <a:prstGeom prst="rect">
                        <a:avLst/>
                      </a:prstGeom>
                      <a:solidFill>
                        <a:srgbClr val="FFFF99"/>
                      </a:solidFill>
                      <a:ln w="38100">
                        <a:noFill/>
                        <a:miter/>
                      </a:ln>
                    </p:spPr>
                  </p:pic>
                </p:oleObj>
              </mc:Fallback>
            </mc:AlternateContent>
          </a:graphicData>
        </a:graphic>
      </p:graphicFrame>
      <p:graphicFrame>
        <p:nvGraphicFramePr>
          <p:cNvPr id="874536" name="Object 40"/>
          <p:cNvGraphicFramePr>
            <a:graphicFrameLocks noChangeAspect="1"/>
          </p:cNvGraphicFramePr>
          <p:nvPr/>
        </p:nvGraphicFramePr>
        <p:xfrm>
          <a:off x="3259138" y="3425825"/>
          <a:ext cx="2249487" cy="1047750"/>
        </p:xfrm>
        <a:graphic>
          <a:graphicData uri="http://schemas.openxmlformats.org/presentationml/2006/ole">
            <mc:AlternateContent xmlns:mc="http://schemas.openxmlformats.org/markup-compatibility/2006">
              <mc:Choice xmlns:v="urn:schemas-microsoft-com:vml" Requires="v">
                <p:oleObj spid="_x0000_s3409" name="" r:id="rId3" imgW="660400" imgH="342900" progId="Equation.DSMT4">
                  <p:embed/>
                </p:oleObj>
              </mc:Choice>
              <mc:Fallback>
                <p:oleObj name="" r:id="rId3" imgW="660400" imgH="342900" progId="Equation.DSMT4">
                  <p:embed/>
                  <p:pic>
                    <p:nvPicPr>
                      <p:cNvPr id="0" name="图片 3408"/>
                      <p:cNvPicPr/>
                      <p:nvPr/>
                    </p:nvPicPr>
                    <p:blipFill>
                      <a:blip r:embed="rId4"/>
                      <a:stretch>
                        <a:fillRect/>
                      </a:stretch>
                    </p:blipFill>
                    <p:spPr>
                      <a:xfrm>
                        <a:off x="3259138" y="3425825"/>
                        <a:ext cx="2249487" cy="1047750"/>
                      </a:xfrm>
                      <a:prstGeom prst="rect">
                        <a:avLst/>
                      </a:prstGeom>
                      <a:solidFill>
                        <a:srgbClr val="FFFF99"/>
                      </a:solidFill>
                      <a:ln w="9525" cap="flat" cmpd="sng">
                        <a:solidFill>
                          <a:srgbClr val="FFFF99"/>
                        </a:solidFill>
                        <a:prstDash val="solid"/>
                        <a:miter/>
                        <a:headEnd type="none" w="med" len="med"/>
                        <a:tailEnd type="none" w="med" len="med"/>
                      </a:ln>
                    </p:spPr>
                  </p:pic>
                </p:oleObj>
              </mc:Fallback>
            </mc:AlternateContent>
          </a:graphicData>
        </a:graphic>
      </p:graphicFrame>
      <p:graphicFrame>
        <p:nvGraphicFramePr>
          <p:cNvPr id="874537" name="Object 41"/>
          <p:cNvGraphicFramePr>
            <a:graphicFrameLocks noChangeAspect="1"/>
          </p:cNvGraphicFramePr>
          <p:nvPr/>
        </p:nvGraphicFramePr>
        <p:xfrm>
          <a:off x="3260725" y="5102225"/>
          <a:ext cx="2247900" cy="1112838"/>
        </p:xfrm>
        <a:graphic>
          <a:graphicData uri="http://schemas.openxmlformats.org/presentationml/2006/ole">
            <mc:AlternateContent xmlns:mc="http://schemas.openxmlformats.org/markup-compatibility/2006">
              <mc:Choice xmlns:v="urn:schemas-microsoft-com:vml" Requires="v">
                <p:oleObj spid="_x0000_s3410" name="" r:id="rId5" imgW="622300" imgH="342900" progId="Equation.DSMT4">
                  <p:embed/>
                </p:oleObj>
              </mc:Choice>
              <mc:Fallback>
                <p:oleObj name="" r:id="rId5" imgW="622300" imgH="342900" progId="Equation.DSMT4">
                  <p:embed/>
                  <p:pic>
                    <p:nvPicPr>
                      <p:cNvPr id="0" name="图片 3409"/>
                      <p:cNvPicPr/>
                      <p:nvPr/>
                    </p:nvPicPr>
                    <p:blipFill>
                      <a:blip r:embed="rId6"/>
                      <a:stretch>
                        <a:fillRect/>
                      </a:stretch>
                    </p:blipFill>
                    <p:spPr>
                      <a:xfrm>
                        <a:off x="3260725" y="5102225"/>
                        <a:ext cx="2247900" cy="1112838"/>
                      </a:xfrm>
                      <a:prstGeom prst="rect">
                        <a:avLst/>
                      </a:prstGeom>
                      <a:solidFill>
                        <a:srgbClr val="FFFF99"/>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4499"/>
                                        </p:tgtEl>
                                        <p:attrNameLst>
                                          <p:attrName>style.visibility</p:attrName>
                                        </p:attrNameLst>
                                      </p:cBhvr>
                                      <p:to>
                                        <p:strVal val="visible"/>
                                      </p:to>
                                    </p:set>
                                    <p:animEffect transition="in" filter="blinds(horizontal)">
                                      <p:cBhvr>
                                        <p:cTn id="7" dur="500"/>
                                        <p:tgtEl>
                                          <p:spTgt spid="8744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4535"/>
                                        </p:tgtEl>
                                        <p:attrNameLst>
                                          <p:attrName>style.visibility</p:attrName>
                                        </p:attrNameLst>
                                      </p:cBhvr>
                                      <p:to>
                                        <p:strVal val="visible"/>
                                      </p:to>
                                    </p:set>
                                    <p:animEffect transition="in" filter="wipe(left)">
                                      <p:cBhvr>
                                        <p:cTn id="12" dur="500"/>
                                        <p:tgtEl>
                                          <p:spTgt spid="87453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74536"/>
                                        </p:tgtEl>
                                        <p:attrNameLst>
                                          <p:attrName>style.visibility</p:attrName>
                                        </p:attrNameLst>
                                      </p:cBhvr>
                                      <p:to>
                                        <p:strVal val="visible"/>
                                      </p:to>
                                    </p:set>
                                    <p:animEffect transition="in" filter="wipe(left)">
                                      <p:cBhvr>
                                        <p:cTn id="16" dur="500"/>
                                        <p:tgtEl>
                                          <p:spTgt spid="874536"/>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874537"/>
                                        </p:tgtEl>
                                        <p:attrNameLst>
                                          <p:attrName>style.visibility</p:attrName>
                                        </p:attrNameLst>
                                      </p:cBhvr>
                                      <p:to>
                                        <p:strVal val="visible"/>
                                      </p:to>
                                    </p:set>
                                    <p:animEffect transition="in" filter="wipe(left)">
                                      <p:cBhvr>
                                        <p:cTn id="20" dur="500"/>
                                        <p:tgtEl>
                                          <p:spTgt spid="874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49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62563" name="Rectangle 3"/>
          <p:cNvSpPr>
            <a:spLocks noChangeArrowheads="1"/>
          </p:cNvSpPr>
          <p:nvPr/>
        </p:nvSpPr>
        <p:spPr bwMode="auto">
          <a:xfrm>
            <a:off x="381000" y="549275"/>
            <a:ext cx="8458200" cy="16303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10000"/>
              </a:spcBef>
              <a:spcAft>
                <a:spcPct val="0"/>
              </a:spcAft>
              <a:buClrTx/>
              <a:buSzTx/>
              <a:buFontTx/>
              <a:buNone/>
              <a:defRPr/>
            </a:pP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8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3-13]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图中电路，</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=240V,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=28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Ω</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8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=96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Ω</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=48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Ω</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X</a:t>
            </a:r>
            <a:r>
              <a:rPr kumimoji="1" lang="en-US" altLang="zh-CN" sz="28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=64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Ω</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。求各支路及总的</a:t>
            </a: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平均功率、无功功率和视在功率。</a:t>
            </a: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p:nvPr/>
        </p:nvGrpSpPr>
        <p:grpSpPr>
          <a:xfrm>
            <a:off x="5651500" y="2636838"/>
            <a:ext cx="3276600" cy="2438400"/>
            <a:chOff x="3504" y="1920"/>
            <a:chExt cx="2064" cy="1536"/>
          </a:xfrm>
        </p:grpSpPr>
        <p:grpSp>
          <p:nvGrpSpPr>
            <p:cNvPr id="89096" name="Group 5"/>
            <p:cNvGrpSpPr/>
            <p:nvPr/>
          </p:nvGrpSpPr>
          <p:grpSpPr>
            <a:xfrm>
              <a:off x="3658" y="2184"/>
              <a:ext cx="1526" cy="1272"/>
              <a:chOff x="2692" y="4362"/>
              <a:chExt cx="3815" cy="3181"/>
            </a:xfrm>
          </p:grpSpPr>
          <p:sp>
            <p:nvSpPr>
              <p:cNvPr id="89105" name="Line 6"/>
              <p:cNvSpPr/>
              <p:nvPr/>
            </p:nvSpPr>
            <p:spPr>
              <a:xfrm flipV="1">
                <a:off x="4468" y="5891"/>
                <a:ext cx="0" cy="1650"/>
              </a:xfrm>
              <a:prstGeom prst="line">
                <a:avLst/>
              </a:prstGeom>
              <a:ln w="38100" cap="flat" cmpd="sng">
                <a:solidFill>
                  <a:srgbClr val="000000"/>
                </a:solidFill>
                <a:prstDash val="solid"/>
                <a:headEnd type="none" w="med" len="med"/>
                <a:tailEnd type="none" w="med" len="med"/>
              </a:ln>
            </p:spPr>
          </p:sp>
          <p:sp>
            <p:nvSpPr>
              <p:cNvPr id="89106" name="Oval 7"/>
              <p:cNvSpPr/>
              <p:nvPr/>
            </p:nvSpPr>
            <p:spPr>
              <a:xfrm flipV="1">
                <a:off x="4303" y="6848"/>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9107" name="Oval 8"/>
              <p:cNvSpPr/>
              <p:nvPr/>
            </p:nvSpPr>
            <p:spPr>
              <a:xfrm flipV="1">
                <a:off x="4303" y="6639"/>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9108" name="Oval 9"/>
              <p:cNvSpPr/>
              <p:nvPr/>
            </p:nvSpPr>
            <p:spPr>
              <a:xfrm flipV="1">
                <a:off x="4303" y="6429"/>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9109" name="Rectangle 10"/>
              <p:cNvSpPr/>
              <p:nvPr/>
            </p:nvSpPr>
            <p:spPr>
              <a:xfrm flipV="1">
                <a:off x="4230" y="6397"/>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9110" name="Line 11"/>
              <p:cNvSpPr/>
              <p:nvPr/>
            </p:nvSpPr>
            <p:spPr>
              <a:xfrm flipH="1" flipV="1">
                <a:off x="6361" y="4753"/>
                <a:ext cx="0" cy="1974"/>
              </a:xfrm>
              <a:prstGeom prst="line">
                <a:avLst/>
              </a:prstGeom>
              <a:ln w="38100" cap="flat" cmpd="sng">
                <a:solidFill>
                  <a:srgbClr val="000000"/>
                </a:solidFill>
                <a:prstDash val="solid"/>
                <a:headEnd type="none" w="med" len="med"/>
                <a:tailEnd type="none" w="med" len="med"/>
              </a:ln>
            </p:spPr>
          </p:sp>
          <p:sp>
            <p:nvSpPr>
              <p:cNvPr id="89111" name="Rectangle 12"/>
              <p:cNvSpPr/>
              <p:nvPr/>
            </p:nvSpPr>
            <p:spPr>
              <a:xfrm flipV="1">
                <a:off x="6243" y="534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89112" name="Line 13"/>
              <p:cNvSpPr/>
              <p:nvPr/>
            </p:nvSpPr>
            <p:spPr>
              <a:xfrm>
                <a:off x="2714" y="7541"/>
                <a:ext cx="3639" cy="2"/>
              </a:xfrm>
              <a:prstGeom prst="line">
                <a:avLst/>
              </a:prstGeom>
              <a:ln w="38100" cap="flat" cmpd="sng">
                <a:solidFill>
                  <a:srgbClr val="000000"/>
                </a:solidFill>
                <a:prstDash val="solid"/>
                <a:headEnd type="none" w="med" len="med"/>
                <a:tailEnd type="none" w="med" len="med"/>
              </a:ln>
            </p:spPr>
          </p:sp>
          <p:sp>
            <p:nvSpPr>
              <p:cNvPr id="89113" name="Line 14"/>
              <p:cNvSpPr/>
              <p:nvPr/>
            </p:nvSpPr>
            <p:spPr>
              <a:xfrm flipV="1">
                <a:off x="2692" y="4373"/>
                <a:ext cx="3661" cy="13"/>
              </a:xfrm>
              <a:prstGeom prst="line">
                <a:avLst/>
              </a:prstGeom>
              <a:ln w="38100" cap="flat" cmpd="sng">
                <a:solidFill>
                  <a:srgbClr val="000000"/>
                </a:solidFill>
                <a:prstDash val="solid"/>
                <a:headEnd type="none" w="med" len="med"/>
                <a:tailEnd type="none" w="med" len="med"/>
              </a:ln>
            </p:spPr>
          </p:sp>
          <p:sp>
            <p:nvSpPr>
              <p:cNvPr id="89114" name="Line 15"/>
              <p:cNvSpPr/>
              <p:nvPr/>
            </p:nvSpPr>
            <p:spPr>
              <a:xfrm rot="5400000" flipV="1">
                <a:off x="3493" y="4219"/>
                <a:ext cx="0" cy="308"/>
              </a:xfrm>
              <a:prstGeom prst="line">
                <a:avLst/>
              </a:prstGeom>
              <a:ln w="38100" cap="flat" cmpd="sng">
                <a:solidFill>
                  <a:srgbClr val="000000"/>
                </a:solidFill>
                <a:prstDash val="solid"/>
                <a:headEnd type="none" w="med" len="med"/>
                <a:tailEnd type="triangle" w="med" len="med"/>
              </a:ln>
            </p:spPr>
          </p:sp>
          <p:sp>
            <p:nvSpPr>
              <p:cNvPr id="89115" name="Line 16"/>
              <p:cNvSpPr/>
              <p:nvPr/>
            </p:nvSpPr>
            <p:spPr>
              <a:xfrm flipH="1">
                <a:off x="4472" y="4373"/>
                <a:ext cx="11" cy="528"/>
              </a:xfrm>
              <a:prstGeom prst="line">
                <a:avLst/>
              </a:prstGeom>
              <a:ln w="38100" cap="flat" cmpd="sng">
                <a:solidFill>
                  <a:srgbClr val="000000"/>
                </a:solidFill>
                <a:prstDash val="solid"/>
                <a:headEnd type="none" w="med" len="med"/>
                <a:tailEnd type="triangle" w="med" len="med"/>
              </a:ln>
            </p:spPr>
          </p:sp>
          <p:sp>
            <p:nvSpPr>
              <p:cNvPr id="89116" name="Line 17"/>
              <p:cNvSpPr/>
              <p:nvPr/>
            </p:nvSpPr>
            <p:spPr>
              <a:xfrm flipV="1">
                <a:off x="6342" y="7145"/>
                <a:ext cx="0" cy="363"/>
              </a:xfrm>
              <a:prstGeom prst="line">
                <a:avLst/>
              </a:prstGeom>
              <a:ln w="38100" cap="flat" cmpd="sng">
                <a:solidFill>
                  <a:srgbClr val="000000"/>
                </a:solidFill>
                <a:prstDash val="solid"/>
                <a:headEnd type="none" w="med" len="med"/>
                <a:tailEnd type="none" w="med" len="med"/>
              </a:ln>
            </p:spPr>
          </p:sp>
          <p:grpSp>
            <p:nvGrpSpPr>
              <p:cNvPr id="89117" name="Group 18"/>
              <p:cNvGrpSpPr/>
              <p:nvPr/>
            </p:nvGrpSpPr>
            <p:grpSpPr>
              <a:xfrm>
                <a:off x="4351" y="4483"/>
                <a:ext cx="223" cy="1974"/>
                <a:chOff x="4351" y="4483"/>
                <a:chExt cx="223" cy="1974"/>
              </a:xfrm>
            </p:grpSpPr>
            <p:sp>
              <p:nvSpPr>
                <p:cNvPr id="89124" name="Line 19"/>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89125" name="Rectangle 20"/>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89118" name="Group 21"/>
              <p:cNvGrpSpPr/>
              <p:nvPr/>
            </p:nvGrpSpPr>
            <p:grpSpPr>
              <a:xfrm>
                <a:off x="6188" y="6353"/>
                <a:ext cx="319" cy="1090"/>
                <a:chOff x="6188" y="6353"/>
                <a:chExt cx="319" cy="1090"/>
              </a:xfrm>
            </p:grpSpPr>
            <p:sp>
              <p:nvSpPr>
                <p:cNvPr id="89120" name="Line 22"/>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89121" name="Line 23"/>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89122" name="Line 24"/>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89123" name="Line 25"/>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89119" name="Line 26"/>
              <p:cNvSpPr/>
              <p:nvPr/>
            </p:nvSpPr>
            <p:spPr>
              <a:xfrm flipH="1">
                <a:off x="6331" y="4362"/>
                <a:ext cx="22" cy="583"/>
              </a:xfrm>
              <a:prstGeom prst="line">
                <a:avLst/>
              </a:prstGeom>
              <a:ln w="38100" cap="flat" cmpd="sng">
                <a:solidFill>
                  <a:srgbClr val="000000"/>
                </a:solidFill>
                <a:prstDash val="solid"/>
                <a:headEnd type="none" w="med" len="med"/>
                <a:tailEnd type="triangle" w="med" len="med"/>
              </a:ln>
            </p:spPr>
          </p:sp>
        </p:grpSp>
        <p:sp>
          <p:nvSpPr>
            <p:cNvPr id="89097" name="Text Box 27"/>
            <p:cNvSpPr txBox="1"/>
            <p:nvPr/>
          </p:nvSpPr>
          <p:spPr>
            <a:xfrm>
              <a:off x="3504" y="2304"/>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89098" name="Text Box 28"/>
            <p:cNvSpPr txBox="1"/>
            <p:nvPr/>
          </p:nvSpPr>
          <p:spPr>
            <a:xfrm>
              <a:off x="5184"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89099" name="Text Box 29"/>
            <p:cNvSpPr txBox="1"/>
            <p:nvPr/>
          </p:nvSpPr>
          <p:spPr>
            <a:xfrm>
              <a:off x="4512" y="3120"/>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89100" name="Text Box 30"/>
            <p:cNvSpPr txBox="1"/>
            <p:nvPr/>
          </p:nvSpPr>
          <p:spPr>
            <a:xfrm>
              <a:off x="4752" y="259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89101" name="Text Box 31"/>
            <p:cNvSpPr txBox="1"/>
            <p:nvPr/>
          </p:nvSpPr>
          <p:spPr>
            <a:xfrm>
              <a:off x="4032" y="1920"/>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89102" name="Text Box 32"/>
            <p:cNvSpPr txBox="1"/>
            <p:nvPr/>
          </p:nvSpPr>
          <p:spPr>
            <a:xfrm>
              <a:off x="4032" y="254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89103" name="Text Box 33"/>
            <p:cNvSpPr txBox="1"/>
            <p:nvPr/>
          </p:nvSpPr>
          <p:spPr>
            <a:xfrm>
              <a:off x="3984" y="302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89104" name="Text Box 34"/>
            <p:cNvSpPr txBox="1"/>
            <p:nvPr/>
          </p:nvSpPr>
          <p:spPr>
            <a:xfrm>
              <a:off x="4416"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grpSp>
      <p:sp>
        <p:nvSpPr>
          <p:cNvPr id="962595" name="Rectangle 35"/>
          <p:cNvSpPr>
            <a:spLocks noChangeArrowheads="1"/>
          </p:cNvSpPr>
          <p:nvPr/>
        </p:nvSpPr>
        <p:spPr bwMode="auto">
          <a:xfrm>
            <a:off x="457200" y="2466975"/>
            <a:ext cx="38100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各支路阻抗为</a:t>
            </a: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962596" name="Object 36"/>
          <p:cNvGraphicFramePr>
            <a:graphicFrameLocks noChangeAspect="1"/>
          </p:cNvGraphicFramePr>
          <p:nvPr/>
        </p:nvGraphicFramePr>
        <p:xfrm>
          <a:off x="1309688" y="3284538"/>
          <a:ext cx="3516312" cy="1338262"/>
        </p:xfrm>
        <a:graphic>
          <a:graphicData uri="http://schemas.openxmlformats.org/presentationml/2006/ole">
            <mc:AlternateContent xmlns:mc="http://schemas.openxmlformats.org/markup-compatibility/2006">
              <mc:Choice xmlns:v="urn:schemas-microsoft-com:vml" Requires="v">
                <p:oleObj spid="_x0000_s3412" name="" r:id="rId1" imgW="1320800" imgH="685800" progId="Equation.3">
                  <p:embed/>
                </p:oleObj>
              </mc:Choice>
              <mc:Fallback>
                <p:oleObj name="" r:id="rId1" imgW="1320800" imgH="685800" progId="Equation.3">
                  <p:embed/>
                  <p:pic>
                    <p:nvPicPr>
                      <p:cNvPr id="0" name="图片 3411"/>
                      <p:cNvPicPr/>
                      <p:nvPr/>
                    </p:nvPicPr>
                    <p:blipFill>
                      <a:blip r:embed="rId2"/>
                      <a:stretch>
                        <a:fillRect/>
                      </a:stretch>
                    </p:blipFill>
                    <p:spPr>
                      <a:xfrm>
                        <a:off x="1309688" y="3284538"/>
                        <a:ext cx="3516312" cy="1338262"/>
                      </a:xfrm>
                      <a:prstGeom prst="rect">
                        <a:avLst/>
                      </a:prstGeom>
                      <a:noFill/>
                      <a:ln w="38100">
                        <a:noFill/>
                        <a:miter/>
                      </a:ln>
                    </p:spPr>
                  </p:pic>
                </p:oleObj>
              </mc:Fallback>
            </mc:AlternateContent>
          </a:graphicData>
        </a:graphic>
      </p:graphicFrame>
      <p:graphicFrame>
        <p:nvGraphicFramePr>
          <p:cNvPr id="962597" name="Object 37"/>
          <p:cNvGraphicFramePr>
            <a:graphicFrameLocks noChangeAspect="1"/>
          </p:cNvGraphicFramePr>
          <p:nvPr/>
        </p:nvGraphicFramePr>
        <p:xfrm>
          <a:off x="1393825" y="4868863"/>
          <a:ext cx="3482975" cy="1338262"/>
        </p:xfrm>
        <a:graphic>
          <a:graphicData uri="http://schemas.openxmlformats.org/presentationml/2006/ole">
            <mc:AlternateContent xmlns:mc="http://schemas.openxmlformats.org/markup-compatibility/2006">
              <mc:Choice xmlns:v="urn:schemas-microsoft-com:vml" Requires="v">
                <p:oleObj spid="_x0000_s3413" name="" r:id="rId3" imgW="1308100" imgH="685800" progId="Equation.3">
                  <p:embed/>
                </p:oleObj>
              </mc:Choice>
              <mc:Fallback>
                <p:oleObj name="" r:id="rId3" imgW="1308100" imgH="685800" progId="Equation.3">
                  <p:embed/>
                  <p:pic>
                    <p:nvPicPr>
                      <p:cNvPr id="0" name="图片 3412"/>
                      <p:cNvPicPr/>
                      <p:nvPr/>
                    </p:nvPicPr>
                    <p:blipFill>
                      <a:blip r:embed="rId4"/>
                      <a:stretch>
                        <a:fillRect/>
                      </a:stretch>
                    </p:blipFill>
                    <p:spPr>
                      <a:xfrm>
                        <a:off x="1393825" y="4868863"/>
                        <a:ext cx="3482975" cy="13382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62563"/>
                                        </p:tgtEl>
                                        <p:attrNameLst>
                                          <p:attrName>style.visibility</p:attrName>
                                        </p:attrNameLst>
                                      </p:cBhvr>
                                      <p:to>
                                        <p:strVal val="visible"/>
                                      </p:to>
                                    </p:set>
                                    <p:animEffect transition="in" filter="blinds(horizontal)">
                                      <p:cBhvr>
                                        <p:cTn id="7" dur="500"/>
                                        <p:tgtEl>
                                          <p:spTgt spid="962563"/>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trips(downRigh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62595"/>
                                        </p:tgtEl>
                                        <p:attrNameLst>
                                          <p:attrName>style.visibility</p:attrName>
                                        </p:attrNameLst>
                                      </p:cBhvr>
                                      <p:to>
                                        <p:strVal val="visible"/>
                                      </p:to>
                                    </p:set>
                                    <p:animEffect transition="in" filter="wipe(left)">
                                      <p:cBhvr>
                                        <p:cTn id="16" dur="500"/>
                                        <p:tgtEl>
                                          <p:spTgt spid="962595"/>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962596"/>
                                        </p:tgtEl>
                                        <p:attrNameLst>
                                          <p:attrName>style.visibility</p:attrName>
                                        </p:attrNameLst>
                                      </p:cBhvr>
                                      <p:to>
                                        <p:strVal val="visible"/>
                                      </p:to>
                                    </p:set>
                                    <p:animEffect transition="in" filter="strips(downRight)">
                                      <p:cBhvr>
                                        <p:cTn id="21" dur="500"/>
                                        <p:tgtEl>
                                          <p:spTgt spid="962596"/>
                                        </p:tgtEl>
                                      </p:cBhvr>
                                    </p:animEffect>
                                  </p:childTnLst>
                                </p:cTn>
                              </p:par>
                            </p:childTnLst>
                          </p:cTn>
                        </p:par>
                        <p:par>
                          <p:cTn id="22" fill="hold">
                            <p:stCondLst>
                              <p:cond delay="500"/>
                            </p:stCondLst>
                            <p:childTnLst>
                              <p:par>
                                <p:cTn id="23" presetID="18" presetClass="entr" presetSubtype="6" fill="hold" nodeType="afterEffect">
                                  <p:stCondLst>
                                    <p:cond delay="0"/>
                                  </p:stCondLst>
                                  <p:childTnLst>
                                    <p:set>
                                      <p:cBhvr>
                                        <p:cTn id="24" dur="1" fill="hold">
                                          <p:stCondLst>
                                            <p:cond delay="0"/>
                                          </p:stCondLst>
                                        </p:cTn>
                                        <p:tgtEl>
                                          <p:spTgt spid="962597"/>
                                        </p:tgtEl>
                                        <p:attrNameLst>
                                          <p:attrName>style.visibility</p:attrName>
                                        </p:attrNameLst>
                                      </p:cBhvr>
                                      <p:to>
                                        <p:strVal val="visible"/>
                                      </p:to>
                                    </p:set>
                                    <p:animEffect transition="in" filter="strips(downRight)">
                                      <p:cBhvr>
                                        <p:cTn id="25" dur="500"/>
                                        <p:tgtEl>
                                          <p:spTgt spid="962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3" grpId="0"/>
      <p:bldP spid="96259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6083300" y="520700"/>
            <a:ext cx="3276600" cy="2438400"/>
            <a:chOff x="3504" y="1920"/>
            <a:chExt cx="2064" cy="1536"/>
          </a:xfrm>
        </p:grpSpPr>
        <p:grpSp>
          <p:nvGrpSpPr>
            <p:cNvPr id="90120" name="Group 4"/>
            <p:cNvGrpSpPr/>
            <p:nvPr/>
          </p:nvGrpSpPr>
          <p:grpSpPr>
            <a:xfrm>
              <a:off x="3658" y="2184"/>
              <a:ext cx="1526" cy="1272"/>
              <a:chOff x="2692" y="4362"/>
              <a:chExt cx="3815" cy="3181"/>
            </a:xfrm>
          </p:grpSpPr>
          <p:sp>
            <p:nvSpPr>
              <p:cNvPr id="90129" name="Line 5"/>
              <p:cNvSpPr/>
              <p:nvPr/>
            </p:nvSpPr>
            <p:spPr>
              <a:xfrm flipV="1">
                <a:off x="4468" y="5891"/>
                <a:ext cx="0" cy="1650"/>
              </a:xfrm>
              <a:prstGeom prst="line">
                <a:avLst/>
              </a:prstGeom>
              <a:ln w="38100" cap="flat" cmpd="sng">
                <a:solidFill>
                  <a:srgbClr val="000000"/>
                </a:solidFill>
                <a:prstDash val="solid"/>
                <a:headEnd type="none" w="med" len="med"/>
                <a:tailEnd type="none" w="med" len="med"/>
              </a:ln>
            </p:spPr>
          </p:sp>
          <p:sp>
            <p:nvSpPr>
              <p:cNvPr id="90130" name="Oval 6"/>
              <p:cNvSpPr/>
              <p:nvPr/>
            </p:nvSpPr>
            <p:spPr>
              <a:xfrm flipV="1">
                <a:off x="4303" y="6848"/>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0131" name="Oval 7"/>
              <p:cNvSpPr/>
              <p:nvPr/>
            </p:nvSpPr>
            <p:spPr>
              <a:xfrm flipV="1">
                <a:off x="4303" y="6639"/>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0132" name="Oval 8"/>
              <p:cNvSpPr/>
              <p:nvPr/>
            </p:nvSpPr>
            <p:spPr>
              <a:xfrm flipV="1">
                <a:off x="4303" y="6429"/>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0133" name="Rectangle 9"/>
              <p:cNvSpPr/>
              <p:nvPr/>
            </p:nvSpPr>
            <p:spPr>
              <a:xfrm flipV="1">
                <a:off x="4230" y="6397"/>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0134" name="Line 10"/>
              <p:cNvSpPr/>
              <p:nvPr/>
            </p:nvSpPr>
            <p:spPr>
              <a:xfrm flipH="1" flipV="1">
                <a:off x="6361" y="4753"/>
                <a:ext cx="0" cy="1974"/>
              </a:xfrm>
              <a:prstGeom prst="line">
                <a:avLst/>
              </a:prstGeom>
              <a:ln w="38100" cap="flat" cmpd="sng">
                <a:solidFill>
                  <a:srgbClr val="000000"/>
                </a:solidFill>
                <a:prstDash val="solid"/>
                <a:headEnd type="none" w="med" len="med"/>
                <a:tailEnd type="none" w="med" len="med"/>
              </a:ln>
            </p:spPr>
          </p:sp>
          <p:sp>
            <p:nvSpPr>
              <p:cNvPr id="90135" name="Rectangle 11"/>
              <p:cNvSpPr/>
              <p:nvPr/>
            </p:nvSpPr>
            <p:spPr>
              <a:xfrm flipV="1">
                <a:off x="6243" y="534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0136" name="Line 12"/>
              <p:cNvSpPr/>
              <p:nvPr/>
            </p:nvSpPr>
            <p:spPr>
              <a:xfrm>
                <a:off x="2714" y="7541"/>
                <a:ext cx="3639" cy="2"/>
              </a:xfrm>
              <a:prstGeom prst="line">
                <a:avLst/>
              </a:prstGeom>
              <a:ln w="38100" cap="flat" cmpd="sng">
                <a:solidFill>
                  <a:srgbClr val="000000"/>
                </a:solidFill>
                <a:prstDash val="solid"/>
                <a:headEnd type="none" w="med" len="med"/>
                <a:tailEnd type="none" w="med" len="med"/>
              </a:ln>
            </p:spPr>
          </p:sp>
          <p:sp>
            <p:nvSpPr>
              <p:cNvPr id="90137" name="Line 13"/>
              <p:cNvSpPr/>
              <p:nvPr/>
            </p:nvSpPr>
            <p:spPr>
              <a:xfrm flipV="1">
                <a:off x="2692" y="4373"/>
                <a:ext cx="3661" cy="13"/>
              </a:xfrm>
              <a:prstGeom prst="line">
                <a:avLst/>
              </a:prstGeom>
              <a:ln w="38100" cap="flat" cmpd="sng">
                <a:solidFill>
                  <a:srgbClr val="000000"/>
                </a:solidFill>
                <a:prstDash val="solid"/>
                <a:headEnd type="none" w="med" len="med"/>
                <a:tailEnd type="none" w="med" len="med"/>
              </a:ln>
            </p:spPr>
          </p:sp>
          <p:sp>
            <p:nvSpPr>
              <p:cNvPr id="90138" name="Line 14"/>
              <p:cNvSpPr/>
              <p:nvPr/>
            </p:nvSpPr>
            <p:spPr>
              <a:xfrm rot="5400000" flipV="1">
                <a:off x="3493" y="4219"/>
                <a:ext cx="0" cy="308"/>
              </a:xfrm>
              <a:prstGeom prst="line">
                <a:avLst/>
              </a:prstGeom>
              <a:ln w="38100" cap="flat" cmpd="sng">
                <a:solidFill>
                  <a:srgbClr val="000000"/>
                </a:solidFill>
                <a:prstDash val="solid"/>
                <a:headEnd type="none" w="med" len="med"/>
                <a:tailEnd type="triangle" w="med" len="med"/>
              </a:ln>
            </p:spPr>
          </p:sp>
          <p:sp>
            <p:nvSpPr>
              <p:cNvPr id="90139" name="Line 15"/>
              <p:cNvSpPr/>
              <p:nvPr/>
            </p:nvSpPr>
            <p:spPr>
              <a:xfrm flipH="1">
                <a:off x="4472" y="4373"/>
                <a:ext cx="11" cy="528"/>
              </a:xfrm>
              <a:prstGeom prst="line">
                <a:avLst/>
              </a:prstGeom>
              <a:ln w="38100" cap="flat" cmpd="sng">
                <a:solidFill>
                  <a:srgbClr val="000000"/>
                </a:solidFill>
                <a:prstDash val="solid"/>
                <a:headEnd type="none" w="med" len="med"/>
                <a:tailEnd type="triangle" w="med" len="med"/>
              </a:ln>
            </p:spPr>
          </p:sp>
          <p:sp>
            <p:nvSpPr>
              <p:cNvPr id="90140" name="Line 16"/>
              <p:cNvSpPr/>
              <p:nvPr/>
            </p:nvSpPr>
            <p:spPr>
              <a:xfrm flipV="1">
                <a:off x="6342" y="7145"/>
                <a:ext cx="0" cy="363"/>
              </a:xfrm>
              <a:prstGeom prst="line">
                <a:avLst/>
              </a:prstGeom>
              <a:ln w="38100" cap="flat" cmpd="sng">
                <a:solidFill>
                  <a:srgbClr val="000000"/>
                </a:solidFill>
                <a:prstDash val="solid"/>
                <a:headEnd type="none" w="med" len="med"/>
                <a:tailEnd type="none" w="med" len="med"/>
              </a:ln>
            </p:spPr>
          </p:sp>
          <p:grpSp>
            <p:nvGrpSpPr>
              <p:cNvPr id="90141" name="Group 17"/>
              <p:cNvGrpSpPr/>
              <p:nvPr/>
            </p:nvGrpSpPr>
            <p:grpSpPr>
              <a:xfrm>
                <a:off x="4351" y="4483"/>
                <a:ext cx="223" cy="1974"/>
                <a:chOff x="4351" y="4483"/>
                <a:chExt cx="223" cy="1974"/>
              </a:xfrm>
            </p:grpSpPr>
            <p:sp>
              <p:nvSpPr>
                <p:cNvPr id="90148" name="Line 18"/>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90149" name="Rectangle 19"/>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0142" name="Group 20"/>
              <p:cNvGrpSpPr/>
              <p:nvPr/>
            </p:nvGrpSpPr>
            <p:grpSpPr>
              <a:xfrm>
                <a:off x="6188" y="6353"/>
                <a:ext cx="319" cy="1090"/>
                <a:chOff x="6188" y="6353"/>
                <a:chExt cx="319" cy="1090"/>
              </a:xfrm>
            </p:grpSpPr>
            <p:sp>
              <p:nvSpPr>
                <p:cNvPr id="90144" name="Line 21"/>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90145" name="Line 22"/>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90146" name="Line 23"/>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90147" name="Line 24"/>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90143" name="Line 25"/>
              <p:cNvSpPr/>
              <p:nvPr/>
            </p:nvSpPr>
            <p:spPr>
              <a:xfrm flipH="1">
                <a:off x="6331" y="4362"/>
                <a:ext cx="22" cy="583"/>
              </a:xfrm>
              <a:prstGeom prst="line">
                <a:avLst/>
              </a:prstGeom>
              <a:ln w="38100" cap="flat" cmpd="sng">
                <a:solidFill>
                  <a:srgbClr val="000000"/>
                </a:solidFill>
                <a:prstDash val="solid"/>
                <a:headEnd type="none" w="med" len="med"/>
                <a:tailEnd type="triangle" w="med" len="med"/>
              </a:ln>
            </p:spPr>
          </p:sp>
        </p:grpSp>
        <p:sp>
          <p:nvSpPr>
            <p:cNvPr id="90121" name="Text Box 26"/>
            <p:cNvSpPr txBox="1"/>
            <p:nvPr/>
          </p:nvSpPr>
          <p:spPr>
            <a:xfrm>
              <a:off x="3504" y="2304"/>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90122" name="Text Box 27"/>
            <p:cNvSpPr txBox="1"/>
            <p:nvPr/>
          </p:nvSpPr>
          <p:spPr>
            <a:xfrm>
              <a:off x="5184"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0123" name="Text Box 28"/>
            <p:cNvSpPr txBox="1"/>
            <p:nvPr/>
          </p:nvSpPr>
          <p:spPr>
            <a:xfrm>
              <a:off x="4512" y="3120"/>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0124" name="Text Box 29"/>
            <p:cNvSpPr txBox="1"/>
            <p:nvPr/>
          </p:nvSpPr>
          <p:spPr>
            <a:xfrm>
              <a:off x="4752" y="259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0125" name="Text Box 30"/>
            <p:cNvSpPr txBox="1"/>
            <p:nvPr/>
          </p:nvSpPr>
          <p:spPr>
            <a:xfrm>
              <a:off x="4032" y="1920"/>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90126" name="Text Box 31"/>
            <p:cNvSpPr txBox="1"/>
            <p:nvPr/>
          </p:nvSpPr>
          <p:spPr>
            <a:xfrm>
              <a:off x="4032" y="254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90127" name="Text Box 32"/>
            <p:cNvSpPr txBox="1"/>
            <p:nvPr/>
          </p:nvSpPr>
          <p:spPr>
            <a:xfrm>
              <a:off x="3984" y="302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90128" name="Text Box 33"/>
            <p:cNvSpPr txBox="1"/>
            <p:nvPr/>
          </p:nvSpPr>
          <p:spPr>
            <a:xfrm>
              <a:off x="4416"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grpSp>
      <p:sp>
        <p:nvSpPr>
          <p:cNvPr id="875554" name="Rectangle 34"/>
          <p:cNvSpPr>
            <a:spLocks noChangeArrowheads="1"/>
          </p:cNvSpPr>
          <p:nvPr/>
        </p:nvSpPr>
        <p:spPr bwMode="auto">
          <a:xfrm>
            <a:off x="825500" y="749300"/>
            <a:ext cx="33528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各支路电流及总电流</a:t>
            </a:r>
            <a:endParaRPr kumimoji="0" lang="zh-CN" altLang="en-US" sz="28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75555" name="Object 35"/>
          <p:cNvGraphicFramePr>
            <a:graphicFrameLocks noChangeAspect="1"/>
          </p:cNvGraphicFramePr>
          <p:nvPr/>
        </p:nvGraphicFramePr>
        <p:xfrm>
          <a:off x="1179513" y="1489075"/>
          <a:ext cx="3719512" cy="1389063"/>
        </p:xfrm>
        <a:graphic>
          <a:graphicData uri="http://schemas.openxmlformats.org/presentationml/2006/ole">
            <mc:AlternateContent xmlns:mc="http://schemas.openxmlformats.org/markup-compatibility/2006">
              <mc:Choice xmlns:v="urn:schemas-microsoft-com:vml" Requires="v">
                <p:oleObj spid="_x0000_s3416" name="" r:id="rId1" imgW="1397000" imgH="711200" progId="Equation.DSMT4">
                  <p:embed/>
                </p:oleObj>
              </mc:Choice>
              <mc:Fallback>
                <p:oleObj name="" r:id="rId1" imgW="1397000" imgH="711200" progId="Equation.DSMT4">
                  <p:embed/>
                  <p:pic>
                    <p:nvPicPr>
                      <p:cNvPr id="0" name="图片 3415"/>
                      <p:cNvPicPr/>
                      <p:nvPr/>
                    </p:nvPicPr>
                    <p:blipFill>
                      <a:blip r:embed="rId2"/>
                      <a:stretch>
                        <a:fillRect/>
                      </a:stretch>
                    </p:blipFill>
                    <p:spPr>
                      <a:xfrm>
                        <a:off x="1179513" y="1489075"/>
                        <a:ext cx="3719512" cy="1389063"/>
                      </a:xfrm>
                      <a:prstGeom prst="rect">
                        <a:avLst/>
                      </a:prstGeom>
                      <a:noFill/>
                      <a:ln w="38100">
                        <a:noFill/>
                        <a:miter/>
                      </a:ln>
                    </p:spPr>
                  </p:pic>
                </p:oleObj>
              </mc:Fallback>
            </mc:AlternateContent>
          </a:graphicData>
        </a:graphic>
      </p:graphicFrame>
      <p:graphicFrame>
        <p:nvGraphicFramePr>
          <p:cNvPr id="875556" name="Object 36"/>
          <p:cNvGraphicFramePr>
            <a:graphicFrameLocks noChangeAspect="1"/>
          </p:cNvGraphicFramePr>
          <p:nvPr/>
        </p:nvGraphicFramePr>
        <p:xfrm>
          <a:off x="1231900" y="3052763"/>
          <a:ext cx="3922713" cy="1387475"/>
        </p:xfrm>
        <a:graphic>
          <a:graphicData uri="http://schemas.openxmlformats.org/presentationml/2006/ole">
            <mc:AlternateContent xmlns:mc="http://schemas.openxmlformats.org/markup-compatibility/2006">
              <mc:Choice xmlns:v="urn:schemas-microsoft-com:vml" Requires="v">
                <p:oleObj spid="_x0000_s3414" name="" r:id="rId3" imgW="1473200" imgH="711200" progId="Equation.DSMT4">
                  <p:embed/>
                </p:oleObj>
              </mc:Choice>
              <mc:Fallback>
                <p:oleObj name="" r:id="rId3" imgW="1473200" imgH="711200" progId="Equation.DSMT4">
                  <p:embed/>
                  <p:pic>
                    <p:nvPicPr>
                      <p:cNvPr id="0" name="图片 3413"/>
                      <p:cNvPicPr/>
                      <p:nvPr/>
                    </p:nvPicPr>
                    <p:blipFill>
                      <a:blip r:embed="rId4"/>
                      <a:stretch>
                        <a:fillRect/>
                      </a:stretch>
                    </p:blipFill>
                    <p:spPr>
                      <a:xfrm>
                        <a:off x="1231900" y="3052763"/>
                        <a:ext cx="3922713" cy="1387475"/>
                      </a:xfrm>
                      <a:prstGeom prst="rect">
                        <a:avLst/>
                      </a:prstGeom>
                      <a:noFill/>
                      <a:ln w="38100">
                        <a:noFill/>
                        <a:miter/>
                      </a:ln>
                    </p:spPr>
                  </p:pic>
                </p:oleObj>
              </mc:Fallback>
            </mc:AlternateContent>
          </a:graphicData>
        </a:graphic>
      </p:graphicFrame>
      <p:graphicFrame>
        <p:nvGraphicFramePr>
          <p:cNvPr id="875557" name="Object 37"/>
          <p:cNvGraphicFramePr>
            <a:graphicFrameLocks noChangeAspect="1"/>
          </p:cNvGraphicFramePr>
          <p:nvPr/>
        </p:nvGraphicFramePr>
        <p:xfrm>
          <a:off x="1116013" y="4581525"/>
          <a:ext cx="6491287" cy="1363663"/>
        </p:xfrm>
        <a:graphic>
          <a:graphicData uri="http://schemas.openxmlformats.org/presentationml/2006/ole">
            <mc:AlternateContent xmlns:mc="http://schemas.openxmlformats.org/markup-compatibility/2006">
              <mc:Choice xmlns:v="urn:schemas-microsoft-com:vml" Requires="v">
                <p:oleObj spid="_x0000_s3415" name="" r:id="rId5" imgW="2438400" imgH="698500" progId="Equation.3">
                  <p:embed/>
                </p:oleObj>
              </mc:Choice>
              <mc:Fallback>
                <p:oleObj name="" r:id="rId5" imgW="2438400" imgH="698500" progId="Equation.3">
                  <p:embed/>
                  <p:pic>
                    <p:nvPicPr>
                      <p:cNvPr id="0" name="图片 3414"/>
                      <p:cNvPicPr/>
                      <p:nvPr/>
                    </p:nvPicPr>
                    <p:blipFill>
                      <a:blip r:embed="rId6"/>
                      <a:stretch>
                        <a:fillRect/>
                      </a:stretch>
                    </p:blipFill>
                    <p:spPr>
                      <a:xfrm>
                        <a:off x="1116013" y="4581525"/>
                        <a:ext cx="6491287" cy="13636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ppt_w</p:attrName>
                                        </p:attrNameLst>
                                      </p:cBhvr>
                                      <p:tavLst>
                                        <p:tav tm="0">
                                          <p:val>
                                            <p:fltVal val="0.000000"/>
                                          </p:val>
                                        </p:tav>
                                        <p:tav tm="100000">
                                          <p:val>
                                            <p:strVal val="#ppt_w"/>
                                          </p:val>
                                        </p:tav>
                                      </p:tavLst>
                                    </p:anim>
                                    <p:anim calcmode="lin" valueType="num">
                                      <p:cBhvr>
                                        <p:cTn id="1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75554"/>
                                        </p:tgtEl>
                                        <p:attrNameLst>
                                          <p:attrName>style.visibility</p:attrName>
                                        </p:attrNameLst>
                                      </p:cBhvr>
                                      <p:to>
                                        <p:strVal val="visible"/>
                                      </p:to>
                                    </p:set>
                                    <p:animEffect transition="in" filter="wipe(left)">
                                      <p:cBhvr>
                                        <p:cTn id="15" dur="500"/>
                                        <p:tgtEl>
                                          <p:spTgt spid="875554"/>
                                        </p:tgtEl>
                                      </p:cBhvr>
                                    </p:animEffect>
                                  </p:childTnLst>
                                </p:cTn>
                              </p:par>
                            </p:childTnLst>
                          </p:cTn>
                        </p:par>
                        <p:par>
                          <p:cTn id="16" fill="hold">
                            <p:stCondLst>
                              <p:cond delay="500"/>
                            </p:stCondLst>
                            <p:childTnLst>
                              <p:par>
                                <p:cTn id="17" presetID="18" presetClass="entr" presetSubtype="6" fill="hold" nodeType="afterEffect">
                                  <p:stCondLst>
                                    <p:cond delay="0"/>
                                  </p:stCondLst>
                                  <p:childTnLst>
                                    <p:set>
                                      <p:cBhvr>
                                        <p:cTn id="18" dur="1" fill="hold">
                                          <p:stCondLst>
                                            <p:cond delay="0"/>
                                          </p:stCondLst>
                                        </p:cTn>
                                        <p:tgtEl>
                                          <p:spTgt spid="875555"/>
                                        </p:tgtEl>
                                        <p:attrNameLst>
                                          <p:attrName>style.visibility</p:attrName>
                                        </p:attrNameLst>
                                      </p:cBhvr>
                                      <p:to>
                                        <p:strVal val="visible"/>
                                      </p:to>
                                    </p:set>
                                    <p:animEffect transition="in" filter="strips(downRight)">
                                      <p:cBhvr>
                                        <p:cTn id="19" dur="500"/>
                                        <p:tgtEl>
                                          <p:spTgt spid="875555"/>
                                        </p:tgtEl>
                                      </p:cBhvr>
                                    </p:animEffect>
                                  </p:childTnLst>
                                </p:cTn>
                              </p:par>
                            </p:childTnLst>
                          </p:cTn>
                        </p:par>
                        <p:par>
                          <p:cTn id="20" fill="hold">
                            <p:stCondLst>
                              <p:cond delay="1000"/>
                            </p:stCondLst>
                            <p:childTnLst>
                              <p:par>
                                <p:cTn id="21" presetID="18" presetClass="entr" presetSubtype="6" fill="hold" nodeType="afterEffect">
                                  <p:stCondLst>
                                    <p:cond delay="0"/>
                                  </p:stCondLst>
                                  <p:childTnLst>
                                    <p:set>
                                      <p:cBhvr>
                                        <p:cTn id="22" dur="1" fill="hold">
                                          <p:stCondLst>
                                            <p:cond delay="0"/>
                                          </p:stCondLst>
                                        </p:cTn>
                                        <p:tgtEl>
                                          <p:spTgt spid="875556"/>
                                        </p:tgtEl>
                                        <p:attrNameLst>
                                          <p:attrName>style.visibility</p:attrName>
                                        </p:attrNameLst>
                                      </p:cBhvr>
                                      <p:to>
                                        <p:strVal val="visible"/>
                                      </p:to>
                                    </p:set>
                                    <p:animEffect transition="in" filter="strips(downRight)">
                                      <p:cBhvr>
                                        <p:cTn id="23" dur="500"/>
                                        <p:tgtEl>
                                          <p:spTgt spid="875556"/>
                                        </p:tgtEl>
                                      </p:cBhvr>
                                    </p:animEffect>
                                  </p:childTnLst>
                                </p:cTn>
                              </p:par>
                            </p:childTnLst>
                          </p:cTn>
                        </p:par>
                        <p:par>
                          <p:cTn id="24" fill="hold">
                            <p:stCondLst>
                              <p:cond delay="1500"/>
                            </p:stCondLst>
                            <p:childTnLst>
                              <p:par>
                                <p:cTn id="25" presetID="18" presetClass="entr" presetSubtype="6" fill="hold" nodeType="afterEffect">
                                  <p:stCondLst>
                                    <p:cond delay="0"/>
                                  </p:stCondLst>
                                  <p:childTnLst>
                                    <p:set>
                                      <p:cBhvr>
                                        <p:cTn id="26" dur="1" fill="hold">
                                          <p:stCondLst>
                                            <p:cond delay="0"/>
                                          </p:stCondLst>
                                        </p:cTn>
                                        <p:tgtEl>
                                          <p:spTgt spid="875557"/>
                                        </p:tgtEl>
                                        <p:attrNameLst>
                                          <p:attrName>style.visibility</p:attrName>
                                        </p:attrNameLst>
                                      </p:cBhvr>
                                      <p:to>
                                        <p:strVal val="visible"/>
                                      </p:to>
                                    </p:set>
                                    <p:animEffect transition="in" filter="strips(downRight)">
                                      <p:cBhvr>
                                        <p:cTn id="27" dur="500"/>
                                        <p:tgtEl>
                                          <p:spTgt spid="875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5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5759450" y="3267075"/>
            <a:ext cx="3276600" cy="2438400"/>
            <a:chOff x="3504" y="1920"/>
            <a:chExt cx="2064" cy="1536"/>
          </a:xfrm>
        </p:grpSpPr>
        <p:grpSp>
          <p:nvGrpSpPr>
            <p:cNvPr id="91147" name="Group 4"/>
            <p:cNvGrpSpPr/>
            <p:nvPr/>
          </p:nvGrpSpPr>
          <p:grpSpPr>
            <a:xfrm>
              <a:off x="3658" y="2184"/>
              <a:ext cx="1526" cy="1272"/>
              <a:chOff x="2692" y="4362"/>
              <a:chExt cx="3815" cy="3181"/>
            </a:xfrm>
          </p:grpSpPr>
          <p:sp>
            <p:nvSpPr>
              <p:cNvPr id="91156" name="Line 5"/>
              <p:cNvSpPr/>
              <p:nvPr/>
            </p:nvSpPr>
            <p:spPr>
              <a:xfrm flipV="1">
                <a:off x="4468" y="5891"/>
                <a:ext cx="0" cy="1650"/>
              </a:xfrm>
              <a:prstGeom prst="line">
                <a:avLst/>
              </a:prstGeom>
              <a:ln w="38100" cap="flat" cmpd="sng">
                <a:solidFill>
                  <a:srgbClr val="000000"/>
                </a:solidFill>
                <a:prstDash val="solid"/>
                <a:headEnd type="none" w="med" len="med"/>
                <a:tailEnd type="none" w="med" len="med"/>
              </a:ln>
            </p:spPr>
          </p:sp>
          <p:sp>
            <p:nvSpPr>
              <p:cNvPr id="91157" name="Oval 6"/>
              <p:cNvSpPr/>
              <p:nvPr/>
            </p:nvSpPr>
            <p:spPr>
              <a:xfrm flipV="1">
                <a:off x="4303" y="6848"/>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1158" name="Oval 7"/>
              <p:cNvSpPr/>
              <p:nvPr/>
            </p:nvSpPr>
            <p:spPr>
              <a:xfrm flipV="1">
                <a:off x="4303" y="6639"/>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1159" name="Oval 8"/>
              <p:cNvSpPr/>
              <p:nvPr/>
            </p:nvSpPr>
            <p:spPr>
              <a:xfrm flipV="1">
                <a:off x="4303" y="6429"/>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1160" name="Rectangle 9"/>
              <p:cNvSpPr/>
              <p:nvPr/>
            </p:nvSpPr>
            <p:spPr>
              <a:xfrm flipV="1">
                <a:off x="4230" y="6397"/>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1161" name="Line 10"/>
              <p:cNvSpPr/>
              <p:nvPr/>
            </p:nvSpPr>
            <p:spPr>
              <a:xfrm flipH="1" flipV="1">
                <a:off x="6361" y="4753"/>
                <a:ext cx="0" cy="1974"/>
              </a:xfrm>
              <a:prstGeom prst="line">
                <a:avLst/>
              </a:prstGeom>
              <a:ln w="38100" cap="flat" cmpd="sng">
                <a:solidFill>
                  <a:srgbClr val="000000"/>
                </a:solidFill>
                <a:prstDash val="solid"/>
                <a:headEnd type="none" w="med" len="med"/>
                <a:tailEnd type="none" w="med" len="med"/>
              </a:ln>
            </p:spPr>
          </p:sp>
          <p:sp>
            <p:nvSpPr>
              <p:cNvPr id="91162" name="Rectangle 11"/>
              <p:cNvSpPr/>
              <p:nvPr/>
            </p:nvSpPr>
            <p:spPr>
              <a:xfrm flipV="1">
                <a:off x="6243" y="534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1163" name="Line 12"/>
              <p:cNvSpPr/>
              <p:nvPr/>
            </p:nvSpPr>
            <p:spPr>
              <a:xfrm>
                <a:off x="2714" y="7541"/>
                <a:ext cx="3639" cy="2"/>
              </a:xfrm>
              <a:prstGeom prst="line">
                <a:avLst/>
              </a:prstGeom>
              <a:ln w="38100" cap="flat" cmpd="sng">
                <a:solidFill>
                  <a:srgbClr val="000000"/>
                </a:solidFill>
                <a:prstDash val="solid"/>
                <a:headEnd type="none" w="med" len="med"/>
                <a:tailEnd type="none" w="med" len="med"/>
              </a:ln>
            </p:spPr>
          </p:sp>
          <p:sp>
            <p:nvSpPr>
              <p:cNvPr id="91164" name="Line 13"/>
              <p:cNvSpPr/>
              <p:nvPr/>
            </p:nvSpPr>
            <p:spPr>
              <a:xfrm flipV="1">
                <a:off x="2692" y="4373"/>
                <a:ext cx="3661" cy="13"/>
              </a:xfrm>
              <a:prstGeom prst="line">
                <a:avLst/>
              </a:prstGeom>
              <a:ln w="38100" cap="flat" cmpd="sng">
                <a:solidFill>
                  <a:srgbClr val="000000"/>
                </a:solidFill>
                <a:prstDash val="solid"/>
                <a:headEnd type="none" w="med" len="med"/>
                <a:tailEnd type="none" w="med" len="med"/>
              </a:ln>
            </p:spPr>
          </p:sp>
          <p:sp>
            <p:nvSpPr>
              <p:cNvPr id="91165" name="Line 14"/>
              <p:cNvSpPr/>
              <p:nvPr/>
            </p:nvSpPr>
            <p:spPr>
              <a:xfrm rot="5400000" flipV="1">
                <a:off x="3493" y="4219"/>
                <a:ext cx="0" cy="308"/>
              </a:xfrm>
              <a:prstGeom prst="line">
                <a:avLst/>
              </a:prstGeom>
              <a:ln w="38100" cap="flat" cmpd="sng">
                <a:solidFill>
                  <a:srgbClr val="000000"/>
                </a:solidFill>
                <a:prstDash val="solid"/>
                <a:headEnd type="none" w="med" len="med"/>
                <a:tailEnd type="triangle" w="med" len="med"/>
              </a:ln>
            </p:spPr>
          </p:sp>
          <p:sp>
            <p:nvSpPr>
              <p:cNvPr id="91166" name="Line 15"/>
              <p:cNvSpPr/>
              <p:nvPr/>
            </p:nvSpPr>
            <p:spPr>
              <a:xfrm flipH="1">
                <a:off x="4472" y="4373"/>
                <a:ext cx="11" cy="528"/>
              </a:xfrm>
              <a:prstGeom prst="line">
                <a:avLst/>
              </a:prstGeom>
              <a:ln w="38100" cap="flat" cmpd="sng">
                <a:solidFill>
                  <a:srgbClr val="000000"/>
                </a:solidFill>
                <a:prstDash val="solid"/>
                <a:headEnd type="none" w="med" len="med"/>
                <a:tailEnd type="triangle" w="med" len="med"/>
              </a:ln>
            </p:spPr>
          </p:sp>
          <p:sp>
            <p:nvSpPr>
              <p:cNvPr id="91167" name="Line 16"/>
              <p:cNvSpPr/>
              <p:nvPr/>
            </p:nvSpPr>
            <p:spPr>
              <a:xfrm flipV="1">
                <a:off x="6342" y="7145"/>
                <a:ext cx="0" cy="363"/>
              </a:xfrm>
              <a:prstGeom prst="line">
                <a:avLst/>
              </a:prstGeom>
              <a:ln w="38100" cap="flat" cmpd="sng">
                <a:solidFill>
                  <a:srgbClr val="000000"/>
                </a:solidFill>
                <a:prstDash val="solid"/>
                <a:headEnd type="none" w="med" len="med"/>
                <a:tailEnd type="none" w="med" len="med"/>
              </a:ln>
            </p:spPr>
          </p:sp>
          <p:grpSp>
            <p:nvGrpSpPr>
              <p:cNvPr id="91168" name="Group 17"/>
              <p:cNvGrpSpPr/>
              <p:nvPr/>
            </p:nvGrpSpPr>
            <p:grpSpPr>
              <a:xfrm>
                <a:off x="4351" y="4483"/>
                <a:ext cx="223" cy="1974"/>
                <a:chOff x="4351" y="4483"/>
                <a:chExt cx="223" cy="1974"/>
              </a:xfrm>
            </p:grpSpPr>
            <p:sp>
              <p:nvSpPr>
                <p:cNvPr id="91175" name="Line 18"/>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91176" name="Rectangle 19"/>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1169" name="Group 20"/>
              <p:cNvGrpSpPr/>
              <p:nvPr/>
            </p:nvGrpSpPr>
            <p:grpSpPr>
              <a:xfrm>
                <a:off x="6188" y="6353"/>
                <a:ext cx="319" cy="1090"/>
                <a:chOff x="6188" y="6353"/>
                <a:chExt cx="319" cy="1090"/>
              </a:xfrm>
            </p:grpSpPr>
            <p:sp>
              <p:nvSpPr>
                <p:cNvPr id="91171" name="Line 21"/>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91172" name="Line 22"/>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91173" name="Line 23"/>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91174" name="Line 24"/>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91170" name="Line 25"/>
              <p:cNvSpPr/>
              <p:nvPr/>
            </p:nvSpPr>
            <p:spPr>
              <a:xfrm flipH="1">
                <a:off x="6331" y="4362"/>
                <a:ext cx="22" cy="583"/>
              </a:xfrm>
              <a:prstGeom prst="line">
                <a:avLst/>
              </a:prstGeom>
              <a:ln w="38100" cap="flat" cmpd="sng">
                <a:solidFill>
                  <a:srgbClr val="000000"/>
                </a:solidFill>
                <a:prstDash val="solid"/>
                <a:headEnd type="none" w="med" len="med"/>
                <a:tailEnd type="triangle" w="med" len="med"/>
              </a:ln>
            </p:spPr>
          </p:sp>
        </p:grpSp>
        <p:sp>
          <p:nvSpPr>
            <p:cNvPr id="91148" name="Text Box 26"/>
            <p:cNvSpPr txBox="1"/>
            <p:nvPr/>
          </p:nvSpPr>
          <p:spPr>
            <a:xfrm>
              <a:off x="3504" y="2304"/>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91149" name="Text Box 27"/>
            <p:cNvSpPr txBox="1"/>
            <p:nvPr/>
          </p:nvSpPr>
          <p:spPr>
            <a:xfrm>
              <a:off x="5184"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1150" name="Text Box 28"/>
            <p:cNvSpPr txBox="1"/>
            <p:nvPr/>
          </p:nvSpPr>
          <p:spPr>
            <a:xfrm>
              <a:off x="4512" y="3120"/>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1151" name="Text Box 29"/>
            <p:cNvSpPr txBox="1"/>
            <p:nvPr/>
          </p:nvSpPr>
          <p:spPr>
            <a:xfrm>
              <a:off x="4752" y="259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1152" name="Text Box 30"/>
            <p:cNvSpPr txBox="1"/>
            <p:nvPr/>
          </p:nvSpPr>
          <p:spPr>
            <a:xfrm>
              <a:off x="4032" y="1920"/>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91153" name="Text Box 31"/>
            <p:cNvSpPr txBox="1"/>
            <p:nvPr/>
          </p:nvSpPr>
          <p:spPr>
            <a:xfrm>
              <a:off x="4032" y="254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91154" name="Text Box 32"/>
            <p:cNvSpPr txBox="1"/>
            <p:nvPr/>
          </p:nvSpPr>
          <p:spPr>
            <a:xfrm>
              <a:off x="3984" y="302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91155" name="Text Box 33"/>
            <p:cNvSpPr txBox="1"/>
            <p:nvPr/>
          </p:nvSpPr>
          <p:spPr>
            <a:xfrm>
              <a:off x="4416"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grpSp>
      <p:sp>
        <p:nvSpPr>
          <p:cNvPr id="876578" name="Rectangle 34"/>
          <p:cNvSpPr>
            <a:spLocks noChangeArrowheads="1"/>
          </p:cNvSpPr>
          <p:nvPr/>
        </p:nvSpPr>
        <p:spPr bwMode="auto">
          <a:xfrm>
            <a:off x="755650" y="666750"/>
            <a:ext cx="19812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对于支路 </a:t>
            </a:r>
            <a:r>
              <a:rPr kumimoji="1" lang="en-US" altLang="zh-CN"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28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76579" name="Object 35"/>
          <p:cNvGraphicFramePr>
            <a:graphicFrameLocks noChangeAspect="1"/>
          </p:cNvGraphicFramePr>
          <p:nvPr/>
        </p:nvGraphicFramePr>
        <p:xfrm>
          <a:off x="730250" y="1223963"/>
          <a:ext cx="7842250" cy="503237"/>
        </p:xfrm>
        <a:graphic>
          <a:graphicData uri="http://schemas.openxmlformats.org/presentationml/2006/ole">
            <mc:AlternateContent xmlns:mc="http://schemas.openxmlformats.org/markup-compatibility/2006">
              <mc:Choice xmlns:v="urn:schemas-microsoft-com:vml" Requires="v">
                <p:oleObj spid="_x0000_s3418" name="" r:id="rId1" imgW="3060700" imgH="215900" progId="Equation.3">
                  <p:embed/>
                </p:oleObj>
              </mc:Choice>
              <mc:Fallback>
                <p:oleObj name="" r:id="rId1" imgW="3060700" imgH="215900" progId="Equation.3">
                  <p:embed/>
                  <p:pic>
                    <p:nvPicPr>
                      <p:cNvPr id="0" name="图片 3417"/>
                      <p:cNvPicPr/>
                      <p:nvPr/>
                    </p:nvPicPr>
                    <p:blipFill>
                      <a:blip r:embed="rId2"/>
                      <a:stretch>
                        <a:fillRect/>
                      </a:stretch>
                    </p:blipFill>
                    <p:spPr>
                      <a:xfrm>
                        <a:off x="730250" y="1223963"/>
                        <a:ext cx="7842250" cy="503237"/>
                      </a:xfrm>
                      <a:prstGeom prst="rect">
                        <a:avLst/>
                      </a:prstGeom>
                      <a:noFill/>
                      <a:ln w="38100">
                        <a:noFill/>
                        <a:miter/>
                      </a:ln>
                    </p:spPr>
                  </p:pic>
                </p:oleObj>
              </mc:Fallback>
            </mc:AlternateContent>
          </a:graphicData>
        </a:graphic>
      </p:graphicFrame>
      <p:graphicFrame>
        <p:nvGraphicFramePr>
          <p:cNvPr id="876580" name="Object 36"/>
          <p:cNvGraphicFramePr>
            <a:graphicFrameLocks noChangeAspect="1"/>
          </p:cNvGraphicFramePr>
          <p:nvPr/>
        </p:nvGraphicFramePr>
        <p:xfrm>
          <a:off x="806450" y="1833563"/>
          <a:ext cx="8037513" cy="503237"/>
        </p:xfrm>
        <a:graphic>
          <a:graphicData uri="http://schemas.openxmlformats.org/presentationml/2006/ole">
            <mc:AlternateContent xmlns:mc="http://schemas.openxmlformats.org/markup-compatibility/2006">
              <mc:Choice xmlns:v="urn:schemas-microsoft-com:vml" Requires="v">
                <p:oleObj spid="_x0000_s3420" name="" r:id="rId3" imgW="3136900" imgH="215900" progId="Equation.3">
                  <p:embed/>
                </p:oleObj>
              </mc:Choice>
              <mc:Fallback>
                <p:oleObj name="" r:id="rId3" imgW="3136900" imgH="215900" progId="Equation.3">
                  <p:embed/>
                  <p:pic>
                    <p:nvPicPr>
                      <p:cNvPr id="0" name="图片 3419"/>
                      <p:cNvPicPr/>
                      <p:nvPr/>
                    </p:nvPicPr>
                    <p:blipFill>
                      <a:blip r:embed="rId4"/>
                      <a:stretch>
                        <a:fillRect/>
                      </a:stretch>
                    </p:blipFill>
                    <p:spPr>
                      <a:xfrm>
                        <a:off x="806450" y="1833563"/>
                        <a:ext cx="8037513" cy="503237"/>
                      </a:xfrm>
                      <a:prstGeom prst="rect">
                        <a:avLst/>
                      </a:prstGeom>
                      <a:noFill/>
                      <a:ln w="38100">
                        <a:noFill/>
                        <a:miter/>
                      </a:ln>
                    </p:spPr>
                  </p:pic>
                </p:oleObj>
              </mc:Fallback>
            </mc:AlternateContent>
          </a:graphicData>
        </a:graphic>
      </p:graphicFrame>
      <p:graphicFrame>
        <p:nvGraphicFramePr>
          <p:cNvPr id="876581" name="Object 37"/>
          <p:cNvGraphicFramePr>
            <a:graphicFrameLocks noChangeAspect="1"/>
          </p:cNvGraphicFramePr>
          <p:nvPr/>
        </p:nvGraphicFramePr>
        <p:xfrm>
          <a:off x="806450" y="2519363"/>
          <a:ext cx="5043488" cy="503237"/>
        </p:xfrm>
        <a:graphic>
          <a:graphicData uri="http://schemas.openxmlformats.org/presentationml/2006/ole">
            <mc:AlternateContent xmlns:mc="http://schemas.openxmlformats.org/markup-compatibility/2006">
              <mc:Choice xmlns:v="urn:schemas-microsoft-com:vml" Requires="v">
                <p:oleObj spid="_x0000_s3417" name="" r:id="rId5" imgW="1968500" imgH="215900" progId="Equation.3">
                  <p:embed/>
                </p:oleObj>
              </mc:Choice>
              <mc:Fallback>
                <p:oleObj name="" r:id="rId5" imgW="1968500" imgH="215900" progId="Equation.3">
                  <p:embed/>
                  <p:pic>
                    <p:nvPicPr>
                      <p:cNvPr id="0" name="图片 3416"/>
                      <p:cNvPicPr/>
                      <p:nvPr/>
                    </p:nvPicPr>
                    <p:blipFill>
                      <a:blip r:embed="rId6"/>
                      <a:stretch>
                        <a:fillRect/>
                      </a:stretch>
                    </p:blipFill>
                    <p:spPr>
                      <a:xfrm>
                        <a:off x="806450" y="2519363"/>
                        <a:ext cx="5043488" cy="503237"/>
                      </a:xfrm>
                      <a:prstGeom prst="rect">
                        <a:avLst/>
                      </a:prstGeom>
                      <a:noFill/>
                      <a:ln w="38100">
                        <a:noFill/>
                        <a:miter/>
                      </a:ln>
                    </p:spPr>
                  </p:pic>
                </p:oleObj>
              </mc:Fallback>
            </mc:AlternateContent>
          </a:graphicData>
        </a:graphic>
      </p:graphicFrame>
      <p:sp>
        <p:nvSpPr>
          <p:cNvPr id="876582" name="Rectangle 38"/>
          <p:cNvSpPr>
            <a:spLocks noChangeArrowheads="1"/>
          </p:cNvSpPr>
          <p:nvPr/>
        </p:nvSpPr>
        <p:spPr bwMode="auto">
          <a:xfrm>
            <a:off x="806450" y="3068638"/>
            <a:ext cx="1981200" cy="5349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对于支路 </a:t>
            </a:r>
            <a:r>
              <a:rPr kumimoji="1" lang="en-US" altLang="zh-CN"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2800" b="1" i="0" u="none" strike="noStrike" kern="1200" cap="none" spc="0" normalizeH="0" baseline="0" noProof="0">
              <a:ln>
                <a:noFill/>
              </a:ln>
              <a:solidFill>
                <a:schemeClr val="accent2"/>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876583" name="Object 39"/>
          <p:cNvGraphicFramePr>
            <a:graphicFrameLocks noChangeAspect="1"/>
          </p:cNvGraphicFramePr>
          <p:nvPr/>
        </p:nvGraphicFramePr>
        <p:xfrm>
          <a:off x="771525" y="3602038"/>
          <a:ext cx="4035425" cy="1570037"/>
        </p:xfrm>
        <a:graphic>
          <a:graphicData uri="http://schemas.openxmlformats.org/presentationml/2006/ole">
            <mc:AlternateContent xmlns:mc="http://schemas.openxmlformats.org/markup-compatibility/2006">
              <mc:Choice xmlns:v="urn:schemas-microsoft-com:vml" Requires="v">
                <p:oleObj spid="_x0000_s3419" name="" r:id="rId7" imgW="1574800" imgH="673100" progId="Equation.3">
                  <p:embed/>
                </p:oleObj>
              </mc:Choice>
              <mc:Fallback>
                <p:oleObj name="" r:id="rId7" imgW="1574800" imgH="673100" progId="Equation.3">
                  <p:embed/>
                  <p:pic>
                    <p:nvPicPr>
                      <p:cNvPr id="0" name="图片 3418"/>
                      <p:cNvPicPr/>
                      <p:nvPr/>
                    </p:nvPicPr>
                    <p:blipFill>
                      <a:blip r:embed="rId8"/>
                      <a:stretch>
                        <a:fillRect/>
                      </a:stretch>
                    </p:blipFill>
                    <p:spPr>
                      <a:xfrm>
                        <a:off x="771525" y="3602038"/>
                        <a:ext cx="4035425" cy="1570037"/>
                      </a:xfrm>
                      <a:prstGeom prst="rect">
                        <a:avLst/>
                      </a:prstGeom>
                      <a:noFill/>
                      <a:ln w="38100">
                        <a:noFill/>
                        <a:miter/>
                      </a:ln>
                    </p:spPr>
                  </p:pic>
                </p:oleObj>
              </mc:Fallback>
            </mc:AlternateContent>
          </a:graphicData>
        </a:graphic>
      </p:graphicFrame>
      <p:graphicFrame>
        <p:nvGraphicFramePr>
          <p:cNvPr id="876584" name="Object 40"/>
          <p:cNvGraphicFramePr>
            <a:graphicFrameLocks noChangeAspect="1"/>
          </p:cNvGraphicFramePr>
          <p:nvPr/>
        </p:nvGraphicFramePr>
        <p:xfrm>
          <a:off x="820738" y="5172075"/>
          <a:ext cx="3970337" cy="1570038"/>
        </p:xfrm>
        <a:graphic>
          <a:graphicData uri="http://schemas.openxmlformats.org/presentationml/2006/ole">
            <mc:AlternateContent xmlns:mc="http://schemas.openxmlformats.org/markup-compatibility/2006">
              <mc:Choice xmlns:v="urn:schemas-microsoft-com:vml" Requires="v">
                <p:oleObj spid="_x0000_s3421" name="" r:id="rId9" imgW="1548765" imgH="673100" progId="Equation.3">
                  <p:embed/>
                </p:oleObj>
              </mc:Choice>
              <mc:Fallback>
                <p:oleObj name="" r:id="rId9" imgW="1548765" imgH="673100" progId="Equation.3">
                  <p:embed/>
                  <p:pic>
                    <p:nvPicPr>
                      <p:cNvPr id="0" name="图片 3420"/>
                      <p:cNvPicPr/>
                      <p:nvPr/>
                    </p:nvPicPr>
                    <p:blipFill>
                      <a:blip r:embed="rId10"/>
                      <a:stretch>
                        <a:fillRect/>
                      </a:stretch>
                    </p:blipFill>
                    <p:spPr>
                      <a:xfrm>
                        <a:off x="820738" y="5172075"/>
                        <a:ext cx="3970337" cy="15700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76578"/>
                                        </p:tgtEl>
                                        <p:attrNameLst>
                                          <p:attrName>style.visibility</p:attrName>
                                        </p:attrNameLst>
                                      </p:cBhvr>
                                      <p:to>
                                        <p:strVal val="visible"/>
                                      </p:to>
                                    </p:set>
                                    <p:animEffect transition="in" filter="wipe(left)">
                                      <p:cBhvr>
                                        <p:cTn id="13" dur="500"/>
                                        <p:tgtEl>
                                          <p:spTgt spid="8765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76579"/>
                                        </p:tgtEl>
                                        <p:attrNameLst>
                                          <p:attrName>style.visibility</p:attrName>
                                        </p:attrNameLst>
                                      </p:cBhvr>
                                      <p:to>
                                        <p:strVal val="visible"/>
                                      </p:to>
                                    </p:set>
                                    <p:animEffect transition="in" filter="wipe(left)">
                                      <p:cBhvr>
                                        <p:cTn id="18" dur="500"/>
                                        <p:tgtEl>
                                          <p:spTgt spid="876579"/>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876580"/>
                                        </p:tgtEl>
                                        <p:attrNameLst>
                                          <p:attrName>style.visibility</p:attrName>
                                        </p:attrNameLst>
                                      </p:cBhvr>
                                      <p:to>
                                        <p:strVal val="visible"/>
                                      </p:to>
                                    </p:set>
                                    <p:animEffect transition="in" filter="wipe(left)">
                                      <p:cBhvr>
                                        <p:cTn id="22" dur="500"/>
                                        <p:tgtEl>
                                          <p:spTgt spid="876580"/>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76581"/>
                                        </p:tgtEl>
                                        <p:attrNameLst>
                                          <p:attrName>style.visibility</p:attrName>
                                        </p:attrNameLst>
                                      </p:cBhvr>
                                      <p:to>
                                        <p:strVal val="visible"/>
                                      </p:to>
                                    </p:set>
                                    <p:animEffect transition="in" filter="wipe(left)">
                                      <p:cBhvr>
                                        <p:cTn id="26" dur="500"/>
                                        <p:tgtEl>
                                          <p:spTgt spid="87658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76582"/>
                                        </p:tgtEl>
                                        <p:attrNameLst>
                                          <p:attrName>style.visibility</p:attrName>
                                        </p:attrNameLst>
                                      </p:cBhvr>
                                      <p:to>
                                        <p:strVal val="visible"/>
                                      </p:to>
                                    </p:set>
                                    <p:animEffect transition="in" filter="wipe(left)">
                                      <p:cBhvr>
                                        <p:cTn id="31" dur="500"/>
                                        <p:tgtEl>
                                          <p:spTgt spid="87658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876583"/>
                                        </p:tgtEl>
                                        <p:attrNameLst>
                                          <p:attrName>style.visibility</p:attrName>
                                        </p:attrNameLst>
                                      </p:cBhvr>
                                      <p:to>
                                        <p:strVal val="visible"/>
                                      </p:to>
                                    </p:set>
                                    <p:animEffect transition="in" filter="wipe(up)">
                                      <p:cBhvr>
                                        <p:cTn id="36" dur="500"/>
                                        <p:tgtEl>
                                          <p:spTgt spid="876583"/>
                                        </p:tgtEl>
                                      </p:cBhvr>
                                    </p:animEffect>
                                  </p:childTnLst>
                                </p:cTn>
                              </p:par>
                            </p:childTnLst>
                          </p:cTn>
                        </p:par>
                        <p:par>
                          <p:cTn id="37" fill="hold">
                            <p:stCondLst>
                              <p:cond delay="500"/>
                            </p:stCondLst>
                            <p:childTnLst>
                              <p:par>
                                <p:cTn id="38" presetID="22" presetClass="entr" presetSubtype="1" fill="hold" nodeType="afterEffect">
                                  <p:stCondLst>
                                    <p:cond delay="0"/>
                                  </p:stCondLst>
                                  <p:childTnLst>
                                    <p:set>
                                      <p:cBhvr>
                                        <p:cTn id="39" dur="1" fill="hold">
                                          <p:stCondLst>
                                            <p:cond delay="0"/>
                                          </p:stCondLst>
                                        </p:cTn>
                                        <p:tgtEl>
                                          <p:spTgt spid="876584"/>
                                        </p:tgtEl>
                                        <p:attrNameLst>
                                          <p:attrName>style.visibility</p:attrName>
                                        </p:attrNameLst>
                                      </p:cBhvr>
                                      <p:to>
                                        <p:strVal val="visible"/>
                                      </p:to>
                                    </p:set>
                                    <p:animEffect transition="in" filter="wipe(up)">
                                      <p:cBhvr>
                                        <p:cTn id="40" dur="500"/>
                                        <p:tgtEl>
                                          <p:spTgt spid="876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78" grpId="0"/>
      <p:bldP spid="87658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
          <p:cNvGrpSpPr/>
          <p:nvPr/>
        </p:nvGrpSpPr>
        <p:grpSpPr>
          <a:xfrm>
            <a:off x="6083300" y="3873500"/>
            <a:ext cx="3276600" cy="2438400"/>
            <a:chOff x="3504" y="1920"/>
            <a:chExt cx="2064" cy="1536"/>
          </a:xfrm>
        </p:grpSpPr>
        <p:grpSp>
          <p:nvGrpSpPr>
            <p:cNvPr id="92173" name="Group 4"/>
            <p:cNvGrpSpPr/>
            <p:nvPr/>
          </p:nvGrpSpPr>
          <p:grpSpPr>
            <a:xfrm>
              <a:off x="3658" y="2184"/>
              <a:ext cx="1526" cy="1272"/>
              <a:chOff x="2692" y="4362"/>
              <a:chExt cx="3815" cy="3181"/>
            </a:xfrm>
          </p:grpSpPr>
          <p:sp>
            <p:nvSpPr>
              <p:cNvPr id="92182" name="Line 5"/>
              <p:cNvSpPr/>
              <p:nvPr/>
            </p:nvSpPr>
            <p:spPr>
              <a:xfrm flipV="1">
                <a:off x="4468" y="5891"/>
                <a:ext cx="0" cy="1650"/>
              </a:xfrm>
              <a:prstGeom prst="line">
                <a:avLst/>
              </a:prstGeom>
              <a:ln w="38100" cap="flat" cmpd="sng">
                <a:solidFill>
                  <a:srgbClr val="000000"/>
                </a:solidFill>
                <a:prstDash val="solid"/>
                <a:headEnd type="none" w="med" len="med"/>
                <a:tailEnd type="none" w="med" len="med"/>
              </a:ln>
            </p:spPr>
          </p:sp>
          <p:sp>
            <p:nvSpPr>
              <p:cNvPr id="92183" name="Oval 6"/>
              <p:cNvSpPr/>
              <p:nvPr/>
            </p:nvSpPr>
            <p:spPr>
              <a:xfrm flipV="1">
                <a:off x="4303" y="6848"/>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184" name="Oval 7"/>
              <p:cNvSpPr/>
              <p:nvPr/>
            </p:nvSpPr>
            <p:spPr>
              <a:xfrm flipV="1">
                <a:off x="4303" y="6639"/>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185" name="Oval 8"/>
              <p:cNvSpPr/>
              <p:nvPr/>
            </p:nvSpPr>
            <p:spPr>
              <a:xfrm flipV="1">
                <a:off x="4303" y="6429"/>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186" name="Rectangle 9"/>
              <p:cNvSpPr/>
              <p:nvPr/>
            </p:nvSpPr>
            <p:spPr>
              <a:xfrm flipV="1">
                <a:off x="4230" y="6397"/>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187" name="Line 10"/>
              <p:cNvSpPr/>
              <p:nvPr/>
            </p:nvSpPr>
            <p:spPr>
              <a:xfrm flipH="1" flipV="1">
                <a:off x="6361" y="4753"/>
                <a:ext cx="0" cy="1974"/>
              </a:xfrm>
              <a:prstGeom prst="line">
                <a:avLst/>
              </a:prstGeom>
              <a:ln w="38100" cap="flat" cmpd="sng">
                <a:solidFill>
                  <a:srgbClr val="000000"/>
                </a:solidFill>
                <a:prstDash val="solid"/>
                <a:headEnd type="none" w="med" len="med"/>
                <a:tailEnd type="none" w="med" len="med"/>
              </a:ln>
            </p:spPr>
          </p:sp>
          <p:sp>
            <p:nvSpPr>
              <p:cNvPr id="92188" name="Rectangle 11"/>
              <p:cNvSpPr/>
              <p:nvPr/>
            </p:nvSpPr>
            <p:spPr>
              <a:xfrm flipV="1">
                <a:off x="6243" y="534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2189" name="Line 12"/>
              <p:cNvSpPr/>
              <p:nvPr/>
            </p:nvSpPr>
            <p:spPr>
              <a:xfrm>
                <a:off x="2714" y="7541"/>
                <a:ext cx="3639" cy="2"/>
              </a:xfrm>
              <a:prstGeom prst="line">
                <a:avLst/>
              </a:prstGeom>
              <a:ln w="38100" cap="flat" cmpd="sng">
                <a:solidFill>
                  <a:srgbClr val="000000"/>
                </a:solidFill>
                <a:prstDash val="solid"/>
                <a:headEnd type="none" w="med" len="med"/>
                <a:tailEnd type="none" w="med" len="med"/>
              </a:ln>
            </p:spPr>
          </p:sp>
          <p:sp>
            <p:nvSpPr>
              <p:cNvPr id="92190" name="Line 13"/>
              <p:cNvSpPr/>
              <p:nvPr/>
            </p:nvSpPr>
            <p:spPr>
              <a:xfrm flipV="1">
                <a:off x="2692" y="4373"/>
                <a:ext cx="3661" cy="13"/>
              </a:xfrm>
              <a:prstGeom prst="line">
                <a:avLst/>
              </a:prstGeom>
              <a:ln w="38100" cap="flat" cmpd="sng">
                <a:solidFill>
                  <a:srgbClr val="000000"/>
                </a:solidFill>
                <a:prstDash val="solid"/>
                <a:headEnd type="none" w="med" len="med"/>
                <a:tailEnd type="none" w="med" len="med"/>
              </a:ln>
            </p:spPr>
          </p:sp>
          <p:sp>
            <p:nvSpPr>
              <p:cNvPr id="92191" name="Line 14"/>
              <p:cNvSpPr/>
              <p:nvPr/>
            </p:nvSpPr>
            <p:spPr>
              <a:xfrm rot="5400000" flipV="1">
                <a:off x="3493" y="4219"/>
                <a:ext cx="0" cy="308"/>
              </a:xfrm>
              <a:prstGeom prst="line">
                <a:avLst/>
              </a:prstGeom>
              <a:ln w="38100" cap="flat" cmpd="sng">
                <a:solidFill>
                  <a:srgbClr val="000000"/>
                </a:solidFill>
                <a:prstDash val="solid"/>
                <a:headEnd type="none" w="med" len="med"/>
                <a:tailEnd type="triangle" w="med" len="med"/>
              </a:ln>
            </p:spPr>
          </p:sp>
          <p:sp>
            <p:nvSpPr>
              <p:cNvPr id="92192" name="Line 15"/>
              <p:cNvSpPr/>
              <p:nvPr/>
            </p:nvSpPr>
            <p:spPr>
              <a:xfrm flipH="1">
                <a:off x="4472" y="4373"/>
                <a:ext cx="11" cy="528"/>
              </a:xfrm>
              <a:prstGeom prst="line">
                <a:avLst/>
              </a:prstGeom>
              <a:ln w="38100" cap="flat" cmpd="sng">
                <a:solidFill>
                  <a:srgbClr val="000000"/>
                </a:solidFill>
                <a:prstDash val="solid"/>
                <a:headEnd type="none" w="med" len="med"/>
                <a:tailEnd type="triangle" w="med" len="med"/>
              </a:ln>
            </p:spPr>
          </p:sp>
          <p:sp>
            <p:nvSpPr>
              <p:cNvPr id="92193" name="Line 16"/>
              <p:cNvSpPr/>
              <p:nvPr/>
            </p:nvSpPr>
            <p:spPr>
              <a:xfrm flipV="1">
                <a:off x="6342" y="7145"/>
                <a:ext cx="0" cy="363"/>
              </a:xfrm>
              <a:prstGeom prst="line">
                <a:avLst/>
              </a:prstGeom>
              <a:ln w="38100" cap="flat" cmpd="sng">
                <a:solidFill>
                  <a:srgbClr val="000000"/>
                </a:solidFill>
                <a:prstDash val="solid"/>
                <a:headEnd type="none" w="med" len="med"/>
                <a:tailEnd type="none" w="med" len="med"/>
              </a:ln>
            </p:spPr>
          </p:sp>
          <p:grpSp>
            <p:nvGrpSpPr>
              <p:cNvPr id="92194" name="Group 17"/>
              <p:cNvGrpSpPr/>
              <p:nvPr/>
            </p:nvGrpSpPr>
            <p:grpSpPr>
              <a:xfrm>
                <a:off x="4351" y="4483"/>
                <a:ext cx="223" cy="1974"/>
                <a:chOff x="4351" y="4483"/>
                <a:chExt cx="223" cy="1974"/>
              </a:xfrm>
            </p:grpSpPr>
            <p:sp>
              <p:nvSpPr>
                <p:cNvPr id="92201" name="Line 18"/>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92202" name="Rectangle 19"/>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2195" name="Group 20"/>
              <p:cNvGrpSpPr/>
              <p:nvPr/>
            </p:nvGrpSpPr>
            <p:grpSpPr>
              <a:xfrm>
                <a:off x="6188" y="6353"/>
                <a:ext cx="319" cy="1090"/>
                <a:chOff x="6188" y="6353"/>
                <a:chExt cx="319" cy="1090"/>
              </a:xfrm>
            </p:grpSpPr>
            <p:sp>
              <p:nvSpPr>
                <p:cNvPr id="92197" name="Line 21"/>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92198" name="Line 22"/>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92199" name="Line 23"/>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92200" name="Line 24"/>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92196" name="Line 25"/>
              <p:cNvSpPr/>
              <p:nvPr/>
            </p:nvSpPr>
            <p:spPr>
              <a:xfrm flipH="1">
                <a:off x="6331" y="4362"/>
                <a:ext cx="22" cy="583"/>
              </a:xfrm>
              <a:prstGeom prst="line">
                <a:avLst/>
              </a:prstGeom>
              <a:ln w="38100" cap="flat" cmpd="sng">
                <a:solidFill>
                  <a:srgbClr val="000000"/>
                </a:solidFill>
                <a:prstDash val="solid"/>
                <a:headEnd type="none" w="med" len="med"/>
                <a:tailEnd type="triangle" w="med" len="med"/>
              </a:ln>
            </p:spPr>
          </p:sp>
        </p:grpSp>
        <p:sp>
          <p:nvSpPr>
            <p:cNvPr id="92174" name="Text Box 26"/>
            <p:cNvSpPr txBox="1"/>
            <p:nvPr/>
          </p:nvSpPr>
          <p:spPr>
            <a:xfrm>
              <a:off x="3504" y="2304"/>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92175" name="Text Box 27"/>
            <p:cNvSpPr txBox="1"/>
            <p:nvPr/>
          </p:nvSpPr>
          <p:spPr>
            <a:xfrm>
              <a:off x="5184"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2176" name="Text Box 28"/>
            <p:cNvSpPr txBox="1"/>
            <p:nvPr/>
          </p:nvSpPr>
          <p:spPr>
            <a:xfrm>
              <a:off x="4512" y="3120"/>
              <a:ext cx="81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2177" name="Text Box 29"/>
            <p:cNvSpPr txBox="1"/>
            <p:nvPr/>
          </p:nvSpPr>
          <p:spPr>
            <a:xfrm>
              <a:off x="4752" y="2592"/>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2</a:t>
              </a:r>
              <a:endParaRPr lang="en-US" altLang="zh-CN" sz="2400" b="1" dirty="0">
                <a:latin typeface="Times New Roman" panose="02020603050405020304" pitchFamily="18" charset="0"/>
                <a:ea typeface="华文中宋" panose="02010600040101010101" pitchFamily="2" charset="-122"/>
              </a:endParaRPr>
            </a:p>
          </p:txBody>
        </p:sp>
        <p:sp>
          <p:nvSpPr>
            <p:cNvPr id="92178" name="Text Box 30"/>
            <p:cNvSpPr txBox="1"/>
            <p:nvPr/>
          </p:nvSpPr>
          <p:spPr>
            <a:xfrm>
              <a:off x="4032" y="1920"/>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92179" name="Text Box 31"/>
            <p:cNvSpPr txBox="1"/>
            <p:nvPr/>
          </p:nvSpPr>
          <p:spPr>
            <a:xfrm>
              <a:off x="4032" y="254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sp>
          <p:nvSpPr>
            <p:cNvPr id="92180" name="Text Box 32"/>
            <p:cNvSpPr txBox="1"/>
            <p:nvPr/>
          </p:nvSpPr>
          <p:spPr>
            <a:xfrm>
              <a:off x="3984" y="302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j</a:t>
              </a:r>
              <a:r>
                <a:rPr lang="en-US" altLang="zh-CN" sz="2400" b="1" i="1" dirty="0">
                  <a:latin typeface="Times New Roman" panose="02020603050405020304" pitchFamily="18" charset="0"/>
                  <a:ea typeface="华文中宋" panose="02010600040101010101" pitchFamily="2" charset="-122"/>
                </a:rPr>
                <a:t>X</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92181" name="Text Box 33"/>
            <p:cNvSpPr txBox="1"/>
            <p:nvPr/>
          </p:nvSpPr>
          <p:spPr>
            <a:xfrm>
              <a:off x="4416" y="225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1</a:t>
              </a:r>
              <a:endParaRPr lang="en-US" altLang="zh-CN" sz="2400" b="1" dirty="0">
                <a:latin typeface="Times New Roman" panose="02020603050405020304" pitchFamily="18" charset="0"/>
                <a:ea typeface="华文中宋" panose="02010600040101010101" pitchFamily="2" charset="-122"/>
              </a:endParaRPr>
            </a:p>
          </p:txBody>
        </p:sp>
      </p:grpSp>
      <p:graphicFrame>
        <p:nvGraphicFramePr>
          <p:cNvPr id="877602" name="Object 34"/>
          <p:cNvGraphicFramePr>
            <a:graphicFrameLocks noChangeAspect="1"/>
          </p:cNvGraphicFramePr>
          <p:nvPr/>
        </p:nvGraphicFramePr>
        <p:xfrm>
          <a:off x="977900" y="763588"/>
          <a:ext cx="4816475" cy="504825"/>
        </p:xfrm>
        <a:graphic>
          <a:graphicData uri="http://schemas.openxmlformats.org/presentationml/2006/ole">
            <mc:AlternateContent xmlns:mc="http://schemas.openxmlformats.org/markup-compatibility/2006">
              <mc:Choice xmlns:v="urn:schemas-microsoft-com:vml" Requires="v">
                <p:oleObj spid="_x0000_s3424" name="" r:id="rId1" imgW="1879600" imgH="215900" progId="Equation.3">
                  <p:embed/>
                </p:oleObj>
              </mc:Choice>
              <mc:Fallback>
                <p:oleObj name="" r:id="rId1" imgW="1879600" imgH="215900" progId="Equation.3">
                  <p:embed/>
                  <p:pic>
                    <p:nvPicPr>
                      <p:cNvPr id="0" name="图片 3423"/>
                      <p:cNvPicPr/>
                      <p:nvPr/>
                    </p:nvPicPr>
                    <p:blipFill>
                      <a:blip r:embed="rId2"/>
                      <a:stretch>
                        <a:fillRect/>
                      </a:stretch>
                    </p:blipFill>
                    <p:spPr>
                      <a:xfrm>
                        <a:off x="977900" y="763588"/>
                        <a:ext cx="4816475" cy="504825"/>
                      </a:xfrm>
                      <a:prstGeom prst="rect">
                        <a:avLst/>
                      </a:prstGeom>
                      <a:noFill/>
                      <a:ln w="38100">
                        <a:noFill/>
                        <a:miter/>
                      </a:ln>
                    </p:spPr>
                  </p:pic>
                </p:oleObj>
              </mc:Fallback>
            </mc:AlternateContent>
          </a:graphicData>
        </a:graphic>
      </p:graphicFrame>
      <p:sp>
        <p:nvSpPr>
          <p:cNvPr id="877603" name="Text Box 35"/>
          <p:cNvSpPr txBox="1"/>
          <p:nvPr/>
        </p:nvSpPr>
        <p:spPr>
          <a:xfrm>
            <a:off x="901700" y="1358900"/>
            <a:ext cx="2057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电路总功率</a:t>
            </a:r>
            <a:endParaRPr lang="zh-CN" altLang="en-US" sz="2800" b="1" dirty="0">
              <a:solidFill>
                <a:schemeClr val="accent2"/>
              </a:solidFill>
              <a:latin typeface="Times New Roman" panose="02020603050405020304" pitchFamily="18" charset="0"/>
              <a:ea typeface="华文中宋" panose="02010600040101010101" pitchFamily="2" charset="-122"/>
            </a:endParaRPr>
          </a:p>
        </p:txBody>
      </p:sp>
      <p:graphicFrame>
        <p:nvGraphicFramePr>
          <p:cNvPr id="877604" name="Object 36"/>
          <p:cNvGraphicFramePr>
            <a:graphicFrameLocks noChangeAspect="1"/>
          </p:cNvGraphicFramePr>
          <p:nvPr/>
        </p:nvGraphicFramePr>
        <p:xfrm>
          <a:off x="692150" y="2058988"/>
          <a:ext cx="8201025" cy="503237"/>
        </p:xfrm>
        <a:graphic>
          <a:graphicData uri="http://schemas.openxmlformats.org/presentationml/2006/ole">
            <mc:AlternateContent xmlns:mc="http://schemas.openxmlformats.org/markup-compatibility/2006">
              <mc:Choice xmlns:v="urn:schemas-microsoft-com:vml" Requires="v">
                <p:oleObj spid="_x0000_s3425" name="" r:id="rId3" imgW="3200400" imgH="215900" progId="Equation.3">
                  <p:embed/>
                </p:oleObj>
              </mc:Choice>
              <mc:Fallback>
                <p:oleObj name="" r:id="rId3" imgW="3200400" imgH="215900" progId="Equation.3">
                  <p:embed/>
                  <p:pic>
                    <p:nvPicPr>
                      <p:cNvPr id="0" name="图片 3424"/>
                      <p:cNvPicPr/>
                      <p:nvPr/>
                    </p:nvPicPr>
                    <p:blipFill>
                      <a:blip r:embed="rId4"/>
                      <a:stretch>
                        <a:fillRect/>
                      </a:stretch>
                    </p:blipFill>
                    <p:spPr>
                      <a:xfrm>
                        <a:off x="692150" y="2058988"/>
                        <a:ext cx="8201025" cy="503237"/>
                      </a:xfrm>
                      <a:prstGeom prst="rect">
                        <a:avLst/>
                      </a:prstGeom>
                      <a:noFill/>
                      <a:ln w="38100">
                        <a:noFill/>
                        <a:miter/>
                      </a:ln>
                    </p:spPr>
                  </p:pic>
                </p:oleObj>
              </mc:Fallback>
            </mc:AlternateContent>
          </a:graphicData>
        </a:graphic>
      </p:graphicFrame>
      <p:graphicFrame>
        <p:nvGraphicFramePr>
          <p:cNvPr id="877605" name="Object 37"/>
          <p:cNvGraphicFramePr>
            <a:graphicFrameLocks noChangeAspect="1"/>
          </p:cNvGraphicFramePr>
          <p:nvPr/>
        </p:nvGraphicFramePr>
        <p:xfrm>
          <a:off x="747713" y="3192463"/>
          <a:ext cx="5500687" cy="504825"/>
        </p:xfrm>
        <a:graphic>
          <a:graphicData uri="http://schemas.openxmlformats.org/presentationml/2006/ole">
            <mc:AlternateContent xmlns:mc="http://schemas.openxmlformats.org/markup-compatibility/2006">
              <mc:Choice xmlns:v="urn:schemas-microsoft-com:vml" Requires="v">
                <p:oleObj spid="_x0000_s3422" name="" r:id="rId5" imgW="2145665" imgH="215900" progId="Equation.3">
                  <p:embed/>
                </p:oleObj>
              </mc:Choice>
              <mc:Fallback>
                <p:oleObj name="" r:id="rId5" imgW="2145665" imgH="215900" progId="Equation.3">
                  <p:embed/>
                  <p:pic>
                    <p:nvPicPr>
                      <p:cNvPr id="0" name="图片 3421"/>
                      <p:cNvPicPr/>
                      <p:nvPr/>
                    </p:nvPicPr>
                    <p:blipFill>
                      <a:blip r:embed="rId6"/>
                      <a:stretch>
                        <a:fillRect/>
                      </a:stretch>
                    </p:blipFill>
                    <p:spPr>
                      <a:xfrm>
                        <a:off x="747713" y="3192463"/>
                        <a:ext cx="5500687" cy="504825"/>
                      </a:xfrm>
                      <a:prstGeom prst="rect">
                        <a:avLst/>
                      </a:prstGeom>
                      <a:noFill/>
                      <a:ln w="38100">
                        <a:noFill/>
                        <a:miter/>
                      </a:ln>
                    </p:spPr>
                  </p:pic>
                </p:oleObj>
              </mc:Fallback>
            </mc:AlternateContent>
          </a:graphicData>
        </a:graphic>
      </p:graphicFrame>
      <p:graphicFrame>
        <p:nvGraphicFramePr>
          <p:cNvPr id="877606" name="Object 38"/>
          <p:cNvGraphicFramePr>
            <a:graphicFrameLocks noChangeAspect="1"/>
          </p:cNvGraphicFramePr>
          <p:nvPr/>
        </p:nvGraphicFramePr>
        <p:xfrm>
          <a:off x="719138" y="2592388"/>
          <a:ext cx="8153400" cy="504825"/>
        </p:xfrm>
        <a:graphic>
          <a:graphicData uri="http://schemas.openxmlformats.org/presentationml/2006/ole">
            <mc:AlternateContent xmlns:mc="http://schemas.openxmlformats.org/markup-compatibility/2006">
              <mc:Choice xmlns:v="urn:schemas-microsoft-com:vml" Requires="v">
                <p:oleObj spid="_x0000_s3423" name="" r:id="rId7" imgW="3314700" imgH="215900" progId="Equation.3">
                  <p:embed/>
                </p:oleObj>
              </mc:Choice>
              <mc:Fallback>
                <p:oleObj name="" r:id="rId7" imgW="3314700" imgH="215900" progId="Equation.3">
                  <p:embed/>
                  <p:pic>
                    <p:nvPicPr>
                      <p:cNvPr id="0" name="图片 3422"/>
                      <p:cNvPicPr/>
                      <p:nvPr/>
                    </p:nvPicPr>
                    <p:blipFill>
                      <a:blip r:embed="rId8"/>
                      <a:stretch>
                        <a:fillRect/>
                      </a:stretch>
                    </p:blipFill>
                    <p:spPr>
                      <a:xfrm>
                        <a:off x="719138" y="2592388"/>
                        <a:ext cx="8153400" cy="504825"/>
                      </a:xfrm>
                      <a:prstGeom prst="rect">
                        <a:avLst/>
                      </a:prstGeom>
                      <a:noFill/>
                      <a:ln w="38100">
                        <a:noFill/>
                        <a:miter/>
                      </a:ln>
                    </p:spPr>
                  </p:pic>
                </p:oleObj>
              </mc:Fallback>
            </mc:AlternateContent>
          </a:graphicData>
        </a:graphic>
      </p:graphicFrame>
      <p:sp>
        <p:nvSpPr>
          <p:cNvPr id="877607" name="Text Box 39"/>
          <p:cNvSpPr txBox="1"/>
          <p:nvPr/>
        </p:nvSpPr>
        <p:spPr>
          <a:xfrm>
            <a:off x="749300" y="3873500"/>
            <a:ext cx="3048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讨论：</a:t>
            </a:r>
            <a:r>
              <a:rPr lang="zh-CN" altLang="en-US" sz="2800" b="1" dirty="0">
                <a:latin typeface="Times New Roman" panose="02020603050405020304" pitchFamily="18" charset="0"/>
                <a:ea typeface="华文中宋" panose="02010600040101010101" pitchFamily="2" charset="-122"/>
              </a:rPr>
              <a:t>可以看出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7608" name="Object 40"/>
          <p:cNvGraphicFramePr>
            <a:graphicFrameLocks noChangeAspect="1"/>
          </p:cNvGraphicFramePr>
          <p:nvPr/>
        </p:nvGraphicFramePr>
        <p:xfrm>
          <a:off x="698500" y="4559300"/>
          <a:ext cx="4851400" cy="503238"/>
        </p:xfrm>
        <a:graphic>
          <a:graphicData uri="http://schemas.openxmlformats.org/presentationml/2006/ole">
            <mc:AlternateContent xmlns:mc="http://schemas.openxmlformats.org/markup-compatibility/2006">
              <mc:Choice xmlns:v="urn:schemas-microsoft-com:vml" Requires="v">
                <p:oleObj spid="_x0000_s3430" name="" r:id="rId9" imgW="1892300" imgH="215900" progId="Equation.3">
                  <p:embed/>
                </p:oleObj>
              </mc:Choice>
              <mc:Fallback>
                <p:oleObj name="" r:id="rId9" imgW="1892300" imgH="215900" progId="Equation.3">
                  <p:embed/>
                  <p:pic>
                    <p:nvPicPr>
                      <p:cNvPr id="0" name="图片 3429"/>
                      <p:cNvPicPr/>
                      <p:nvPr/>
                    </p:nvPicPr>
                    <p:blipFill>
                      <a:blip r:embed="rId10"/>
                      <a:stretch>
                        <a:fillRect/>
                      </a:stretch>
                    </p:blipFill>
                    <p:spPr>
                      <a:xfrm>
                        <a:off x="698500" y="4559300"/>
                        <a:ext cx="4851400" cy="503238"/>
                      </a:xfrm>
                      <a:prstGeom prst="rect">
                        <a:avLst/>
                      </a:prstGeom>
                      <a:noFill/>
                      <a:ln w="38100">
                        <a:noFill/>
                        <a:miter/>
                      </a:ln>
                    </p:spPr>
                  </p:pic>
                </p:oleObj>
              </mc:Fallback>
            </mc:AlternateContent>
          </a:graphicData>
        </a:graphic>
      </p:graphicFrame>
      <p:graphicFrame>
        <p:nvGraphicFramePr>
          <p:cNvPr id="877609" name="Object 41"/>
          <p:cNvGraphicFramePr>
            <a:graphicFrameLocks noChangeAspect="1"/>
          </p:cNvGraphicFramePr>
          <p:nvPr/>
        </p:nvGraphicFramePr>
        <p:xfrm>
          <a:off x="673100" y="5168900"/>
          <a:ext cx="4852988" cy="503238"/>
        </p:xfrm>
        <a:graphic>
          <a:graphicData uri="http://schemas.openxmlformats.org/presentationml/2006/ole">
            <mc:AlternateContent xmlns:mc="http://schemas.openxmlformats.org/markup-compatibility/2006">
              <mc:Choice xmlns:v="urn:schemas-microsoft-com:vml" Requires="v">
                <p:oleObj spid="_x0000_s3426" name="" r:id="rId11" imgW="1892300" imgH="215900" progId="Equation.3">
                  <p:embed/>
                </p:oleObj>
              </mc:Choice>
              <mc:Fallback>
                <p:oleObj name="" r:id="rId11" imgW="1892300" imgH="215900" progId="Equation.3">
                  <p:embed/>
                  <p:pic>
                    <p:nvPicPr>
                      <p:cNvPr id="0" name="图片 3425"/>
                      <p:cNvPicPr/>
                      <p:nvPr/>
                    </p:nvPicPr>
                    <p:blipFill>
                      <a:blip r:embed="rId12"/>
                      <a:stretch>
                        <a:fillRect/>
                      </a:stretch>
                    </p:blipFill>
                    <p:spPr>
                      <a:xfrm>
                        <a:off x="673100" y="5168900"/>
                        <a:ext cx="4852988" cy="503238"/>
                      </a:xfrm>
                      <a:prstGeom prst="rect">
                        <a:avLst/>
                      </a:prstGeom>
                      <a:noFill/>
                      <a:ln w="38100">
                        <a:noFill/>
                        <a:miter/>
                      </a:ln>
                    </p:spPr>
                  </p:pic>
                </p:oleObj>
              </mc:Fallback>
            </mc:AlternateContent>
          </a:graphicData>
        </a:graphic>
      </p:graphicFrame>
      <p:graphicFrame>
        <p:nvGraphicFramePr>
          <p:cNvPr id="877610" name="Object 42"/>
          <p:cNvGraphicFramePr>
            <a:graphicFrameLocks noChangeAspect="1"/>
          </p:cNvGraphicFramePr>
          <p:nvPr/>
        </p:nvGraphicFramePr>
        <p:xfrm>
          <a:off x="722313" y="5778500"/>
          <a:ext cx="5211762" cy="503238"/>
        </p:xfrm>
        <a:graphic>
          <a:graphicData uri="http://schemas.openxmlformats.org/presentationml/2006/ole">
            <mc:AlternateContent xmlns:mc="http://schemas.openxmlformats.org/markup-compatibility/2006">
              <mc:Choice xmlns:v="urn:schemas-microsoft-com:vml" Requires="v">
                <p:oleObj spid="_x0000_s3429" name="" r:id="rId13" imgW="2032000" imgH="215900" progId="Equation.3">
                  <p:embed/>
                </p:oleObj>
              </mc:Choice>
              <mc:Fallback>
                <p:oleObj name="" r:id="rId13" imgW="2032000" imgH="215900" progId="Equation.3">
                  <p:embed/>
                  <p:pic>
                    <p:nvPicPr>
                      <p:cNvPr id="0" name="图片 3428"/>
                      <p:cNvPicPr/>
                      <p:nvPr/>
                    </p:nvPicPr>
                    <p:blipFill>
                      <a:blip r:embed="rId14"/>
                      <a:stretch>
                        <a:fillRect/>
                      </a:stretch>
                    </p:blipFill>
                    <p:spPr>
                      <a:xfrm>
                        <a:off x="722313" y="5778500"/>
                        <a:ext cx="5211762" cy="5032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77602"/>
                                        </p:tgtEl>
                                        <p:attrNameLst>
                                          <p:attrName>style.visibility</p:attrName>
                                        </p:attrNameLst>
                                      </p:cBhvr>
                                      <p:to>
                                        <p:strVal val="visible"/>
                                      </p:to>
                                    </p:set>
                                    <p:animEffect transition="in" filter="wipe(left)">
                                      <p:cBhvr>
                                        <p:cTn id="15" dur="500"/>
                                        <p:tgtEl>
                                          <p:spTgt spid="87760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77603"/>
                                        </p:tgtEl>
                                        <p:attrNameLst>
                                          <p:attrName>style.visibility</p:attrName>
                                        </p:attrNameLst>
                                      </p:cBhvr>
                                      <p:to>
                                        <p:strVal val="visible"/>
                                      </p:to>
                                    </p:set>
                                    <p:animEffect transition="in" filter="wipe(left)">
                                      <p:cBhvr>
                                        <p:cTn id="20" dur="500"/>
                                        <p:tgtEl>
                                          <p:spTgt spid="87760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77604"/>
                                        </p:tgtEl>
                                        <p:attrNameLst>
                                          <p:attrName>style.visibility</p:attrName>
                                        </p:attrNameLst>
                                      </p:cBhvr>
                                      <p:to>
                                        <p:strVal val="visible"/>
                                      </p:to>
                                    </p:set>
                                    <p:animEffect transition="in" filter="wipe(left)">
                                      <p:cBhvr>
                                        <p:cTn id="25" dur="500"/>
                                        <p:tgtEl>
                                          <p:spTgt spid="877604"/>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877606"/>
                                        </p:tgtEl>
                                        <p:attrNameLst>
                                          <p:attrName>style.visibility</p:attrName>
                                        </p:attrNameLst>
                                      </p:cBhvr>
                                      <p:to>
                                        <p:strVal val="visible"/>
                                      </p:to>
                                    </p:set>
                                    <p:animEffect transition="in" filter="wipe(left)">
                                      <p:cBhvr>
                                        <p:cTn id="29" dur="500"/>
                                        <p:tgtEl>
                                          <p:spTgt spid="877606"/>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877605"/>
                                        </p:tgtEl>
                                        <p:attrNameLst>
                                          <p:attrName>style.visibility</p:attrName>
                                        </p:attrNameLst>
                                      </p:cBhvr>
                                      <p:to>
                                        <p:strVal val="visible"/>
                                      </p:to>
                                    </p:set>
                                    <p:animEffect transition="in" filter="wipe(left)">
                                      <p:cBhvr>
                                        <p:cTn id="33" dur="500"/>
                                        <p:tgtEl>
                                          <p:spTgt spid="87760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77607"/>
                                        </p:tgtEl>
                                        <p:attrNameLst>
                                          <p:attrName>style.visibility</p:attrName>
                                        </p:attrNameLst>
                                      </p:cBhvr>
                                      <p:to>
                                        <p:strVal val="visible"/>
                                      </p:to>
                                    </p:set>
                                    <p:animEffect transition="in" filter="wipe(left)">
                                      <p:cBhvr>
                                        <p:cTn id="38" dur="500"/>
                                        <p:tgtEl>
                                          <p:spTgt spid="87760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77608"/>
                                        </p:tgtEl>
                                        <p:attrNameLst>
                                          <p:attrName>style.visibility</p:attrName>
                                        </p:attrNameLst>
                                      </p:cBhvr>
                                      <p:to>
                                        <p:strVal val="visible"/>
                                      </p:to>
                                    </p:set>
                                    <p:animEffect transition="in" filter="wipe(left)">
                                      <p:cBhvr>
                                        <p:cTn id="43" dur="500"/>
                                        <p:tgtEl>
                                          <p:spTgt spid="877608"/>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877609"/>
                                        </p:tgtEl>
                                        <p:attrNameLst>
                                          <p:attrName>style.visibility</p:attrName>
                                        </p:attrNameLst>
                                      </p:cBhvr>
                                      <p:to>
                                        <p:strVal val="visible"/>
                                      </p:to>
                                    </p:set>
                                    <p:animEffect transition="in" filter="wipe(left)">
                                      <p:cBhvr>
                                        <p:cTn id="47" dur="500"/>
                                        <p:tgtEl>
                                          <p:spTgt spid="877609"/>
                                        </p:tgtEl>
                                      </p:cBhvr>
                                    </p:animEffect>
                                  </p:childTnLst>
                                </p:cTn>
                              </p:par>
                            </p:childTnLst>
                          </p:cTn>
                        </p:par>
                        <p:par>
                          <p:cTn id="48" fill="hold">
                            <p:stCondLst>
                              <p:cond delay="1000"/>
                            </p:stCondLst>
                            <p:childTnLst>
                              <p:par>
                                <p:cTn id="49" presetID="22" presetClass="entr" presetSubtype="8" fill="hold" nodeType="afterEffect">
                                  <p:stCondLst>
                                    <p:cond delay="0"/>
                                  </p:stCondLst>
                                  <p:childTnLst>
                                    <p:set>
                                      <p:cBhvr>
                                        <p:cTn id="50" dur="1" fill="hold">
                                          <p:stCondLst>
                                            <p:cond delay="0"/>
                                          </p:stCondLst>
                                        </p:cTn>
                                        <p:tgtEl>
                                          <p:spTgt spid="877610"/>
                                        </p:tgtEl>
                                        <p:attrNameLst>
                                          <p:attrName>style.visibility</p:attrName>
                                        </p:attrNameLst>
                                      </p:cBhvr>
                                      <p:to>
                                        <p:strVal val="visible"/>
                                      </p:to>
                                    </p:set>
                                    <p:animEffect transition="in" filter="wipe(left)">
                                      <p:cBhvr>
                                        <p:cTn id="51" dur="500"/>
                                        <p:tgtEl>
                                          <p:spTgt spid="877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7603" grpId="0"/>
      <p:bldP spid="87760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78595" name="Rectangle 3"/>
          <p:cNvSpPr/>
          <p:nvPr/>
        </p:nvSpPr>
        <p:spPr>
          <a:xfrm>
            <a:off x="468313" y="457200"/>
            <a:ext cx="7772400" cy="609600"/>
          </a:xfrm>
          <a:prstGeom prst="rect">
            <a:avLst/>
          </a:prstGeom>
          <a:noFill/>
          <a:ln w="9525">
            <a:noFill/>
          </a:ln>
        </p:spPr>
        <p:txBody>
          <a:bodyPr anchor="ct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4400" b="1" dirty="0">
                <a:solidFill>
                  <a:schemeClr val="tx2"/>
                </a:solidFill>
                <a:latin typeface="Times New Roman" panose="02020603050405020304" pitchFamily="18" charset="0"/>
                <a:ea typeface="华文中宋" panose="02010600040101010101" pitchFamily="2" charset="-122"/>
              </a:rPr>
              <a:t>3.7  </a:t>
            </a:r>
            <a:r>
              <a:rPr lang="zh-CN" altLang="en-US" sz="4400" b="1" dirty="0">
                <a:solidFill>
                  <a:schemeClr val="tx2"/>
                </a:solidFill>
                <a:latin typeface="Times New Roman" panose="02020603050405020304" pitchFamily="18" charset="0"/>
                <a:ea typeface="华文中宋" panose="02010600040101010101" pitchFamily="2" charset="-122"/>
              </a:rPr>
              <a:t>正弦交流电路中的谐振</a:t>
            </a:r>
            <a:endParaRPr lang="zh-CN" altLang="en-US" sz="4400" b="1" dirty="0">
              <a:solidFill>
                <a:schemeClr val="tx2"/>
              </a:solidFill>
              <a:latin typeface="Times New Roman" panose="02020603050405020304" pitchFamily="18" charset="0"/>
              <a:ea typeface="华文中宋" panose="02010600040101010101" pitchFamily="2" charset="-122"/>
            </a:endParaRPr>
          </a:p>
        </p:txBody>
      </p:sp>
      <p:sp>
        <p:nvSpPr>
          <p:cNvPr id="878596" name="Rectangle 4"/>
          <p:cNvSpPr/>
          <p:nvPr/>
        </p:nvSpPr>
        <p:spPr>
          <a:xfrm>
            <a:off x="381000" y="2438400"/>
            <a:ext cx="64008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b="1" dirty="0">
                <a:solidFill>
                  <a:schemeClr val="accent2"/>
                </a:solidFill>
                <a:latin typeface="Times New Roman" panose="02020603050405020304" pitchFamily="18" charset="0"/>
                <a:ea typeface="华文中宋" panose="02010600040101010101" pitchFamily="2" charset="-122"/>
              </a:rPr>
              <a:t>3.7.1  </a:t>
            </a:r>
            <a:r>
              <a:rPr lang="zh-CN" altLang="en-US" b="1" dirty="0">
                <a:solidFill>
                  <a:schemeClr val="accent2"/>
                </a:solidFill>
                <a:latin typeface="Times New Roman" panose="02020603050405020304" pitchFamily="18" charset="0"/>
                <a:ea typeface="华文中宋" panose="02010600040101010101" pitchFamily="2" charset="-122"/>
              </a:rPr>
              <a:t>串联谐振</a:t>
            </a:r>
            <a:endParaRPr lang="zh-CN" altLang="en-US" b="1" dirty="0">
              <a:solidFill>
                <a:schemeClr val="accent2"/>
              </a:solidFill>
              <a:latin typeface="Times New Roman" panose="02020603050405020304" pitchFamily="18" charset="0"/>
              <a:ea typeface="华文中宋" panose="02010600040101010101" pitchFamily="2" charset="-122"/>
            </a:endParaRPr>
          </a:p>
        </p:txBody>
      </p:sp>
      <p:sp>
        <p:nvSpPr>
          <p:cNvPr id="878597" name="Text Box 5"/>
          <p:cNvSpPr txBox="1"/>
          <p:nvPr/>
        </p:nvSpPr>
        <p:spPr>
          <a:xfrm>
            <a:off x="381000" y="1143000"/>
            <a:ext cx="830580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交流电路中电压与电流一般会有相位差。调节信号源频率或者元件参数，使得电压与电流同相位，这种现象称为</a:t>
            </a:r>
            <a:r>
              <a:rPr lang="zh-CN" altLang="en-US" sz="2400" b="1" dirty="0">
                <a:solidFill>
                  <a:schemeClr val="accent2"/>
                </a:solidFill>
                <a:latin typeface="Times New Roman" panose="02020603050405020304" pitchFamily="18" charset="0"/>
                <a:ea typeface="华文中宋" panose="02010600040101010101" pitchFamily="2" charset="-122"/>
              </a:rPr>
              <a:t>谐振</a:t>
            </a:r>
            <a:r>
              <a:rPr lang="zh-CN" altLang="en-US" sz="2400" b="1" dirty="0">
                <a:latin typeface="Times New Roman" panose="02020603050405020304" pitchFamily="18" charset="0"/>
                <a:ea typeface="华文中宋" panose="02010600040101010101" pitchFamily="2" charset="-122"/>
              </a:rPr>
              <a:t>。</a:t>
            </a:r>
            <a:endParaRPr lang="zh-CN" altLang="en-US" sz="2400" b="1" dirty="0">
              <a:latin typeface="Times New Roman" panose="02020603050405020304" pitchFamily="18" charset="0"/>
              <a:ea typeface="华文中宋" panose="02010600040101010101" pitchFamily="2" charset="-122"/>
            </a:endParaRPr>
          </a:p>
        </p:txBody>
      </p:sp>
      <p:sp>
        <p:nvSpPr>
          <p:cNvPr id="878598" name="Text Box 6"/>
          <p:cNvSpPr txBox="1"/>
          <p:nvPr/>
        </p:nvSpPr>
        <p:spPr>
          <a:xfrm>
            <a:off x="533400" y="2894013"/>
            <a:ext cx="5638800" cy="1570037"/>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发生在</a:t>
            </a:r>
            <a:r>
              <a:rPr lang="en-US" altLang="zh-CN" sz="2400" b="1" i="1" dirty="0">
                <a:latin typeface="Times New Roman" panose="02020603050405020304" pitchFamily="18" charset="0"/>
                <a:ea typeface="华文中宋" panose="02010600040101010101" pitchFamily="2" charset="-122"/>
              </a:rPr>
              <a:t>RLC</a:t>
            </a:r>
            <a:r>
              <a:rPr lang="zh-CN" altLang="en-US" sz="2400" b="1" dirty="0">
                <a:latin typeface="Times New Roman" panose="02020603050405020304" pitchFamily="18" charset="0"/>
                <a:ea typeface="华文中宋" panose="02010600040101010101" pitchFamily="2" charset="-122"/>
              </a:rPr>
              <a:t>串联电路中的谐振称为串联谐振。图</a:t>
            </a:r>
            <a:r>
              <a:rPr lang="en-US" altLang="zh-CN" sz="2400" b="1" dirty="0">
                <a:latin typeface="Times New Roman" panose="02020603050405020304" pitchFamily="18" charset="0"/>
                <a:ea typeface="华文中宋" panose="02010600040101010101" pitchFamily="2" charset="-122"/>
              </a:rPr>
              <a:t>3-31</a:t>
            </a: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a</a:t>
            </a:r>
            <a:r>
              <a:rPr lang="zh-CN" altLang="en-US" sz="2400" b="1" dirty="0">
                <a:latin typeface="Times New Roman" panose="02020603050405020304" pitchFamily="18" charset="0"/>
                <a:ea typeface="华文中宋" panose="02010600040101010101" pitchFamily="2" charset="-122"/>
              </a:rPr>
              <a:t>）所示串联电路，其阻抗为</a:t>
            </a:r>
            <a:endParaRPr lang="zh-CN" altLang="en-US" sz="2400" b="1" dirty="0">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endParaRPr lang="en-US" altLang="zh-CN" sz="2400" b="1" dirty="0">
              <a:latin typeface="Times New Roman" panose="02020603050405020304" pitchFamily="18" charset="0"/>
              <a:ea typeface="华文中宋" panose="02010600040101010101" pitchFamily="2" charset="-122"/>
            </a:endParaRPr>
          </a:p>
        </p:txBody>
      </p:sp>
      <p:graphicFrame>
        <p:nvGraphicFramePr>
          <p:cNvPr id="878599" name="Object 7"/>
          <p:cNvGraphicFramePr>
            <a:graphicFrameLocks noChangeAspect="1"/>
          </p:cNvGraphicFramePr>
          <p:nvPr/>
        </p:nvGraphicFramePr>
        <p:xfrm>
          <a:off x="2438400" y="4267200"/>
          <a:ext cx="3109913" cy="609600"/>
        </p:xfrm>
        <a:graphic>
          <a:graphicData uri="http://schemas.openxmlformats.org/presentationml/2006/ole">
            <mc:AlternateContent xmlns:mc="http://schemas.openxmlformats.org/markup-compatibility/2006">
              <mc:Choice xmlns:v="urn:schemas-microsoft-com:vml" Requires="v">
                <p:oleObj spid="_x0000_s3428" name="" r:id="rId1" imgW="1168400" imgH="228600" progId="Equation.3">
                  <p:embed/>
                </p:oleObj>
              </mc:Choice>
              <mc:Fallback>
                <p:oleObj name="" r:id="rId1" imgW="1168400" imgH="228600" progId="Equation.3">
                  <p:embed/>
                  <p:pic>
                    <p:nvPicPr>
                      <p:cNvPr id="0" name="图片 3427"/>
                      <p:cNvPicPr/>
                      <p:nvPr/>
                    </p:nvPicPr>
                    <p:blipFill>
                      <a:blip r:embed="rId2"/>
                      <a:stretch>
                        <a:fillRect/>
                      </a:stretch>
                    </p:blipFill>
                    <p:spPr>
                      <a:xfrm>
                        <a:off x="2438400" y="4267200"/>
                        <a:ext cx="3109913" cy="609600"/>
                      </a:xfrm>
                      <a:prstGeom prst="rect">
                        <a:avLst/>
                      </a:prstGeom>
                      <a:noFill/>
                      <a:ln w="38100">
                        <a:noFill/>
                        <a:miter/>
                      </a:ln>
                    </p:spPr>
                  </p:pic>
                </p:oleObj>
              </mc:Fallback>
            </mc:AlternateContent>
          </a:graphicData>
        </a:graphic>
      </p:graphicFrame>
      <p:sp>
        <p:nvSpPr>
          <p:cNvPr id="878600" name="Text Box 8"/>
          <p:cNvSpPr txBox="1"/>
          <p:nvPr/>
        </p:nvSpPr>
        <p:spPr>
          <a:xfrm>
            <a:off x="533400" y="4876800"/>
            <a:ext cx="5562600" cy="830263"/>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dirty="0">
                <a:latin typeface="Times New Roman" panose="02020603050405020304" pitchFamily="18" charset="0"/>
                <a:ea typeface="华文中宋" panose="02010600040101010101" pitchFamily="2" charset="-122"/>
              </a:rPr>
              <a:t>       </a:t>
            </a:r>
            <a:r>
              <a:rPr lang="zh-CN" altLang="en-US" sz="2400" b="1" dirty="0">
                <a:latin typeface="Times New Roman" panose="02020603050405020304" pitchFamily="18" charset="0"/>
                <a:ea typeface="华文中宋" panose="02010600040101010101" pitchFamily="2" charset="-122"/>
              </a:rPr>
              <a:t>若电路处于谐振状态，阻抗应为纯电阻，必须满足</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78601" name="Object 9"/>
          <p:cNvGraphicFramePr>
            <a:graphicFrameLocks noChangeAspect="1"/>
          </p:cNvGraphicFramePr>
          <p:nvPr/>
        </p:nvGraphicFramePr>
        <p:xfrm>
          <a:off x="3200400" y="5867400"/>
          <a:ext cx="2197100" cy="609600"/>
        </p:xfrm>
        <a:graphic>
          <a:graphicData uri="http://schemas.openxmlformats.org/presentationml/2006/ole">
            <mc:AlternateContent xmlns:mc="http://schemas.openxmlformats.org/markup-compatibility/2006">
              <mc:Choice xmlns:v="urn:schemas-microsoft-com:vml" Requires="v">
                <p:oleObj spid="_x0000_s3427" name="" r:id="rId3" imgW="825500" imgH="228600" progId="Equation.3">
                  <p:embed/>
                </p:oleObj>
              </mc:Choice>
              <mc:Fallback>
                <p:oleObj name="" r:id="rId3" imgW="825500" imgH="228600" progId="Equation.3">
                  <p:embed/>
                  <p:pic>
                    <p:nvPicPr>
                      <p:cNvPr id="0" name="图片 3426"/>
                      <p:cNvPicPr/>
                      <p:nvPr/>
                    </p:nvPicPr>
                    <p:blipFill>
                      <a:blip r:embed="rId4"/>
                      <a:stretch>
                        <a:fillRect/>
                      </a:stretch>
                    </p:blipFill>
                    <p:spPr>
                      <a:xfrm>
                        <a:off x="3200400" y="5867400"/>
                        <a:ext cx="2197100" cy="609600"/>
                      </a:xfrm>
                      <a:prstGeom prst="rect">
                        <a:avLst/>
                      </a:prstGeom>
                      <a:noFill/>
                      <a:ln w="38100">
                        <a:noFill/>
                        <a:miter/>
                      </a:ln>
                    </p:spPr>
                  </p:pic>
                </p:oleObj>
              </mc:Fallback>
            </mc:AlternateContent>
          </a:graphicData>
        </a:graphic>
      </p:graphicFrame>
      <p:grpSp>
        <p:nvGrpSpPr>
          <p:cNvPr id="2" name="Group 10"/>
          <p:cNvGrpSpPr/>
          <p:nvPr/>
        </p:nvGrpSpPr>
        <p:grpSpPr>
          <a:xfrm>
            <a:off x="6629400" y="2209800"/>
            <a:ext cx="1981200" cy="4100513"/>
            <a:chOff x="4176" y="1392"/>
            <a:chExt cx="1248" cy="2583"/>
          </a:xfrm>
        </p:grpSpPr>
        <p:sp>
          <p:nvSpPr>
            <p:cNvPr id="93195" name="Text Box 11"/>
            <p:cNvSpPr txBox="1"/>
            <p:nvPr/>
          </p:nvSpPr>
          <p:spPr>
            <a:xfrm>
              <a:off x="4320" y="3648"/>
              <a:ext cx="105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3-31</a:t>
              </a:r>
              <a:endParaRPr lang="en-US" altLang="zh-CN" sz="2800" b="1" dirty="0">
                <a:latin typeface="Times New Roman" panose="02020603050405020304" pitchFamily="18" charset="0"/>
                <a:ea typeface="华文中宋" panose="02010600040101010101" pitchFamily="2" charset="-122"/>
              </a:endParaRPr>
            </a:p>
          </p:txBody>
        </p:sp>
        <p:grpSp>
          <p:nvGrpSpPr>
            <p:cNvPr id="93196" name="Group 12"/>
            <p:cNvGrpSpPr/>
            <p:nvPr/>
          </p:nvGrpSpPr>
          <p:grpSpPr>
            <a:xfrm>
              <a:off x="4176" y="1392"/>
              <a:ext cx="1248" cy="2208"/>
              <a:chOff x="2928" y="1872"/>
              <a:chExt cx="1248" cy="2208"/>
            </a:xfrm>
          </p:grpSpPr>
          <p:grpSp>
            <p:nvGrpSpPr>
              <p:cNvPr id="93198" name="Group 13"/>
              <p:cNvGrpSpPr/>
              <p:nvPr/>
            </p:nvGrpSpPr>
            <p:grpSpPr>
              <a:xfrm>
                <a:off x="2928" y="1872"/>
                <a:ext cx="1248" cy="1872"/>
                <a:chOff x="2112" y="2064"/>
                <a:chExt cx="1248" cy="1872"/>
              </a:xfrm>
            </p:grpSpPr>
            <p:grpSp>
              <p:nvGrpSpPr>
                <p:cNvPr id="93200" name="Group 14"/>
                <p:cNvGrpSpPr/>
                <p:nvPr/>
              </p:nvGrpSpPr>
              <p:grpSpPr>
                <a:xfrm>
                  <a:off x="2210" y="2269"/>
                  <a:ext cx="814" cy="1667"/>
                  <a:chOff x="2162" y="3537"/>
                  <a:chExt cx="2035" cy="4169"/>
                </a:xfrm>
              </p:grpSpPr>
              <p:grpSp>
                <p:nvGrpSpPr>
                  <p:cNvPr id="93208" name="Group 15"/>
                  <p:cNvGrpSpPr/>
                  <p:nvPr/>
                </p:nvGrpSpPr>
                <p:grpSpPr>
                  <a:xfrm>
                    <a:off x="3537" y="3779"/>
                    <a:ext cx="187" cy="1639"/>
                    <a:chOff x="743" y="567"/>
                    <a:chExt cx="187" cy="1639"/>
                  </a:xfrm>
                </p:grpSpPr>
                <p:sp>
                  <p:nvSpPr>
                    <p:cNvPr id="93236" name="Line 16"/>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93237" name="Rectangle 17"/>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3209" name="Group 18"/>
                  <p:cNvGrpSpPr/>
                  <p:nvPr/>
                </p:nvGrpSpPr>
                <p:grpSpPr>
                  <a:xfrm>
                    <a:off x="3405" y="5044"/>
                    <a:ext cx="402" cy="1650"/>
                    <a:chOff x="2091" y="573"/>
                    <a:chExt cx="220" cy="907"/>
                  </a:xfrm>
                </p:grpSpPr>
                <p:sp>
                  <p:nvSpPr>
                    <p:cNvPr id="93231" name="Line 19"/>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3232" name="Oval 20"/>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3233" name="Oval 21"/>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3234" name="Oval 22"/>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3235" name="Rectangle 23"/>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3210" name="Group 24"/>
                  <p:cNvGrpSpPr/>
                  <p:nvPr/>
                </p:nvGrpSpPr>
                <p:grpSpPr>
                  <a:xfrm>
                    <a:off x="3480" y="6374"/>
                    <a:ext cx="299" cy="1090"/>
                    <a:chOff x="1502" y="578"/>
                    <a:chExt cx="319" cy="1090"/>
                  </a:xfrm>
                </p:grpSpPr>
                <p:sp>
                  <p:nvSpPr>
                    <p:cNvPr id="93227" name="Line 25"/>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93228" name="Line 26"/>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93229" name="Line 27"/>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93230" name="Line 28"/>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93211" name="Line 29"/>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93212" name="Line 30"/>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93213" name="Line 31"/>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93214" name="Line 32"/>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93215" name="Line 33"/>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93216" name="Line 34"/>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93217" name="Line 35"/>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93218" name="Line 36"/>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93219" name="Line 37"/>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93220" name="Line 38"/>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93221" name="Line 39"/>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93222" name="Line 40"/>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93223" name="Line 41"/>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93224" name="Line 42"/>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93225" name="Line 43"/>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93226" name="Line 44"/>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93201" name="Text Box 45"/>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2" name="Text Box 46"/>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3" name="Text Box 47"/>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4" name="Text Box 48"/>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5" name="Text Box 49"/>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6" name="Text Box 50"/>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3207" name="Text Box 51"/>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93199" name="Text Box 52"/>
              <p:cNvSpPr txBox="1"/>
              <p:nvPr/>
            </p:nvSpPr>
            <p:spPr>
              <a:xfrm>
                <a:off x="3216" y="37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93197" name="Text Box 53"/>
            <p:cNvSpPr txBox="1"/>
            <p:nvPr/>
          </p:nvSpPr>
          <p:spPr>
            <a:xfrm>
              <a:off x="4608" y="2976"/>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78595"/>
                                        </p:tgtEl>
                                        <p:attrNameLst>
                                          <p:attrName>style.visibility</p:attrName>
                                        </p:attrNameLst>
                                      </p:cBhvr>
                                      <p:to>
                                        <p:strVal val="visible"/>
                                      </p:to>
                                    </p:set>
                                    <p:animEffect transition="in" filter="wipe(left)">
                                      <p:cBhvr>
                                        <p:cTn id="7" dur="500"/>
                                        <p:tgtEl>
                                          <p:spTgt spid="8785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8597"/>
                                        </p:tgtEl>
                                        <p:attrNameLst>
                                          <p:attrName>style.visibility</p:attrName>
                                        </p:attrNameLst>
                                      </p:cBhvr>
                                      <p:to>
                                        <p:strVal val="visible"/>
                                      </p:to>
                                    </p:set>
                                    <p:animEffect transition="in" filter="blinds(horizontal)">
                                      <p:cBhvr>
                                        <p:cTn id="12" dur="500"/>
                                        <p:tgtEl>
                                          <p:spTgt spid="8785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8596"/>
                                        </p:tgtEl>
                                        <p:attrNameLst>
                                          <p:attrName>style.visibility</p:attrName>
                                        </p:attrNameLst>
                                      </p:cBhvr>
                                      <p:to>
                                        <p:strVal val="visible"/>
                                      </p:to>
                                    </p:set>
                                    <p:animEffect transition="in" filter="wipe(left)">
                                      <p:cBhvr>
                                        <p:cTn id="17" dur="500"/>
                                        <p:tgtEl>
                                          <p:spTgt spid="878596"/>
                                        </p:tgtEl>
                                      </p:cBhvr>
                                    </p:animEffect>
                                  </p:childTnLst>
                                </p:cTn>
                              </p:par>
                            </p:childTnLst>
                          </p:cTn>
                        </p:par>
                        <p:par>
                          <p:cTn id="18" fill="hold">
                            <p:stCondLst>
                              <p:cond delay="500"/>
                            </p:stCondLst>
                            <p:childTnLst>
                              <p:par>
                                <p:cTn id="19" presetID="5" presetClass="entr" presetSubtype="1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78598"/>
                                        </p:tgtEl>
                                        <p:attrNameLst>
                                          <p:attrName>style.visibility</p:attrName>
                                        </p:attrNameLst>
                                      </p:cBhvr>
                                      <p:to>
                                        <p:strVal val="visible"/>
                                      </p:to>
                                    </p:set>
                                    <p:animEffect transition="in" filter="blinds(horizontal)">
                                      <p:cBhvr>
                                        <p:cTn id="26" dur="500"/>
                                        <p:tgtEl>
                                          <p:spTgt spid="87859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878599"/>
                                        </p:tgtEl>
                                        <p:attrNameLst>
                                          <p:attrName>style.visibility</p:attrName>
                                        </p:attrNameLst>
                                      </p:cBhvr>
                                      <p:to>
                                        <p:strVal val="visible"/>
                                      </p:to>
                                    </p:set>
                                    <p:animEffect transition="in" filter="wipe(left)">
                                      <p:cBhvr>
                                        <p:cTn id="30" dur="500"/>
                                        <p:tgtEl>
                                          <p:spTgt spid="87859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78600"/>
                                        </p:tgtEl>
                                        <p:attrNameLst>
                                          <p:attrName>style.visibility</p:attrName>
                                        </p:attrNameLst>
                                      </p:cBhvr>
                                      <p:to>
                                        <p:strVal val="visible"/>
                                      </p:to>
                                    </p:set>
                                    <p:animEffect transition="in" filter="blinds(horizontal)">
                                      <p:cBhvr>
                                        <p:cTn id="35" dur="500"/>
                                        <p:tgtEl>
                                          <p:spTgt spid="878600"/>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878601"/>
                                        </p:tgtEl>
                                        <p:attrNameLst>
                                          <p:attrName>style.visibility</p:attrName>
                                        </p:attrNameLst>
                                      </p:cBhvr>
                                      <p:to>
                                        <p:strVal val="visible"/>
                                      </p:to>
                                    </p:set>
                                    <p:animEffect transition="in" filter="wipe(left)">
                                      <p:cBhvr>
                                        <p:cTn id="39" dur="500"/>
                                        <p:tgtEl>
                                          <p:spTgt spid="878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8595" grpId="0"/>
      <p:bldP spid="878596" grpId="0"/>
      <p:bldP spid="878597" grpId="0"/>
      <p:bldP spid="878598" grpId="0"/>
      <p:bldP spid="87860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aphicFrame>
        <p:nvGraphicFramePr>
          <p:cNvPr id="879620" name="Object 4"/>
          <p:cNvGraphicFramePr>
            <a:graphicFrameLocks noChangeAspect="1"/>
          </p:cNvGraphicFramePr>
          <p:nvPr/>
        </p:nvGraphicFramePr>
        <p:xfrm>
          <a:off x="3276600" y="941388"/>
          <a:ext cx="2057400" cy="533400"/>
        </p:xfrm>
        <a:graphic>
          <a:graphicData uri="http://schemas.openxmlformats.org/presentationml/2006/ole">
            <mc:AlternateContent xmlns:mc="http://schemas.openxmlformats.org/markup-compatibility/2006">
              <mc:Choice xmlns:v="urn:schemas-microsoft-com:vml" Requires="v">
                <p:oleObj spid="_x0000_s3431" name="" r:id="rId1" imgW="825500" imgH="228600" progId="Equation.3">
                  <p:embed/>
                </p:oleObj>
              </mc:Choice>
              <mc:Fallback>
                <p:oleObj name="" r:id="rId1" imgW="825500" imgH="228600" progId="Equation.3">
                  <p:embed/>
                  <p:pic>
                    <p:nvPicPr>
                      <p:cNvPr id="0" name="图片 3430"/>
                      <p:cNvPicPr/>
                      <p:nvPr/>
                    </p:nvPicPr>
                    <p:blipFill>
                      <a:blip r:embed="rId2"/>
                      <a:stretch>
                        <a:fillRect/>
                      </a:stretch>
                    </p:blipFill>
                    <p:spPr>
                      <a:xfrm>
                        <a:off x="3276600" y="941388"/>
                        <a:ext cx="2057400" cy="533400"/>
                      </a:xfrm>
                      <a:prstGeom prst="rect">
                        <a:avLst/>
                      </a:prstGeom>
                      <a:noFill/>
                      <a:ln w="38100">
                        <a:noFill/>
                        <a:miter/>
                      </a:ln>
                    </p:spPr>
                  </p:pic>
                </p:oleObj>
              </mc:Fallback>
            </mc:AlternateContent>
          </a:graphicData>
        </a:graphic>
      </p:graphicFrame>
      <p:graphicFrame>
        <p:nvGraphicFramePr>
          <p:cNvPr id="879621" name="Object 5"/>
          <p:cNvGraphicFramePr>
            <a:graphicFrameLocks noChangeAspect="1"/>
          </p:cNvGraphicFramePr>
          <p:nvPr/>
        </p:nvGraphicFramePr>
        <p:xfrm>
          <a:off x="3216275" y="2128838"/>
          <a:ext cx="2090738" cy="914400"/>
        </p:xfrm>
        <a:graphic>
          <a:graphicData uri="http://schemas.openxmlformats.org/presentationml/2006/ole">
            <mc:AlternateContent xmlns:mc="http://schemas.openxmlformats.org/markup-compatibility/2006">
              <mc:Choice xmlns:v="urn:schemas-microsoft-com:vml" Requires="v">
                <p:oleObj spid="_x0000_s3432" name="" r:id="rId3" imgW="850265" imgH="393700" progId="Equation.3">
                  <p:embed/>
                </p:oleObj>
              </mc:Choice>
              <mc:Fallback>
                <p:oleObj name="" r:id="rId3" imgW="850265" imgH="393700" progId="Equation.3">
                  <p:embed/>
                  <p:pic>
                    <p:nvPicPr>
                      <p:cNvPr id="0" name="图片 3431"/>
                      <p:cNvPicPr/>
                      <p:nvPr/>
                    </p:nvPicPr>
                    <p:blipFill>
                      <a:blip r:embed="rId4"/>
                      <a:stretch>
                        <a:fillRect/>
                      </a:stretch>
                    </p:blipFill>
                    <p:spPr>
                      <a:xfrm>
                        <a:off x="3216275" y="2128838"/>
                        <a:ext cx="2090738" cy="914400"/>
                      </a:xfrm>
                      <a:prstGeom prst="rect">
                        <a:avLst/>
                      </a:prstGeom>
                      <a:noFill/>
                      <a:ln w="38100">
                        <a:noFill/>
                        <a:miter/>
                      </a:ln>
                    </p:spPr>
                  </p:pic>
                </p:oleObj>
              </mc:Fallback>
            </mc:AlternateContent>
          </a:graphicData>
        </a:graphic>
      </p:graphicFrame>
      <p:sp>
        <p:nvSpPr>
          <p:cNvPr id="879622" name="Text Box 6"/>
          <p:cNvSpPr txBox="1"/>
          <p:nvPr/>
        </p:nvSpPr>
        <p:spPr>
          <a:xfrm>
            <a:off x="684213" y="1517650"/>
            <a:ext cx="1066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即</a:t>
            </a:r>
            <a:endParaRPr lang="zh-CN" altLang="en-US" sz="2800" b="1" dirty="0">
              <a:latin typeface="Times New Roman" panose="02020603050405020304" pitchFamily="18" charset="0"/>
              <a:ea typeface="华文中宋" panose="02010600040101010101" pitchFamily="2" charset="-122"/>
            </a:endParaRPr>
          </a:p>
        </p:txBody>
      </p:sp>
      <p:sp>
        <p:nvSpPr>
          <p:cNvPr id="879623" name="Text Box 7"/>
          <p:cNvSpPr txBox="1"/>
          <p:nvPr/>
        </p:nvSpPr>
        <p:spPr>
          <a:xfrm>
            <a:off x="506413" y="3119438"/>
            <a:ext cx="5638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发生谐振时的角频率为</a:t>
            </a:r>
            <a:endParaRPr lang="zh-CN" altLang="en-US" sz="2800" b="1" dirty="0">
              <a:latin typeface="Times New Roman" panose="02020603050405020304" pitchFamily="18" charset="0"/>
              <a:ea typeface="华文中宋" panose="02010600040101010101" pitchFamily="2" charset="-122"/>
            </a:endParaRPr>
          </a:p>
        </p:txBody>
      </p:sp>
      <p:sp>
        <p:nvSpPr>
          <p:cNvPr id="879624" name="Text Box 8"/>
          <p:cNvSpPr txBox="1"/>
          <p:nvPr/>
        </p:nvSpPr>
        <p:spPr>
          <a:xfrm>
            <a:off x="582613" y="4567238"/>
            <a:ext cx="2667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谐振频率为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79625" name="Object 9"/>
          <p:cNvGraphicFramePr>
            <a:graphicFrameLocks noChangeAspect="1"/>
          </p:cNvGraphicFramePr>
          <p:nvPr/>
        </p:nvGraphicFramePr>
        <p:xfrm>
          <a:off x="3021013" y="3652838"/>
          <a:ext cx="1960562" cy="939800"/>
        </p:xfrm>
        <a:graphic>
          <a:graphicData uri="http://schemas.openxmlformats.org/presentationml/2006/ole">
            <mc:AlternateContent xmlns:mc="http://schemas.openxmlformats.org/markup-compatibility/2006">
              <mc:Choice xmlns:v="urn:schemas-microsoft-com:vml" Requires="v">
                <p:oleObj spid="_x0000_s3433" name="" r:id="rId5" imgW="736600" imgH="419100" progId="Equation.3">
                  <p:embed/>
                </p:oleObj>
              </mc:Choice>
              <mc:Fallback>
                <p:oleObj name="" r:id="rId5" imgW="736600" imgH="419100" progId="Equation.3">
                  <p:embed/>
                  <p:pic>
                    <p:nvPicPr>
                      <p:cNvPr id="0" name="图片 3432"/>
                      <p:cNvPicPr/>
                      <p:nvPr/>
                    </p:nvPicPr>
                    <p:blipFill>
                      <a:blip r:embed="rId6"/>
                      <a:stretch>
                        <a:fillRect/>
                      </a:stretch>
                    </p:blipFill>
                    <p:spPr>
                      <a:xfrm>
                        <a:off x="3021013" y="3652838"/>
                        <a:ext cx="1960562" cy="939800"/>
                      </a:xfrm>
                      <a:prstGeom prst="rect">
                        <a:avLst/>
                      </a:prstGeom>
                      <a:solidFill>
                        <a:schemeClr val="accent1"/>
                      </a:solidFill>
                      <a:ln w="38100">
                        <a:noFill/>
                        <a:miter/>
                      </a:ln>
                    </p:spPr>
                  </p:pic>
                </p:oleObj>
              </mc:Fallback>
            </mc:AlternateContent>
          </a:graphicData>
        </a:graphic>
      </p:graphicFrame>
      <p:graphicFrame>
        <p:nvGraphicFramePr>
          <p:cNvPr id="879626" name="Object 10"/>
          <p:cNvGraphicFramePr>
            <a:graphicFrameLocks noChangeAspect="1"/>
          </p:cNvGraphicFramePr>
          <p:nvPr/>
        </p:nvGraphicFramePr>
        <p:xfrm>
          <a:off x="2898775" y="4999038"/>
          <a:ext cx="2332038" cy="939800"/>
        </p:xfrm>
        <a:graphic>
          <a:graphicData uri="http://schemas.openxmlformats.org/presentationml/2006/ole">
            <mc:AlternateContent xmlns:mc="http://schemas.openxmlformats.org/markup-compatibility/2006">
              <mc:Choice xmlns:v="urn:schemas-microsoft-com:vml" Requires="v">
                <p:oleObj spid="_x0000_s3434" name="" r:id="rId7" imgW="876300" imgH="419100" progId="Equation.3">
                  <p:embed/>
                </p:oleObj>
              </mc:Choice>
              <mc:Fallback>
                <p:oleObj name="" r:id="rId7" imgW="876300" imgH="419100" progId="Equation.3">
                  <p:embed/>
                  <p:pic>
                    <p:nvPicPr>
                      <p:cNvPr id="0" name="图片 3433"/>
                      <p:cNvPicPr/>
                      <p:nvPr/>
                    </p:nvPicPr>
                    <p:blipFill>
                      <a:blip r:embed="rId8"/>
                      <a:stretch>
                        <a:fillRect/>
                      </a:stretch>
                    </p:blipFill>
                    <p:spPr>
                      <a:xfrm>
                        <a:off x="2898775" y="4999038"/>
                        <a:ext cx="2332038" cy="939800"/>
                      </a:xfrm>
                      <a:prstGeom prst="rect">
                        <a:avLst/>
                      </a:prstGeom>
                      <a:solidFill>
                        <a:schemeClr val="accent1"/>
                      </a:solidFill>
                      <a:ln w="38100">
                        <a:noFill/>
                        <a:miter/>
                      </a:ln>
                    </p:spPr>
                  </p:pic>
                </p:oleObj>
              </mc:Fallback>
            </mc:AlternateContent>
          </a:graphicData>
        </a:graphic>
      </p:graphicFrame>
      <p:sp>
        <p:nvSpPr>
          <p:cNvPr id="879627" name="Text Box 11"/>
          <p:cNvSpPr txBox="1"/>
          <p:nvPr/>
        </p:nvSpPr>
        <p:spPr>
          <a:xfrm>
            <a:off x="5230813" y="3805238"/>
            <a:ext cx="114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(3-46)</a:t>
            </a:r>
            <a:endParaRPr lang="en-US" altLang="zh-CN" sz="2800" dirty="0">
              <a:latin typeface="Times New Roman" panose="02020603050405020304" pitchFamily="18" charset="0"/>
              <a:ea typeface="华文中宋" panose="02010600040101010101" pitchFamily="2" charset="-122"/>
            </a:endParaRPr>
          </a:p>
        </p:txBody>
      </p:sp>
      <p:sp>
        <p:nvSpPr>
          <p:cNvPr id="879628" name="Text Box 12"/>
          <p:cNvSpPr txBox="1"/>
          <p:nvPr/>
        </p:nvSpPr>
        <p:spPr>
          <a:xfrm>
            <a:off x="5383213" y="5100638"/>
            <a:ext cx="114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(3-47)</a:t>
            </a:r>
            <a:endParaRPr lang="en-US" altLang="zh-CN" sz="2800" dirty="0">
              <a:latin typeface="Times New Roman" panose="02020603050405020304" pitchFamily="18" charset="0"/>
              <a:ea typeface="华文中宋" panose="02010600040101010101" pitchFamily="2" charset="-122"/>
            </a:endParaRPr>
          </a:p>
        </p:txBody>
      </p:sp>
      <p:sp>
        <p:nvSpPr>
          <p:cNvPr id="879629" name="Text Box 13"/>
          <p:cNvSpPr txBox="1"/>
          <p:nvPr/>
        </p:nvSpPr>
        <p:spPr>
          <a:xfrm>
            <a:off x="7235825" y="5334000"/>
            <a:ext cx="167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3-31</a:t>
            </a:r>
            <a:endParaRPr lang="en-US" altLang="zh-CN" sz="2800" b="1" dirty="0">
              <a:latin typeface="Times New Roman" panose="02020603050405020304" pitchFamily="18" charset="0"/>
              <a:ea typeface="华文中宋" panose="02010600040101010101" pitchFamily="2" charset="-122"/>
            </a:endParaRPr>
          </a:p>
        </p:txBody>
      </p:sp>
      <p:sp>
        <p:nvSpPr>
          <p:cNvPr id="94221" name="Text Box 14"/>
          <p:cNvSpPr txBox="1"/>
          <p:nvPr/>
        </p:nvSpPr>
        <p:spPr>
          <a:xfrm>
            <a:off x="887413" y="5862638"/>
            <a:ext cx="6248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dirty="0">
              <a:latin typeface="Times New Roman" panose="02020603050405020304" pitchFamily="18" charset="0"/>
              <a:ea typeface="华文中宋" panose="02010600040101010101" pitchFamily="2" charset="-122"/>
            </a:endParaRPr>
          </a:p>
        </p:txBody>
      </p:sp>
      <p:grpSp>
        <p:nvGrpSpPr>
          <p:cNvPr id="2" name="Group 16"/>
          <p:cNvGrpSpPr/>
          <p:nvPr/>
        </p:nvGrpSpPr>
        <p:grpSpPr>
          <a:xfrm>
            <a:off x="7127875" y="1733550"/>
            <a:ext cx="1981200" cy="3505200"/>
            <a:chOff x="4368" y="1353"/>
            <a:chExt cx="1248" cy="2208"/>
          </a:xfrm>
        </p:grpSpPr>
        <p:grpSp>
          <p:nvGrpSpPr>
            <p:cNvPr id="94223" name="Group 17"/>
            <p:cNvGrpSpPr/>
            <p:nvPr/>
          </p:nvGrpSpPr>
          <p:grpSpPr>
            <a:xfrm>
              <a:off x="4368" y="1353"/>
              <a:ext cx="1248" cy="2208"/>
              <a:chOff x="2928" y="1872"/>
              <a:chExt cx="1248" cy="2208"/>
            </a:xfrm>
          </p:grpSpPr>
          <p:grpSp>
            <p:nvGrpSpPr>
              <p:cNvPr id="94225" name="Group 18"/>
              <p:cNvGrpSpPr/>
              <p:nvPr/>
            </p:nvGrpSpPr>
            <p:grpSpPr>
              <a:xfrm>
                <a:off x="2928" y="1872"/>
                <a:ext cx="1248" cy="1872"/>
                <a:chOff x="2112" y="2064"/>
                <a:chExt cx="1248" cy="1872"/>
              </a:xfrm>
            </p:grpSpPr>
            <p:grpSp>
              <p:nvGrpSpPr>
                <p:cNvPr id="94227" name="Group 19"/>
                <p:cNvGrpSpPr/>
                <p:nvPr/>
              </p:nvGrpSpPr>
              <p:grpSpPr>
                <a:xfrm>
                  <a:off x="2210" y="2269"/>
                  <a:ext cx="814" cy="1667"/>
                  <a:chOff x="2162" y="3537"/>
                  <a:chExt cx="2035" cy="4169"/>
                </a:xfrm>
              </p:grpSpPr>
              <p:grpSp>
                <p:nvGrpSpPr>
                  <p:cNvPr id="94235" name="Group 20"/>
                  <p:cNvGrpSpPr/>
                  <p:nvPr/>
                </p:nvGrpSpPr>
                <p:grpSpPr>
                  <a:xfrm>
                    <a:off x="3537" y="3779"/>
                    <a:ext cx="187" cy="1639"/>
                    <a:chOff x="743" y="567"/>
                    <a:chExt cx="187" cy="1639"/>
                  </a:xfrm>
                </p:grpSpPr>
                <p:sp>
                  <p:nvSpPr>
                    <p:cNvPr id="94263" name="Line 21"/>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94264" name="Rectangle 22"/>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4236" name="Group 23"/>
                  <p:cNvGrpSpPr/>
                  <p:nvPr/>
                </p:nvGrpSpPr>
                <p:grpSpPr>
                  <a:xfrm>
                    <a:off x="3405" y="5044"/>
                    <a:ext cx="402" cy="1650"/>
                    <a:chOff x="2091" y="573"/>
                    <a:chExt cx="220" cy="907"/>
                  </a:xfrm>
                </p:grpSpPr>
                <p:sp>
                  <p:nvSpPr>
                    <p:cNvPr id="94258" name="Line 24"/>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4259" name="Oval 25"/>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4260" name="Oval 26"/>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4261" name="Oval 27"/>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4262" name="Rectangle 28"/>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4237" name="Group 29"/>
                  <p:cNvGrpSpPr/>
                  <p:nvPr/>
                </p:nvGrpSpPr>
                <p:grpSpPr>
                  <a:xfrm>
                    <a:off x="3480" y="6374"/>
                    <a:ext cx="299" cy="1090"/>
                    <a:chOff x="1502" y="578"/>
                    <a:chExt cx="319" cy="1090"/>
                  </a:xfrm>
                </p:grpSpPr>
                <p:sp>
                  <p:nvSpPr>
                    <p:cNvPr id="94254" name="Line 30"/>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94255" name="Line 31"/>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94256" name="Line 32"/>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94257" name="Line 33"/>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94238" name="Line 34"/>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94239" name="Line 35"/>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94240" name="Line 36"/>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94241" name="Line 37"/>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94242" name="Line 38"/>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94243" name="Line 39"/>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94244" name="Line 40"/>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94245" name="Line 41"/>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94246" name="Line 42"/>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94247" name="Line 43"/>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94248" name="Line 44"/>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94249" name="Line 45"/>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94250" name="Line 46"/>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94251" name="Line 47"/>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94252" name="Line 48"/>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94253" name="Line 49"/>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94228" name="Text Box 50"/>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29" name="Text Box 51"/>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30" name="Text Box 52"/>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31" name="Text Box 53"/>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32" name="Text Box 54"/>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33" name="Text Box 55"/>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4234" name="Text Box 56"/>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94226" name="Text Box 57"/>
              <p:cNvSpPr txBox="1"/>
              <p:nvPr/>
            </p:nvSpPr>
            <p:spPr>
              <a:xfrm>
                <a:off x="3216" y="37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华文中宋" panose="02010600040101010101" pitchFamily="2" charset="-122"/>
                  </a:rPr>
                  <a:t>(a)</a:t>
                </a:r>
                <a:endParaRPr lang="en-US" altLang="zh-CN" sz="2400" b="1" baseline="-25000" dirty="0">
                  <a:latin typeface="Times New Roman" panose="02020603050405020304" pitchFamily="18" charset="0"/>
                  <a:ea typeface="华文中宋" panose="02010600040101010101" pitchFamily="2" charset="-122"/>
                </a:endParaRPr>
              </a:p>
            </p:txBody>
          </p:sp>
        </p:grpSp>
        <p:sp>
          <p:nvSpPr>
            <p:cNvPr id="94224" name="Text Box 58"/>
            <p:cNvSpPr txBox="1"/>
            <p:nvPr/>
          </p:nvSpPr>
          <p:spPr>
            <a:xfrm>
              <a:off x="4752" y="2928"/>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79629"/>
                                        </p:tgtEl>
                                        <p:attrNameLst>
                                          <p:attrName>style.visibility</p:attrName>
                                        </p:attrNameLst>
                                      </p:cBhvr>
                                      <p:to>
                                        <p:strVal val="visible"/>
                                      </p:to>
                                    </p:set>
                                    <p:animEffect transition="in" filter="blinds(horizontal)">
                                      <p:cBhvr>
                                        <p:cTn id="7" dur="500"/>
                                        <p:tgtEl>
                                          <p:spTgt spid="879629"/>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79620"/>
                                        </p:tgtEl>
                                        <p:attrNameLst>
                                          <p:attrName>style.visibility</p:attrName>
                                        </p:attrNameLst>
                                      </p:cBhvr>
                                      <p:to>
                                        <p:strVal val="visible"/>
                                      </p:to>
                                    </p:set>
                                    <p:animEffect transition="in" filter="wipe(left)">
                                      <p:cBhvr>
                                        <p:cTn id="14" dur="500"/>
                                        <p:tgtEl>
                                          <p:spTgt spid="8796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79622"/>
                                        </p:tgtEl>
                                        <p:attrNameLst>
                                          <p:attrName>style.visibility</p:attrName>
                                        </p:attrNameLst>
                                      </p:cBhvr>
                                      <p:to>
                                        <p:strVal val="visible"/>
                                      </p:to>
                                    </p:set>
                                    <p:animEffect transition="in" filter="wipe(left)">
                                      <p:cBhvr>
                                        <p:cTn id="19" dur="500"/>
                                        <p:tgtEl>
                                          <p:spTgt spid="879622"/>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879621"/>
                                        </p:tgtEl>
                                        <p:attrNameLst>
                                          <p:attrName>style.visibility</p:attrName>
                                        </p:attrNameLst>
                                      </p:cBhvr>
                                      <p:to>
                                        <p:strVal val="visible"/>
                                      </p:to>
                                    </p:set>
                                    <p:animEffect transition="in" filter="wipe(left)">
                                      <p:cBhvr>
                                        <p:cTn id="23" dur="500"/>
                                        <p:tgtEl>
                                          <p:spTgt spid="87962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79623"/>
                                        </p:tgtEl>
                                        <p:attrNameLst>
                                          <p:attrName>style.visibility</p:attrName>
                                        </p:attrNameLst>
                                      </p:cBhvr>
                                      <p:to>
                                        <p:strVal val="visible"/>
                                      </p:to>
                                    </p:set>
                                    <p:animEffect transition="in" filter="wipe(left)">
                                      <p:cBhvr>
                                        <p:cTn id="28" dur="500"/>
                                        <p:tgtEl>
                                          <p:spTgt spid="879623"/>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879625"/>
                                        </p:tgtEl>
                                        <p:attrNameLst>
                                          <p:attrName>style.visibility</p:attrName>
                                        </p:attrNameLst>
                                      </p:cBhvr>
                                      <p:to>
                                        <p:strVal val="visible"/>
                                      </p:to>
                                    </p:set>
                                    <p:animEffect transition="in" filter="wipe(left)">
                                      <p:cBhvr>
                                        <p:cTn id="32" dur="500"/>
                                        <p:tgtEl>
                                          <p:spTgt spid="879625"/>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879627"/>
                                        </p:tgtEl>
                                        <p:attrNameLst>
                                          <p:attrName>style.visibility</p:attrName>
                                        </p:attrNameLst>
                                      </p:cBhvr>
                                      <p:to>
                                        <p:strVal val="visible"/>
                                      </p:to>
                                    </p:set>
                                    <p:animEffect transition="in" filter="wipe(left)">
                                      <p:cBhvr>
                                        <p:cTn id="36" dur="500"/>
                                        <p:tgtEl>
                                          <p:spTgt spid="87962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79624"/>
                                        </p:tgtEl>
                                        <p:attrNameLst>
                                          <p:attrName>style.visibility</p:attrName>
                                        </p:attrNameLst>
                                      </p:cBhvr>
                                      <p:to>
                                        <p:strVal val="visible"/>
                                      </p:to>
                                    </p:set>
                                    <p:animEffect transition="in" filter="wipe(left)">
                                      <p:cBhvr>
                                        <p:cTn id="41" dur="500"/>
                                        <p:tgtEl>
                                          <p:spTgt spid="879624"/>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879626"/>
                                        </p:tgtEl>
                                        <p:attrNameLst>
                                          <p:attrName>style.visibility</p:attrName>
                                        </p:attrNameLst>
                                      </p:cBhvr>
                                      <p:to>
                                        <p:strVal val="visible"/>
                                      </p:to>
                                    </p:set>
                                    <p:animEffect transition="in" filter="wipe(left)">
                                      <p:cBhvr>
                                        <p:cTn id="45" dur="500"/>
                                        <p:tgtEl>
                                          <p:spTgt spid="879626"/>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879628"/>
                                        </p:tgtEl>
                                        <p:attrNameLst>
                                          <p:attrName>style.visibility</p:attrName>
                                        </p:attrNameLst>
                                      </p:cBhvr>
                                      <p:to>
                                        <p:strVal val="visible"/>
                                      </p:to>
                                    </p:set>
                                    <p:animEffect transition="in" filter="wipe(left)">
                                      <p:cBhvr>
                                        <p:cTn id="49" dur="500"/>
                                        <p:tgtEl>
                                          <p:spTgt spid="879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2" grpId="0"/>
      <p:bldP spid="879623" grpId="0"/>
      <p:bldP spid="879624" grpId="0"/>
      <p:bldP spid="879627" grpId="0"/>
      <p:bldP spid="879628" grpId="0"/>
      <p:bldP spid="87962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882691" name="Text Box 3"/>
          <p:cNvSpPr txBox="1"/>
          <p:nvPr/>
        </p:nvSpPr>
        <p:spPr>
          <a:xfrm>
            <a:off x="555625" y="549275"/>
            <a:ext cx="495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串联谐振电路主要的特点是</a:t>
            </a:r>
            <a:r>
              <a:rPr lang="en-US" altLang="zh-CN" sz="2800" b="1" dirty="0">
                <a:solidFill>
                  <a:schemeClr val="accent2"/>
                </a:solidFill>
                <a:latin typeface="Times New Roman" panose="02020603050405020304" pitchFamily="18" charset="0"/>
                <a:ea typeface="华文中宋" panose="02010600040101010101" pitchFamily="2" charset="-122"/>
              </a:rPr>
              <a:t>:</a:t>
            </a:r>
            <a:endParaRPr lang="en-US" altLang="zh-CN" sz="2800" b="1" dirty="0">
              <a:solidFill>
                <a:schemeClr val="accent2"/>
              </a:solidFill>
              <a:latin typeface="Times New Roman" panose="02020603050405020304" pitchFamily="18" charset="0"/>
              <a:ea typeface="华文中宋" panose="02010600040101010101" pitchFamily="2" charset="-122"/>
            </a:endParaRPr>
          </a:p>
        </p:txBody>
      </p:sp>
      <p:sp>
        <p:nvSpPr>
          <p:cNvPr id="882692" name="Text Box 4"/>
          <p:cNvSpPr txBox="1"/>
          <p:nvPr/>
        </p:nvSpPr>
        <p:spPr>
          <a:xfrm>
            <a:off x="228600" y="1144588"/>
            <a:ext cx="7391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1</a:t>
            </a:r>
            <a:r>
              <a:rPr lang="zh-CN" altLang="en-US" sz="2400" b="1" dirty="0">
                <a:latin typeface="Times New Roman" panose="02020603050405020304" pitchFamily="18" charset="0"/>
                <a:ea typeface="华文中宋" panose="02010600040101010101" pitchFamily="2" charset="-122"/>
              </a:rPr>
              <a:t>）电流与电压同相位，电路呈现电阻性。</a:t>
            </a:r>
            <a:endParaRPr lang="zh-CN" altLang="en-US" sz="2400" b="1" dirty="0">
              <a:latin typeface="Times New Roman" panose="02020603050405020304" pitchFamily="18" charset="0"/>
              <a:ea typeface="华文中宋" panose="02010600040101010101" pitchFamily="2" charset="-122"/>
            </a:endParaRPr>
          </a:p>
        </p:txBody>
      </p:sp>
      <p:sp>
        <p:nvSpPr>
          <p:cNvPr id="882693" name="Text Box 5"/>
          <p:cNvSpPr txBox="1"/>
          <p:nvPr/>
        </p:nvSpPr>
        <p:spPr>
          <a:xfrm>
            <a:off x="228600" y="1677988"/>
            <a:ext cx="8686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2</a:t>
            </a:r>
            <a:r>
              <a:rPr lang="zh-CN" altLang="en-US" sz="2400" b="1" dirty="0">
                <a:latin typeface="Times New Roman" panose="02020603050405020304" pitchFamily="18" charset="0"/>
                <a:ea typeface="华文中宋" panose="02010600040101010101" pitchFamily="2" charset="-122"/>
              </a:rPr>
              <a:t>）串联阻抗最小，电流最大，由于</a:t>
            </a:r>
            <a:r>
              <a:rPr lang="en-US" altLang="zh-CN" sz="2400" b="1" i="1" dirty="0">
                <a:latin typeface="Times New Roman" panose="02020603050405020304" pitchFamily="18" charset="0"/>
                <a:ea typeface="华文中宋" panose="02010600040101010101" pitchFamily="2" charset="-122"/>
              </a:rPr>
              <a:t>Z=R</a:t>
            </a:r>
            <a:r>
              <a:rPr lang="zh-CN" altLang="en-US" sz="2400" b="1" dirty="0">
                <a:latin typeface="Times New Roman" panose="02020603050405020304" pitchFamily="18" charset="0"/>
                <a:ea typeface="华文中宋" panose="02010600040101010101" pitchFamily="2" charset="-122"/>
              </a:rPr>
              <a:t>，故电流为</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82694" name="Object 6"/>
          <p:cNvGraphicFramePr>
            <a:graphicFrameLocks noChangeAspect="1"/>
          </p:cNvGraphicFramePr>
          <p:nvPr/>
        </p:nvGraphicFramePr>
        <p:xfrm>
          <a:off x="3429000" y="2135188"/>
          <a:ext cx="1076325" cy="908050"/>
        </p:xfrm>
        <a:graphic>
          <a:graphicData uri="http://schemas.openxmlformats.org/presentationml/2006/ole">
            <mc:AlternateContent xmlns:mc="http://schemas.openxmlformats.org/markup-compatibility/2006">
              <mc:Choice xmlns:v="urn:schemas-microsoft-com:vml" Requires="v">
                <p:oleObj spid="_x0000_s3435" name="" r:id="rId1" imgW="431800" imgH="419100" progId="Equation.3">
                  <p:embed/>
                </p:oleObj>
              </mc:Choice>
              <mc:Fallback>
                <p:oleObj name="" r:id="rId1" imgW="431800" imgH="419100" progId="Equation.3">
                  <p:embed/>
                  <p:pic>
                    <p:nvPicPr>
                      <p:cNvPr id="0" name="图片 3434"/>
                      <p:cNvPicPr/>
                      <p:nvPr/>
                    </p:nvPicPr>
                    <p:blipFill>
                      <a:blip r:embed="rId2"/>
                      <a:stretch>
                        <a:fillRect/>
                      </a:stretch>
                    </p:blipFill>
                    <p:spPr>
                      <a:xfrm>
                        <a:off x="3429000" y="2135188"/>
                        <a:ext cx="1076325" cy="908050"/>
                      </a:xfrm>
                      <a:prstGeom prst="rect">
                        <a:avLst/>
                      </a:prstGeom>
                      <a:noFill/>
                      <a:ln w="38100">
                        <a:noFill/>
                        <a:miter/>
                      </a:ln>
                    </p:spPr>
                  </p:pic>
                </p:oleObj>
              </mc:Fallback>
            </mc:AlternateContent>
          </a:graphicData>
        </a:graphic>
      </p:graphicFrame>
      <p:sp>
        <p:nvSpPr>
          <p:cNvPr id="882695" name="Text Box 7"/>
          <p:cNvSpPr txBox="1"/>
          <p:nvPr/>
        </p:nvSpPr>
        <p:spPr>
          <a:xfrm>
            <a:off x="304800" y="3049588"/>
            <a:ext cx="845820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3</a:t>
            </a:r>
            <a:r>
              <a:rPr lang="zh-CN" altLang="en-US" sz="2400" b="1" dirty="0">
                <a:latin typeface="Times New Roman" panose="02020603050405020304" pitchFamily="18" charset="0"/>
                <a:ea typeface="华文中宋" panose="02010600040101010101" pitchFamily="2" charset="-122"/>
              </a:rPr>
              <a:t>）电感电压与电容电压大小相等相位相反，之和为零，电阻电压等于电源电压。</a:t>
            </a:r>
            <a:endParaRPr lang="zh-CN" altLang="en-US" sz="2400" b="1" dirty="0">
              <a:latin typeface="Times New Roman" panose="02020603050405020304" pitchFamily="18" charset="0"/>
              <a:ea typeface="华文中宋" panose="02010600040101010101" pitchFamily="2" charset="-122"/>
            </a:endParaRPr>
          </a:p>
        </p:txBody>
      </p:sp>
      <p:sp>
        <p:nvSpPr>
          <p:cNvPr id="882696" name="Text Box 8"/>
          <p:cNvSpPr txBox="1"/>
          <p:nvPr/>
        </p:nvSpPr>
        <p:spPr>
          <a:xfrm>
            <a:off x="304800" y="4116388"/>
            <a:ext cx="845820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华文中宋" panose="02010600040101010101" pitchFamily="2" charset="-122"/>
              </a:rPr>
              <a:t>（</a:t>
            </a:r>
            <a:r>
              <a:rPr lang="en-US" altLang="zh-CN" sz="2400" b="1" dirty="0">
                <a:latin typeface="Times New Roman" panose="02020603050405020304" pitchFamily="18" charset="0"/>
                <a:ea typeface="华文中宋" panose="02010600040101010101" pitchFamily="2" charset="-122"/>
              </a:rPr>
              <a:t>4</a:t>
            </a:r>
            <a:r>
              <a:rPr lang="zh-CN" altLang="en-US" sz="2400" b="1" dirty="0">
                <a:latin typeface="Times New Roman" panose="02020603050405020304" pitchFamily="18" charset="0"/>
                <a:ea typeface="华文中宋" panose="02010600040101010101" pitchFamily="2" charset="-122"/>
              </a:rPr>
              <a:t>）谐振时电感电压与电源电压之比称为品质因数，用</a:t>
            </a:r>
            <a:r>
              <a:rPr lang="en-US" altLang="zh-CN" sz="2400" b="1" i="1" dirty="0">
                <a:latin typeface="Times New Roman" panose="02020603050405020304" pitchFamily="18" charset="0"/>
                <a:ea typeface="华文中宋" panose="02010600040101010101" pitchFamily="2" charset="-122"/>
              </a:rPr>
              <a:t>Q</a:t>
            </a:r>
            <a:r>
              <a:rPr lang="zh-CN" altLang="en-US" sz="2400" b="1" dirty="0">
                <a:latin typeface="Times New Roman" panose="02020603050405020304" pitchFamily="18" charset="0"/>
                <a:ea typeface="华文中宋" panose="02010600040101010101" pitchFamily="2" charset="-122"/>
              </a:rPr>
              <a:t>表示（前面用同样的符号</a:t>
            </a:r>
            <a:r>
              <a:rPr lang="en-US" altLang="zh-CN" sz="2400" b="1" i="1" dirty="0">
                <a:latin typeface="Times New Roman" panose="02020603050405020304" pitchFamily="18" charset="0"/>
                <a:ea typeface="华文中宋" panose="02010600040101010101" pitchFamily="2" charset="-122"/>
              </a:rPr>
              <a:t>Q</a:t>
            </a:r>
            <a:r>
              <a:rPr lang="zh-CN" altLang="en-US" sz="2400" b="1" dirty="0">
                <a:latin typeface="Times New Roman" panose="02020603050405020304" pitchFamily="18" charset="0"/>
                <a:ea typeface="华文中宋" panose="02010600040101010101" pitchFamily="2" charset="-122"/>
              </a:rPr>
              <a:t>表示了无功功率）</a:t>
            </a:r>
            <a:endParaRPr lang="zh-CN" altLang="en-US" sz="2400" b="1" dirty="0">
              <a:latin typeface="Times New Roman" panose="02020603050405020304" pitchFamily="18" charset="0"/>
              <a:ea typeface="华文中宋" panose="02010600040101010101" pitchFamily="2" charset="-122"/>
            </a:endParaRPr>
          </a:p>
        </p:txBody>
      </p:sp>
      <p:graphicFrame>
        <p:nvGraphicFramePr>
          <p:cNvPr id="882697" name="Object 9"/>
          <p:cNvGraphicFramePr>
            <a:graphicFrameLocks noChangeAspect="1"/>
          </p:cNvGraphicFramePr>
          <p:nvPr/>
        </p:nvGraphicFramePr>
        <p:xfrm>
          <a:off x="1871663" y="5030788"/>
          <a:ext cx="3919537" cy="990600"/>
        </p:xfrm>
        <a:graphic>
          <a:graphicData uri="http://schemas.openxmlformats.org/presentationml/2006/ole">
            <mc:AlternateContent xmlns:mc="http://schemas.openxmlformats.org/markup-compatibility/2006">
              <mc:Choice xmlns:v="urn:schemas-microsoft-com:vml" Requires="v">
                <p:oleObj spid="_x0000_s3436" name="" r:id="rId3" imgW="1498600" imgH="419100" progId="Equation.3">
                  <p:embed/>
                </p:oleObj>
              </mc:Choice>
              <mc:Fallback>
                <p:oleObj name="" r:id="rId3" imgW="1498600" imgH="419100" progId="Equation.3">
                  <p:embed/>
                  <p:pic>
                    <p:nvPicPr>
                      <p:cNvPr id="0" name="图片 3435"/>
                      <p:cNvPicPr/>
                      <p:nvPr/>
                    </p:nvPicPr>
                    <p:blipFill>
                      <a:blip r:embed="rId4"/>
                      <a:stretch>
                        <a:fillRect/>
                      </a:stretch>
                    </p:blipFill>
                    <p:spPr>
                      <a:xfrm>
                        <a:off x="1871663" y="5030788"/>
                        <a:ext cx="3919537" cy="990600"/>
                      </a:xfrm>
                      <a:prstGeom prst="rect">
                        <a:avLst/>
                      </a:prstGeom>
                      <a:noFill/>
                      <a:ln w="38100">
                        <a:noFill/>
                        <a:miter/>
                      </a:ln>
                    </p:spPr>
                  </p:pic>
                </p:oleObj>
              </mc:Fallback>
            </mc:AlternateContent>
          </a:graphicData>
        </a:graphic>
      </p:graphicFrame>
      <p:sp>
        <p:nvSpPr>
          <p:cNvPr id="882698" name="Text Box 10"/>
          <p:cNvSpPr txBox="1"/>
          <p:nvPr/>
        </p:nvSpPr>
        <p:spPr>
          <a:xfrm>
            <a:off x="346075" y="6005513"/>
            <a:ext cx="8763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chemeClr val="accent2"/>
                </a:solidFill>
                <a:latin typeface="Times New Roman" panose="02020603050405020304" pitchFamily="18" charset="0"/>
                <a:ea typeface="华文中宋" panose="02010600040101010101" pitchFamily="2" charset="-122"/>
              </a:rPr>
              <a:t>注意：</a:t>
            </a:r>
            <a:r>
              <a:rPr lang="zh-CN" altLang="en-US" sz="2400" b="1" dirty="0">
                <a:latin typeface="Times New Roman" panose="02020603050405020304" pitchFamily="18" charset="0"/>
                <a:ea typeface="华文中宋" panose="02010600040101010101" pitchFamily="2" charset="-122"/>
              </a:rPr>
              <a:t>电感电压与电容电压有可能远远大于电源电压。</a:t>
            </a:r>
            <a:endParaRPr lang="zh-CN" altLang="en-US" sz="24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82691"/>
                                        </p:tgtEl>
                                        <p:attrNameLst>
                                          <p:attrName>style.visibility</p:attrName>
                                        </p:attrNameLst>
                                      </p:cBhvr>
                                      <p:to>
                                        <p:strVal val="visible"/>
                                      </p:to>
                                    </p:set>
                                    <p:animEffect transition="in" filter="wipe(left)">
                                      <p:cBhvr>
                                        <p:cTn id="7" dur="500"/>
                                        <p:tgtEl>
                                          <p:spTgt spid="8826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2692"/>
                                        </p:tgtEl>
                                        <p:attrNameLst>
                                          <p:attrName>style.visibility</p:attrName>
                                        </p:attrNameLst>
                                      </p:cBhvr>
                                      <p:to>
                                        <p:strVal val="visible"/>
                                      </p:to>
                                    </p:set>
                                    <p:animEffect transition="in" filter="wipe(left)">
                                      <p:cBhvr>
                                        <p:cTn id="12" dur="500"/>
                                        <p:tgtEl>
                                          <p:spTgt spid="8826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2693"/>
                                        </p:tgtEl>
                                        <p:attrNameLst>
                                          <p:attrName>style.visibility</p:attrName>
                                        </p:attrNameLst>
                                      </p:cBhvr>
                                      <p:to>
                                        <p:strVal val="visible"/>
                                      </p:to>
                                    </p:set>
                                    <p:animEffect transition="in" filter="wipe(left)">
                                      <p:cBhvr>
                                        <p:cTn id="17" dur="500"/>
                                        <p:tgtEl>
                                          <p:spTgt spid="88269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882694"/>
                                        </p:tgtEl>
                                        <p:attrNameLst>
                                          <p:attrName>style.visibility</p:attrName>
                                        </p:attrNameLst>
                                      </p:cBhvr>
                                      <p:to>
                                        <p:strVal val="visible"/>
                                      </p:to>
                                    </p:set>
                                    <p:animEffect transition="in" filter="wipe(left)">
                                      <p:cBhvr>
                                        <p:cTn id="21" dur="500"/>
                                        <p:tgtEl>
                                          <p:spTgt spid="88269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82695"/>
                                        </p:tgtEl>
                                        <p:attrNameLst>
                                          <p:attrName>style.visibility</p:attrName>
                                        </p:attrNameLst>
                                      </p:cBhvr>
                                      <p:to>
                                        <p:strVal val="visible"/>
                                      </p:to>
                                    </p:set>
                                    <p:animEffect transition="in" filter="blinds(horizontal)">
                                      <p:cBhvr>
                                        <p:cTn id="26" dur="500"/>
                                        <p:tgtEl>
                                          <p:spTgt spid="88269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82696"/>
                                        </p:tgtEl>
                                        <p:attrNameLst>
                                          <p:attrName>style.visibility</p:attrName>
                                        </p:attrNameLst>
                                      </p:cBhvr>
                                      <p:to>
                                        <p:strVal val="visible"/>
                                      </p:to>
                                    </p:set>
                                    <p:animEffect transition="in" filter="wipe(left)">
                                      <p:cBhvr>
                                        <p:cTn id="31" dur="500"/>
                                        <p:tgtEl>
                                          <p:spTgt spid="882696"/>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882697"/>
                                        </p:tgtEl>
                                        <p:attrNameLst>
                                          <p:attrName>style.visibility</p:attrName>
                                        </p:attrNameLst>
                                      </p:cBhvr>
                                      <p:to>
                                        <p:strVal val="visible"/>
                                      </p:to>
                                    </p:set>
                                    <p:animEffect transition="in" filter="wipe(left)">
                                      <p:cBhvr>
                                        <p:cTn id="35" dur="500"/>
                                        <p:tgtEl>
                                          <p:spTgt spid="88269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82698"/>
                                        </p:tgtEl>
                                        <p:attrNameLst>
                                          <p:attrName>style.visibility</p:attrName>
                                        </p:attrNameLst>
                                      </p:cBhvr>
                                      <p:to>
                                        <p:strVal val="visible"/>
                                      </p:to>
                                    </p:set>
                                    <p:animEffect transition="in" filter="wipe(left)">
                                      <p:cBhvr>
                                        <p:cTn id="40" dur="500"/>
                                        <p:tgtEl>
                                          <p:spTgt spid="882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2691" grpId="0"/>
      <p:bldP spid="882692" grpId="0"/>
      <p:bldP spid="882693" grpId="0"/>
      <p:bldP spid="882695" grpId="0"/>
      <p:bldP spid="882696" grpId="0"/>
      <p:bldP spid="88269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05256" name="Rectangle 40"/>
          <p:cNvSpPr>
            <a:spLocks noChangeArrowheads="1"/>
          </p:cNvSpPr>
          <p:nvPr/>
        </p:nvSpPr>
        <p:spPr bwMode="auto">
          <a:xfrm>
            <a:off x="434975" y="595313"/>
            <a:ext cx="8458200" cy="4081463"/>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400" b="1" i="0" u="none" strike="noStrike" kern="1200" cap="none" spc="0" normalizeH="0" baseline="0" noProof="0">
                <a:ln>
                  <a:noFill/>
                </a:ln>
                <a:solidFill>
                  <a:srgbClr val="33CC33"/>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3-14】</a:t>
            </a:r>
            <a:r>
              <a:rPr kumimoji="1"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图中电路，</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=10 Ω , </a:t>
            </a:r>
            <a:endPar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=0.26×10</a:t>
            </a:r>
            <a:r>
              <a:rPr kumimoji="1" lang="zh-CN" altLang="en-US"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H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C</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=238×10</a:t>
            </a:r>
            <a:r>
              <a:rPr kumimoji="1" lang="zh-CN" altLang="en-US"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12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求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谐振频率 </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0 </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该电路的品质因数</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Q</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若输入</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=640×10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Hz</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=10×10</a:t>
            </a:r>
            <a:r>
              <a:rPr kumimoji="1" lang="zh-CN" altLang="en-US"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的信号电源，求</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电路电流</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I</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和电感电压</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的有效值。</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(4)</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若输入</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=960×10</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Hz</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=10×10</a:t>
            </a:r>
            <a:r>
              <a:rPr kumimoji="1" lang="zh-CN" altLang="en-US"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V</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的信号电源，求电路电流</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I</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和电感电压</a:t>
            </a:r>
            <a:r>
              <a:rPr kumimoji="1" lang="en-US" altLang="zh-CN" sz="24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i="1" u="none" strike="noStrike" kern="1200" cap="none" spc="0" normalizeH="0" baseline="-25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L</a:t>
            </a:r>
            <a:r>
              <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的有效值。</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05257" name="Rectangle 41"/>
          <p:cNvSpPr>
            <a:spLocks noChangeArrowheads="1"/>
          </p:cNvSpPr>
          <p:nvPr/>
        </p:nvSpPr>
        <p:spPr bwMode="auto">
          <a:xfrm>
            <a:off x="539750" y="5200650"/>
            <a:ext cx="3810000" cy="60483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1" lang="zh-CN" altLang="en-US" sz="2800" b="1" i="0" u="none" strike="noStrike" kern="120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解：</a:t>
            </a: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谐振频率为</a:t>
            </a:r>
            <a:endParaRPr kumimoji="1"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905258" name="Object 42"/>
          <p:cNvGraphicFramePr>
            <a:graphicFrameLocks noChangeAspect="1"/>
          </p:cNvGraphicFramePr>
          <p:nvPr/>
        </p:nvGraphicFramePr>
        <p:xfrm>
          <a:off x="739775" y="5695950"/>
          <a:ext cx="7924800" cy="973138"/>
        </p:xfrm>
        <a:graphic>
          <a:graphicData uri="http://schemas.openxmlformats.org/presentationml/2006/ole">
            <mc:AlternateContent xmlns:mc="http://schemas.openxmlformats.org/markup-compatibility/2006">
              <mc:Choice xmlns:v="urn:schemas-microsoft-com:vml" Requires="v">
                <p:oleObj spid="_x0000_s3437" name="" r:id="rId1" imgW="3771900" imgH="444500" progId="Equation.3">
                  <p:embed/>
                </p:oleObj>
              </mc:Choice>
              <mc:Fallback>
                <p:oleObj name="" r:id="rId1" imgW="3771900" imgH="444500" progId="Equation.3">
                  <p:embed/>
                  <p:pic>
                    <p:nvPicPr>
                      <p:cNvPr id="0" name="图片 3436"/>
                      <p:cNvPicPr/>
                      <p:nvPr/>
                    </p:nvPicPr>
                    <p:blipFill>
                      <a:blip r:embed="rId2"/>
                      <a:stretch>
                        <a:fillRect/>
                      </a:stretch>
                    </p:blipFill>
                    <p:spPr>
                      <a:xfrm>
                        <a:off x="739775" y="5695950"/>
                        <a:ext cx="7924800" cy="973138"/>
                      </a:xfrm>
                      <a:prstGeom prst="rect">
                        <a:avLst/>
                      </a:prstGeom>
                      <a:noFill/>
                      <a:ln w="38100">
                        <a:noFill/>
                        <a:miter/>
                      </a:ln>
                    </p:spPr>
                  </p:pic>
                </p:oleObj>
              </mc:Fallback>
            </mc:AlternateContent>
          </a:graphicData>
        </a:graphic>
      </p:graphicFrame>
      <p:grpSp>
        <p:nvGrpSpPr>
          <p:cNvPr id="2" name="Group 43"/>
          <p:cNvGrpSpPr/>
          <p:nvPr/>
        </p:nvGrpSpPr>
        <p:grpSpPr>
          <a:xfrm>
            <a:off x="6759575" y="333375"/>
            <a:ext cx="1981200" cy="2971800"/>
            <a:chOff x="4272" y="336"/>
            <a:chExt cx="1248" cy="1872"/>
          </a:xfrm>
        </p:grpSpPr>
        <p:grpSp>
          <p:nvGrpSpPr>
            <p:cNvPr id="96263" name="Group 44"/>
            <p:cNvGrpSpPr/>
            <p:nvPr/>
          </p:nvGrpSpPr>
          <p:grpSpPr>
            <a:xfrm>
              <a:off x="4272" y="336"/>
              <a:ext cx="1248" cy="1872"/>
              <a:chOff x="2112" y="2064"/>
              <a:chExt cx="1248" cy="1872"/>
            </a:xfrm>
          </p:grpSpPr>
          <p:grpSp>
            <p:nvGrpSpPr>
              <p:cNvPr id="96265" name="Group 45"/>
              <p:cNvGrpSpPr/>
              <p:nvPr/>
            </p:nvGrpSpPr>
            <p:grpSpPr>
              <a:xfrm>
                <a:off x="2210" y="2269"/>
                <a:ext cx="814" cy="1667"/>
                <a:chOff x="2162" y="3537"/>
                <a:chExt cx="2035" cy="4169"/>
              </a:xfrm>
            </p:grpSpPr>
            <p:grpSp>
              <p:nvGrpSpPr>
                <p:cNvPr id="96273" name="Group 46"/>
                <p:cNvGrpSpPr/>
                <p:nvPr/>
              </p:nvGrpSpPr>
              <p:grpSpPr>
                <a:xfrm>
                  <a:off x="3537" y="3779"/>
                  <a:ext cx="187" cy="1639"/>
                  <a:chOff x="743" y="567"/>
                  <a:chExt cx="187" cy="1639"/>
                </a:xfrm>
              </p:grpSpPr>
              <p:sp>
                <p:nvSpPr>
                  <p:cNvPr id="96301" name="Line 47"/>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96302" name="Rectangle 48"/>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6274" name="Group 49"/>
                <p:cNvGrpSpPr/>
                <p:nvPr/>
              </p:nvGrpSpPr>
              <p:grpSpPr>
                <a:xfrm>
                  <a:off x="3405" y="5044"/>
                  <a:ext cx="402" cy="1650"/>
                  <a:chOff x="2091" y="573"/>
                  <a:chExt cx="220" cy="907"/>
                </a:xfrm>
              </p:grpSpPr>
              <p:sp>
                <p:nvSpPr>
                  <p:cNvPr id="96296" name="Line 50"/>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6297" name="Oval 51"/>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6298" name="Oval 52"/>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6299" name="Oval 53"/>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6300" name="Rectangle 54"/>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6275" name="Group 55"/>
                <p:cNvGrpSpPr/>
                <p:nvPr/>
              </p:nvGrpSpPr>
              <p:grpSpPr>
                <a:xfrm>
                  <a:off x="3480" y="6374"/>
                  <a:ext cx="299" cy="1090"/>
                  <a:chOff x="1502" y="578"/>
                  <a:chExt cx="319" cy="1090"/>
                </a:xfrm>
              </p:grpSpPr>
              <p:sp>
                <p:nvSpPr>
                  <p:cNvPr id="96292" name="Line 56"/>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96293" name="Line 57"/>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96294" name="Line 58"/>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96295" name="Line 59"/>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96276" name="Line 60"/>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96277" name="Line 61"/>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96278" name="Line 62"/>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96279" name="Line 63"/>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96280" name="Line 64"/>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96281" name="Line 65"/>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96282" name="Line 66"/>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96283" name="Line 67"/>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96284" name="Line 68"/>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96285" name="Line 69"/>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96286" name="Line 70"/>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96287" name="Line 71"/>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96288" name="Line 72"/>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96289" name="Line 73"/>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96290" name="Line 74"/>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96291" name="Line 75"/>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96266" name="Text Box 76"/>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67" name="Text Box 77"/>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68" name="Text Box 78"/>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69" name="Text Box 79"/>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70" name="Text Box 80"/>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71" name="Text Box 81"/>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6272" name="Text Box 82"/>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96264" name="Text Box 83"/>
            <p:cNvSpPr txBox="1"/>
            <p:nvPr/>
          </p:nvSpPr>
          <p:spPr>
            <a:xfrm>
              <a:off x="4704" y="192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905256"/>
                                        </p:tgtEl>
                                        <p:attrNameLst>
                                          <p:attrName>style.visibility</p:attrName>
                                        </p:attrNameLst>
                                      </p:cBhvr>
                                      <p:to>
                                        <p:strVal val="visible"/>
                                      </p:to>
                                    </p:set>
                                    <p:animEffect transition="in" filter="blinds(horizontal)">
                                      <p:cBhvr>
                                        <p:cTn id="12" dur="500"/>
                                        <p:tgtEl>
                                          <p:spTgt spid="9052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5257"/>
                                        </p:tgtEl>
                                        <p:attrNameLst>
                                          <p:attrName>style.visibility</p:attrName>
                                        </p:attrNameLst>
                                      </p:cBhvr>
                                      <p:to>
                                        <p:strVal val="visible"/>
                                      </p:to>
                                    </p:set>
                                    <p:animEffect transition="in" filter="wipe(left)">
                                      <p:cBhvr>
                                        <p:cTn id="17" dur="500"/>
                                        <p:tgtEl>
                                          <p:spTgt spid="905257"/>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905258"/>
                                        </p:tgtEl>
                                        <p:attrNameLst>
                                          <p:attrName>style.visibility</p:attrName>
                                        </p:attrNameLst>
                                      </p:cBhvr>
                                      <p:to>
                                        <p:strVal val="visible"/>
                                      </p:to>
                                    </p:set>
                                    <p:animEffect transition="in" filter="wipe(left)">
                                      <p:cBhvr>
                                        <p:cTn id="21" dur="500"/>
                                        <p:tgtEl>
                                          <p:spTgt spid="905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256" grpId="0"/>
      <p:bldP spid="90525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06242" name="Rectangle 2"/>
          <p:cNvSpPr>
            <a:spLocks noChangeArrowheads="1"/>
          </p:cNvSpPr>
          <p:nvPr/>
        </p:nvSpPr>
        <p:spPr bwMode="auto">
          <a:xfrm>
            <a:off x="395288" y="779463"/>
            <a:ext cx="5029200" cy="60483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）该电路的品质因数</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Q</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rPr>
              <a:t>；  </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906243" name="Object 3"/>
          <p:cNvGraphicFramePr>
            <a:graphicFrameLocks noChangeAspect="1"/>
          </p:cNvGraphicFramePr>
          <p:nvPr/>
        </p:nvGraphicFramePr>
        <p:xfrm>
          <a:off x="1371600" y="1371600"/>
          <a:ext cx="4160838" cy="2057400"/>
        </p:xfrm>
        <a:graphic>
          <a:graphicData uri="http://schemas.openxmlformats.org/presentationml/2006/ole">
            <mc:AlternateContent xmlns:mc="http://schemas.openxmlformats.org/markup-compatibility/2006">
              <mc:Choice xmlns:v="urn:schemas-microsoft-com:vml" Requires="v">
                <p:oleObj spid="_x0000_s3385" name="" r:id="rId1" imgW="1816100" imgH="1028700" progId="Equation.3">
                  <p:embed/>
                </p:oleObj>
              </mc:Choice>
              <mc:Fallback>
                <p:oleObj name="" r:id="rId1" imgW="1816100" imgH="1028700" progId="Equation.3">
                  <p:embed/>
                  <p:pic>
                    <p:nvPicPr>
                      <p:cNvPr id="0" name="图片 3384"/>
                      <p:cNvPicPr/>
                      <p:nvPr/>
                    </p:nvPicPr>
                    <p:blipFill>
                      <a:blip r:embed="rId2"/>
                      <a:stretch>
                        <a:fillRect/>
                      </a:stretch>
                    </p:blipFill>
                    <p:spPr>
                      <a:xfrm>
                        <a:off x="1371600" y="1371600"/>
                        <a:ext cx="4160838" cy="2057400"/>
                      </a:xfrm>
                      <a:prstGeom prst="rect">
                        <a:avLst/>
                      </a:prstGeom>
                      <a:noFill/>
                      <a:ln w="38100">
                        <a:noFill/>
                        <a:miter/>
                      </a:ln>
                    </p:spPr>
                  </p:pic>
                </p:oleObj>
              </mc:Fallback>
            </mc:AlternateContent>
          </a:graphicData>
        </a:graphic>
      </p:graphicFrame>
      <p:sp>
        <p:nvSpPr>
          <p:cNvPr id="906244" name="Text Box 4"/>
          <p:cNvSpPr txBox="1">
            <a:spLocks noChangeArrowheads="1"/>
          </p:cNvSpPr>
          <p:nvPr/>
        </p:nvSpPr>
        <p:spPr bwMode="auto">
          <a:xfrm>
            <a:off x="457200" y="3582988"/>
            <a:ext cx="5943600" cy="946150"/>
          </a:xfrm>
          <a:prstGeom prst="rect">
            <a:avLst/>
          </a:prstGeom>
          <a:noFill/>
          <a:ln w="9525">
            <a:noFill/>
            <a:miter lim="800000"/>
          </a:ln>
          <a:effectLst/>
        </p:spPr>
        <p:txBody>
          <a:bodyPr>
            <a:spAutoFit/>
          </a:bodyPr>
          <a:lstStyle/>
          <a:p>
            <a:pPr marR="0" defTabSz="914400" eaLnBrk="1" hangingPunct="1">
              <a:spcBef>
                <a:spcPct val="50000"/>
              </a:spcBef>
              <a:buClrTx/>
              <a:buSzTx/>
              <a:buFontTx/>
              <a:defRPr/>
            </a:pP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）信号源频率 </a:t>
            </a:r>
            <a:r>
              <a:rPr kumimoji="1" lang="en-US" altLang="zh-CN" i="1"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f</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=640×10</a:t>
            </a:r>
            <a:r>
              <a:rPr kumimoji="1" lang="en-US" altLang="zh-CN" kern="1200" cap="none" spc="0" normalizeH="0" baseline="3000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Hz </a:t>
            </a:r>
            <a:r>
              <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等于电路的谐振频率，因此</a:t>
            </a:r>
            <a:endParaRPr kumimoji="1" lang="zh-CN" altLang="en-US" kern="1200" cap="none" spc="0" normalizeH="0" baseline="0" noProof="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906245" name="Object 5"/>
          <p:cNvGraphicFramePr>
            <a:graphicFrameLocks noChangeAspect="1"/>
          </p:cNvGraphicFramePr>
          <p:nvPr/>
        </p:nvGraphicFramePr>
        <p:xfrm>
          <a:off x="2014538" y="4497388"/>
          <a:ext cx="4843462" cy="908050"/>
        </p:xfrm>
        <a:graphic>
          <a:graphicData uri="http://schemas.openxmlformats.org/presentationml/2006/ole">
            <mc:AlternateContent xmlns:mc="http://schemas.openxmlformats.org/markup-compatibility/2006">
              <mc:Choice xmlns:v="urn:schemas-microsoft-com:vml" Requires="v">
                <p:oleObj spid="_x0000_s3386" name="" r:id="rId3" imgW="1943100" imgH="419100" progId="Equation.3">
                  <p:embed/>
                </p:oleObj>
              </mc:Choice>
              <mc:Fallback>
                <p:oleObj name="" r:id="rId3" imgW="1943100" imgH="419100" progId="Equation.3">
                  <p:embed/>
                  <p:pic>
                    <p:nvPicPr>
                      <p:cNvPr id="0" name="图片 3385"/>
                      <p:cNvPicPr/>
                      <p:nvPr/>
                    </p:nvPicPr>
                    <p:blipFill>
                      <a:blip r:embed="rId4"/>
                      <a:stretch>
                        <a:fillRect/>
                      </a:stretch>
                    </p:blipFill>
                    <p:spPr>
                      <a:xfrm>
                        <a:off x="2014538" y="4497388"/>
                        <a:ext cx="4843462" cy="908050"/>
                      </a:xfrm>
                      <a:prstGeom prst="rect">
                        <a:avLst/>
                      </a:prstGeom>
                      <a:noFill/>
                      <a:ln w="38100">
                        <a:noFill/>
                        <a:miter/>
                      </a:ln>
                    </p:spPr>
                  </p:pic>
                </p:oleObj>
              </mc:Fallback>
            </mc:AlternateContent>
          </a:graphicData>
        </a:graphic>
      </p:graphicFrame>
      <p:graphicFrame>
        <p:nvGraphicFramePr>
          <p:cNvPr id="906246" name="Object 6"/>
          <p:cNvGraphicFramePr>
            <a:graphicFrameLocks noChangeAspect="1"/>
          </p:cNvGraphicFramePr>
          <p:nvPr/>
        </p:nvGraphicFramePr>
        <p:xfrm>
          <a:off x="1908175" y="5526088"/>
          <a:ext cx="5635625" cy="495300"/>
        </p:xfrm>
        <a:graphic>
          <a:graphicData uri="http://schemas.openxmlformats.org/presentationml/2006/ole">
            <mc:AlternateContent xmlns:mc="http://schemas.openxmlformats.org/markup-compatibility/2006">
              <mc:Choice xmlns:v="urn:schemas-microsoft-com:vml" Requires="v">
                <p:oleObj spid="_x0000_s3387" name="" r:id="rId5" imgW="2260600" imgH="228600" progId="Equation.3">
                  <p:embed/>
                </p:oleObj>
              </mc:Choice>
              <mc:Fallback>
                <p:oleObj name="" r:id="rId5" imgW="2260600" imgH="228600" progId="Equation.3">
                  <p:embed/>
                  <p:pic>
                    <p:nvPicPr>
                      <p:cNvPr id="0" name="图片 3386"/>
                      <p:cNvPicPr/>
                      <p:nvPr/>
                    </p:nvPicPr>
                    <p:blipFill>
                      <a:blip r:embed="rId6"/>
                      <a:stretch>
                        <a:fillRect/>
                      </a:stretch>
                    </p:blipFill>
                    <p:spPr>
                      <a:xfrm>
                        <a:off x="1908175" y="5526088"/>
                        <a:ext cx="5635625" cy="495300"/>
                      </a:xfrm>
                      <a:prstGeom prst="rect">
                        <a:avLst/>
                      </a:prstGeom>
                      <a:noFill/>
                      <a:ln w="38100">
                        <a:noFill/>
                        <a:miter/>
                      </a:ln>
                    </p:spPr>
                  </p:pic>
                </p:oleObj>
              </mc:Fallback>
            </mc:AlternateContent>
          </a:graphicData>
        </a:graphic>
      </p:graphicFrame>
      <p:grpSp>
        <p:nvGrpSpPr>
          <p:cNvPr id="97288" name="Group 8"/>
          <p:cNvGrpSpPr/>
          <p:nvPr/>
        </p:nvGrpSpPr>
        <p:grpSpPr>
          <a:xfrm>
            <a:off x="6781800" y="836613"/>
            <a:ext cx="1981200" cy="2971800"/>
            <a:chOff x="4272" y="336"/>
            <a:chExt cx="1248" cy="1872"/>
          </a:xfrm>
        </p:grpSpPr>
        <p:grpSp>
          <p:nvGrpSpPr>
            <p:cNvPr id="97289" name="Group 9"/>
            <p:cNvGrpSpPr/>
            <p:nvPr/>
          </p:nvGrpSpPr>
          <p:grpSpPr>
            <a:xfrm>
              <a:off x="4272" y="336"/>
              <a:ext cx="1248" cy="1872"/>
              <a:chOff x="2112" y="2064"/>
              <a:chExt cx="1248" cy="1872"/>
            </a:xfrm>
          </p:grpSpPr>
          <p:grpSp>
            <p:nvGrpSpPr>
              <p:cNvPr id="97291" name="Group 10"/>
              <p:cNvGrpSpPr/>
              <p:nvPr/>
            </p:nvGrpSpPr>
            <p:grpSpPr>
              <a:xfrm>
                <a:off x="2210" y="2269"/>
                <a:ext cx="814" cy="1667"/>
                <a:chOff x="2162" y="3537"/>
                <a:chExt cx="2035" cy="4169"/>
              </a:xfrm>
            </p:grpSpPr>
            <p:grpSp>
              <p:nvGrpSpPr>
                <p:cNvPr id="97299" name="Group 11"/>
                <p:cNvGrpSpPr/>
                <p:nvPr/>
              </p:nvGrpSpPr>
              <p:grpSpPr>
                <a:xfrm>
                  <a:off x="3537" y="3779"/>
                  <a:ext cx="187" cy="1639"/>
                  <a:chOff x="743" y="567"/>
                  <a:chExt cx="187" cy="1639"/>
                </a:xfrm>
              </p:grpSpPr>
              <p:sp>
                <p:nvSpPr>
                  <p:cNvPr id="97327" name="Line 12"/>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97328" name="Rectangle 13"/>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7300" name="Group 14"/>
                <p:cNvGrpSpPr/>
                <p:nvPr/>
              </p:nvGrpSpPr>
              <p:grpSpPr>
                <a:xfrm>
                  <a:off x="3405" y="5044"/>
                  <a:ext cx="402" cy="1650"/>
                  <a:chOff x="2091" y="573"/>
                  <a:chExt cx="220" cy="907"/>
                </a:xfrm>
              </p:grpSpPr>
              <p:sp>
                <p:nvSpPr>
                  <p:cNvPr id="97322" name="Line 15"/>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7323" name="Oval 16"/>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7324" name="Oval 17"/>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7325" name="Oval 18"/>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7326" name="Rectangle 19"/>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97301" name="Group 20"/>
                <p:cNvGrpSpPr/>
                <p:nvPr/>
              </p:nvGrpSpPr>
              <p:grpSpPr>
                <a:xfrm>
                  <a:off x="3480" y="6374"/>
                  <a:ext cx="299" cy="1090"/>
                  <a:chOff x="1502" y="578"/>
                  <a:chExt cx="319" cy="1090"/>
                </a:xfrm>
              </p:grpSpPr>
              <p:sp>
                <p:nvSpPr>
                  <p:cNvPr id="97318" name="Line 21"/>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97319" name="Line 22"/>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97320" name="Line 23"/>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97321" name="Line 24"/>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97302" name="Line 25"/>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97303" name="Line 26"/>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97304" name="Line 27"/>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97305" name="Line 28"/>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97306" name="Line 29"/>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97307" name="Line 30"/>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97308" name="Line 31"/>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97309" name="Line 32"/>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97310" name="Line 33"/>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97311" name="Line 34"/>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97312" name="Line 35"/>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97313" name="Line 36"/>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97314" name="Line 37"/>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97315" name="Line 38"/>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97316" name="Line 39"/>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97317" name="Line 40"/>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97292" name="Text Box 41"/>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3" name="Text Box 42"/>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4" name="Text Box 43"/>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5" name="Text Box 44"/>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6" name="Text Box 45"/>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7" name="Text Box 46"/>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7298" name="Text Box 47"/>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grpSp>
        <p:sp>
          <p:nvSpPr>
            <p:cNvPr id="97290" name="Text Box 48"/>
            <p:cNvSpPr txBox="1"/>
            <p:nvPr/>
          </p:nvSpPr>
          <p:spPr>
            <a:xfrm>
              <a:off x="4704" y="192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06242"/>
                                        </p:tgtEl>
                                        <p:attrNameLst>
                                          <p:attrName>style.visibility</p:attrName>
                                        </p:attrNameLst>
                                      </p:cBhvr>
                                      <p:to>
                                        <p:strVal val="visible"/>
                                      </p:to>
                                    </p:set>
                                    <p:animEffect transition="in" filter="wipe(left)">
                                      <p:cBhvr>
                                        <p:cTn id="7" dur="500"/>
                                        <p:tgtEl>
                                          <p:spTgt spid="90624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06243"/>
                                        </p:tgtEl>
                                        <p:attrNameLst>
                                          <p:attrName>style.visibility</p:attrName>
                                        </p:attrNameLst>
                                      </p:cBhvr>
                                      <p:to>
                                        <p:strVal val="visible"/>
                                      </p:to>
                                    </p:set>
                                    <p:animEffect transition="in" filter="wipe(left)">
                                      <p:cBhvr>
                                        <p:cTn id="11" dur="500"/>
                                        <p:tgtEl>
                                          <p:spTgt spid="90624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06244"/>
                                        </p:tgtEl>
                                        <p:attrNameLst>
                                          <p:attrName>style.visibility</p:attrName>
                                        </p:attrNameLst>
                                      </p:cBhvr>
                                      <p:to>
                                        <p:strVal val="visible"/>
                                      </p:to>
                                    </p:set>
                                    <p:animEffect transition="in" filter="blinds(horizontal)">
                                      <p:cBhvr>
                                        <p:cTn id="16" dur="500"/>
                                        <p:tgtEl>
                                          <p:spTgt spid="906244"/>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06245"/>
                                        </p:tgtEl>
                                        <p:attrNameLst>
                                          <p:attrName>style.visibility</p:attrName>
                                        </p:attrNameLst>
                                      </p:cBhvr>
                                      <p:to>
                                        <p:strVal val="visible"/>
                                      </p:to>
                                    </p:set>
                                    <p:animEffect transition="in" filter="wipe(left)">
                                      <p:cBhvr>
                                        <p:cTn id="20" dur="500"/>
                                        <p:tgtEl>
                                          <p:spTgt spid="906245"/>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906246"/>
                                        </p:tgtEl>
                                        <p:attrNameLst>
                                          <p:attrName>style.visibility</p:attrName>
                                        </p:attrNameLst>
                                      </p:cBhvr>
                                      <p:to>
                                        <p:strVal val="visible"/>
                                      </p:to>
                                    </p:set>
                                    <p:animEffect transition="in" filter="wipe(left)">
                                      <p:cBhvr>
                                        <p:cTn id="24" dur="500"/>
                                        <p:tgtEl>
                                          <p:spTgt spid="906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42" grpId="0"/>
      <p:bldP spid="90624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fld>
            <a:endParaRPr lang="en-US" altLang="zh-CN" sz="1400" dirty="0"/>
          </a:p>
        </p:txBody>
      </p:sp>
      <p:graphicFrame>
        <p:nvGraphicFramePr>
          <p:cNvPr id="907266" name="Object 2"/>
          <p:cNvGraphicFramePr>
            <a:graphicFrameLocks noChangeAspect="1"/>
          </p:cNvGraphicFramePr>
          <p:nvPr/>
        </p:nvGraphicFramePr>
        <p:xfrm>
          <a:off x="685800" y="1344613"/>
          <a:ext cx="4564063" cy="1838325"/>
        </p:xfrm>
        <a:graphic>
          <a:graphicData uri="http://schemas.openxmlformats.org/presentationml/2006/ole">
            <mc:AlternateContent xmlns:mc="http://schemas.openxmlformats.org/markup-compatibility/2006">
              <mc:Choice xmlns:v="urn:schemas-microsoft-com:vml" Requires="v">
                <p:oleObj spid="_x0000_s3440" name="" r:id="rId1" imgW="1714500" imgH="787400" progId="Equation.3">
                  <p:embed/>
                </p:oleObj>
              </mc:Choice>
              <mc:Fallback>
                <p:oleObj name="" r:id="rId1" imgW="1714500" imgH="787400" progId="Equation.3">
                  <p:embed/>
                  <p:pic>
                    <p:nvPicPr>
                      <p:cNvPr id="0" name="图片 3439"/>
                      <p:cNvPicPr/>
                      <p:nvPr/>
                    </p:nvPicPr>
                    <p:blipFill>
                      <a:blip r:embed="rId2"/>
                      <a:stretch>
                        <a:fillRect/>
                      </a:stretch>
                    </p:blipFill>
                    <p:spPr>
                      <a:xfrm>
                        <a:off x="685800" y="1344613"/>
                        <a:ext cx="4564063" cy="1838325"/>
                      </a:xfrm>
                      <a:prstGeom prst="rect">
                        <a:avLst/>
                      </a:prstGeom>
                      <a:noFill/>
                      <a:ln w="38100">
                        <a:noFill/>
                        <a:miter/>
                      </a:ln>
                    </p:spPr>
                  </p:pic>
                </p:oleObj>
              </mc:Fallback>
            </mc:AlternateContent>
          </a:graphicData>
        </a:graphic>
      </p:graphicFrame>
      <p:graphicFrame>
        <p:nvGraphicFramePr>
          <p:cNvPr id="907267" name="Object 3"/>
          <p:cNvGraphicFramePr>
            <a:graphicFrameLocks noChangeAspect="1"/>
          </p:cNvGraphicFramePr>
          <p:nvPr/>
        </p:nvGraphicFramePr>
        <p:xfrm>
          <a:off x="1066800" y="3325813"/>
          <a:ext cx="2971800" cy="1568450"/>
        </p:xfrm>
        <a:graphic>
          <a:graphicData uri="http://schemas.openxmlformats.org/presentationml/2006/ole">
            <mc:AlternateContent xmlns:mc="http://schemas.openxmlformats.org/markup-compatibility/2006">
              <mc:Choice xmlns:v="urn:schemas-microsoft-com:vml" Requires="v">
                <p:oleObj spid="_x0000_s3438" name="" r:id="rId3" imgW="1130300" imgH="685800" progId="Equation.3">
                  <p:embed/>
                </p:oleObj>
              </mc:Choice>
              <mc:Fallback>
                <p:oleObj name="" r:id="rId3" imgW="1130300" imgH="685800" progId="Equation.3">
                  <p:embed/>
                  <p:pic>
                    <p:nvPicPr>
                      <p:cNvPr id="0" name="图片 3437"/>
                      <p:cNvPicPr/>
                      <p:nvPr/>
                    </p:nvPicPr>
                    <p:blipFill>
                      <a:blip r:embed="rId4"/>
                      <a:stretch>
                        <a:fillRect/>
                      </a:stretch>
                    </p:blipFill>
                    <p:spPr>
                      <a:xfrm>
                        <a:off x="1066800" y="3325813"/>
                        <a:ext cx="2971800" cy="1568450"/>
                      </a:xfrm>
                      <a:prstGeom prst="rect">
                        <a:avLst/>
                      </a:prstGeom>
                      <a:noFill/>
                      <a:ln w="38100">
                        <a:noFill/>
                        <a:miter/>
                      </a:ln>
                    </p:spPr>
                  </p:pic>
                </p:oleObj>
              </mc:Fallback>
            </mc:AlternateContent>
          </a:graphicData>
        </a:graphic>
      </p:graphicFrame>
      <p:graphicFrame>
        <p:nvGraphicFramePr>
          <p:cNvPr id="907268" name="Object 4"/>
          <p:cNvGraphicFramePr>
            <a:graphicFrameLocks noChangeAspect="1"/>
          </p:cNvGraphicFramePr>
          <p:nvPr/>
        </p:nvGraphicFramePr>
        <p:xfrm>
          <a:off x="611188" y="4941888"/>
          <a:ext cx="7080250" cy="1565275"/>
        </p:xfrm>
        <a:graphic>
          <a:graphicData uri="http://schemas.openxmlformats.org/presentationml/2006/ole">
            <mc:AlternateContent xmlns:mc="http://schemas.openxmlformats.org/markup-compatibility/2006">
              <mc:Choice xmlns:v="urn:schemas-microsoft-com:vml" Requires="v">
                <p:oleObj spid="_x0000_s3439" name="" r:id="rId5" imgW="2692400" imgH="685800" progId="Equation.3">
                  <p:embed/>
                </p:oleObj>
              </mc:Choice>
              <mc:Fallback>
                <p:oleObj name="" r:id="rId5" imgW="2692400" imgH="685800" progId="Equation.3">
                  <p:embed/>
                  <p:pic>
                    <p:nvPicPr>
                      <p:cNvPr id="0" name="图片 3438"/>
                      <p:cNvPicPr/>
                      <p:nvPr/>
                    </p:nvPicPr>
                    <p:blipFill>
                      <a:blip r:embed="rId6"/>
                      <a:stretch>
                        <a:fillRect/>
                      </a:stretch>
                    </p:blipFill>
                    <p:spPr>
                      <a:xfrm>
                        <a:off x="611188" y="4941888"/>
                        <a:ext cx="7080250" cy="1565275"/>
                      </a:xfrm>
                      <a:prstGeom prst="rect">
                        <a:avLst/>
                      </a:prstGeom>
                      <a:noFill/>
                      <a:ln w="38100">
                        <a:noFill/>
                        <a:miter/>
                      </a:ln>
                    </p:spPr>
                  </p:pic>
                </p:oleObj>
              </mc:Fallback>
            </mc:AlternateContent>
          </a:graphicData>
        </a:graphic>
      </p:graphicFrame>
      <p:grpSp>
        <p:nvGrpSpPr>
          <p:cNvPr id="2" name="Group 5"/>
          <p:cNvGrpSpPr/>
          <p:nvPr/>
        </p:nvGrpSpPr>
        <p:grpSpPr>
          <a:xfrm>
            <a:off x="6400800" y="735013"/>
            <a:ext cx="1981200" cy="2971800"/>
            <a:chOff x="4032" y="336"/>
            <a:chExt cx="1248" cy="1872"/>
          </a:xfrm>
        </p:grpSpPr>
        <p:grpSp>
          <p:nvGrpSpPr>
            <p:cNvPr id="98312" name="Group 6"/>
            <p:cNvGrpSpPr/>
            <p:nvPr/>
          </p:nvGrpSpPr>
          <p:grpSpPr>
            <a:xfrm>
              <a:off x="4032" y="336"/>
              <a:ext cx="1248" cy="1872"/>
              <a:chOff x="2112" y="2064"/>
              <a:chExt cx="1248" cy="1872"/>
            </a:xfrm>
          </p:grpSpPr>
          <p:grpSp>
            <p:nvGrpSpPr>
              <p:cNvPr id="98314" name="Group 7"/>
              <p:cNvGrpSpPr/>
              <p:nvPr/>
            </p:nvGrpSpPr>
            <p:grpSpPr>
              <a:xfrm>
                <a:off x="2210" y="2269"/>
                <a:ext cx="814" cy="1667"/>
                <a:chOff x="2162" y="3537"/>
                <a:chExt cx="2035" cy="4169"/>
              </a:xfrm>
            </p:grpSpPr>
            <p:grpSp>
              <p:nvGrpSpPr>
                <p:cNvPr id="98322" name="Group 8"/>
                <p:cNvGrpSpPr/>
                <p:nvPr/>
              </p:nvGrpSpPr>
              <p:grpSpPr>
                <a:xfrm>
                  <a:off x="3537" y="3779"/>
                  <a:ext cx="187" cy="1639"/>
                  <a:chOff x="743" y="567"/>
                  <a:chExt cx="187" cy="1639"/>
                </a:xfrm>
              </p:grpSpPr>
              <p:sp>
                <p:nvSpPr>
                  <p:cNvPr id="98350" name="Line 9"/>
                  <p:cNvSpPr/>
                  <p:nvPr/>
                </p:nvSpPr>
                <p:spPr>
                  <a:xfrm flipH="1">
                    <a:off x="842" y="567"/>
                    <a:ext cx="0" cy="1639"/>
                  </a:xfrm>
                  <a:prstGeom prst="line">
                    <a:avLst/>
                  </a:prstGeom>
                  <a:ln w="38100" cap="flat" cmpd="sng">
                    <a:solidFill>
                      <a:srgbClr val="000000"/>
                    </a:solidFill>
                    <a:prstDash val="solid"/>
                    <a:headEnd type="none" w="med" len="med"/>
                    <a:tailEnd type="none" w="med" len="med"/>
                  </a:ln>
                </p:spPr>
              </p:sp>
              <p:sp>
                <p:nvSpPr>
                  <p:cNvPr id="98351" name="Rectangle 10"/>
                  <p:cNvSpPr/>
                  <p:nvPr/>
                </p:nvSpPr>
                <p:spPr>
                  <a:xfrm>
                    <a:off x="743" y="1150"/>
                    <a:ext cx="187" cy="561"/>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grpSp>
              <p:nvGrpSpPr>
                <p:cNvPr id="98323" name="Group 11"/>
                <p:cNvGrpSpPr/>
                <p:nvPr/>
              </p:nvGrpSpPr>
              <p:grpSpPr>
                <a:xfrm>
                  <a:off x="3405" y="5044"/>
                  <a:ext cx="402" cy="1650"/>
                  <a:chOff x="2091" y="573"/>
                  <a:chExt cx="220" cy="907"/>
                </a:xfrm>
              </p:grpSpPr>
              <p:sp>
                <p:nvSpPr>
                  <p:cNvPr id="98345" name="Line 12"/>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8346" name="Oval 13"/>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98347" name="Oval 14"/>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98348" name="Oval 15"/>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98349" name="Rectangle 16"/>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grpSp>
              <p:nvGrpSpPr>
                <p:cNvPr id="98324" name="Group 17"/>
                <p:cNvGrpSpPr/>
                <p:nvPr/>
              </p:nvGrpSpPr>
              <p:grpSpPr>
                <a:xfrm>
                  <a:off x="3480" y="6374"/>
                  <a:ext cx="299" cy="1090"/>
                  <a:chOff x="1502" y="578"/>
                  <a:chExt cx="319" cy="1090"/>
                </a:xfrm>
              </p:grpSpPr>
              <p:sp>
                <p:nvSpPr>
                  <p:cNvPr id="98341" name="Line 18"/>
                  <p:cNvSpPr/>
                  <p:nvPr/>
                </p:nvSpPr>
                <p:spPr>
                  <a:xfrm flipV="1">
                    <a:off x="1502" y="1095"/>
                    <a:ext cx="319" cy="0"/>
                  </a:xfrm>
                  <a:prstGeom prst="line">
                    <a:avLst/>
                  </a:prstGeom>
                  <a:ln w="38100" cap="flat" cmpd="sng">
                    <a:solidFill>
                      <a:srgbClr val="000000"/>
                    </a:solidFill>
                    <a:prstDash val="solid"/>
                    <a:headEnd type="none" w="med" len="med"/>
                    <a:tailEnd type="none" w="med" len="med"/>
                  </a:ln>
                </p:spPr>
              </p:sp>
              <p:sp>
                <p:nvSpPr>
                  <p:cNvPr id="98342" name="Line 19"/>
                  <p:cNvSpPr/>
                  <p:nvPr/>
                </p:nvSpPr>
                <p:spPr>
                  <a:xfrm flipH="1">
                    <a:off x="1667" y="578"/>
                    <a:ext cx="0" cy="506"/>
                  </a:xfrm>
                  <a:prstGeom prst="line">
                    <a:avLst/>
                  </a:prstGeom>
                  <a:ln w="38100" cap="flat" cmpd="sng">
                    <a:solidFill>
                      <a:srgbClr val="000000"/>
                    </a:solidFill>
                    <a:prstDash val="solid"/>
                    <a:headEnd type="none" w="med" len="med"/>
                    <a:tailEnd type="none" w="med" len="med"/>
                  </a:ln>
                </p:spPr>
              </p:sp>
              <p:sp>
                <p:nvSpPr>
                  <p:cNvPr id="98343" name="Line 20"/>
                  <p:cNvSpPr/>
                  <p:nvPr/>
                </p:nvSpPr>
                <p:spPr>
                  <a:xfrm flipH="1">
                    <a:off x="1667" y="1217"/>
                    <a:ext cx="0" cy="451"/>
                  </a:xfrm>
                  <a:prstGeom prst="line">
                    <a:avLst/>
                  </a:prstGeom>
                  <a:ln w="38100" cap="flat" cmpd="sng">
                    <a:solidFill>
                      <a:srgbClr val="000000"/>
                    </a:solidFill>
                    <a:prstDash val="solid"/>
                    <a:headEnd type="none" w="med" len="med"/>
                    <a:tailEnd type="none" w="med" len="med"/>
                  </a:ln>
                </p:spPr>
              </p:sp>
              <p:sp>
                <p:nvSpPr>
                  <p:cNvPr id="98344" name="Line 21"/>
                  <p:cNvSpPr/>
                  <p:nvPr/>
                </p:nvSpPr>
                <p:spPr>
                  <a:xfrm flipV="1">
                    <a:off x="1502" y="1217"/>
                    <a:ext cx="319" cy="0"/>
                  </a:xfrm>
                  <a:prstGeom prst="line">
                    <a:avLst/>
                  </a:prstGeom>
                  <a:ln w="38100" cap="flat" cmpd="sng">
                    <a:solidFill>
                      <a:srgbClr val="000000"/>
                    </a:solidFill>
                    <a:prstDash val="solid"/>
                    <a:headEnd type="none" w="med" len="med"/>
                    <a:tailEnd type="none" w="med" len="med"/>
                  </a:ln>
                </p:spPr>
              </p:sp>
            </p:grpSp>
            <p:sp>
              <p:nvSpPr>
                <p:cNvPr id="98325" name="Line 22"/>
                <p:cNvSpPr/>
                <p:nvPr/>
              </p:nvSpPr>
              <p:spPr>
                <a:xfrm>
                  <a:off x="2272" y="3757"/>
                  <a:ext cx="1386" cy="0"/>
                </a:xfrm>
                <a:prstGeom prst="line">
                  <a:avLst/>
                </a:prstGeom>
                <a:ln w="38100" cap="flat" cmpd="sng">
                  <a:solidFill>
                    <a:srgbClr val="000000"/>
                  </a:solidFill>
                  <a:prstDash val="solid"/>
                  <a:headEnd type="none" w="med" len="med"/>
                  <a:tailEnd type="none" w="med" len="med"/>
                </a:ln>
              </p:spPr>
            </p:sp>
            <p:sp>
              <p:nvSpPr>
                <p:cNvPr id="98326" name="Line 23"/>
                <p:cNvSpPr/>
                <p:nvPr/>
              </p:nvSpPr>
              <p:spPr>
                <a:xfrm>
                  <a:off x="2272" y="7706"/>
                  <a:ext cx="1386" cy="0"/>
                </a:xfrm>
                <a:prstGeom prst="line">
                  <a:avLst/>
                </a:prstGeom>
                <a:ln w="38100" cap="flat" cmpd="sng">
                  <a:solidFill>
                    <a:srgbClr val="000000"/>
                  </a:solidFill>
                  <a:prstDash val="solid"/>
                  <a:headEnd type="none" w="med" len="med"/>
                  <a:tailEnd type="none" w="med" len="med"/>
                </a:ln>
              </p:spPr>
            </p:sp>
            <p:sp>
              <p:nvSpPr>
                <p:cNvPr id="98327" name="Line 24"/>
                <p:cNvSpPr/>
                <p:nvPr/>
              </p:nvSpPr>
              <p:spPr>
                <a:xfrm>
                  <a:off x="3636" y="7321"/>
                  <a:ext cx="0" cy="374"/>
                </a:xfrm>
                <a:prstGeom prst="line">
                  <a:avLst/>
                </a:prstGeom>
                <a:ln w="38100" cap="flat" cmpd="sng">
                  <a:solidFill>
                    <a:srgbClr val="000000"/>
                  </a:solidFill>
                  <a:prstDash val="solid"/>
                  <a:headEnd type="none" w="med" len="med"/>
                  <a:tailEnd type="none" w="med" len="med"/>
                </a:ln>
              </p:spPr>
            </p:sp>
            <p:sp>
              <p:nvSpPr>
                <p:cNvPr id="98328" name="Line 25"/>
                <p:cNvSpPr/>
                <p:nvPr/>
              </p:nvSpPr>
              <p:spPr>
                <a:xfrm>
                  <a:off x="2459" y="3537"/>
                  <a:ext cx="704" cy="0"/>
                </a:xfrm>
                <a:prstGeom prst="line">
                  <a:avLst/>
                </a:prstGeom>
                <a:ln w="38100" cap="flat" cmpd="sng">
                  <a:solidFill>
                    <a:srgbClr val="000000"/>
                  </a:solidFill>
                  <a:prstDash val="solid"/>
                  <a:headEnd type="none" w="med" len="med"/>
                  <a:tailEnd type="triangle" w="med" len="med"/>
                </a:ln>
              </p:spPr>
            </p:sp>
            <p:sp>
              <p:nvSpPr>
                <p:cNvPr id="98329" name="Line 26"/>
                <p:cNvSpPr/>
                <p:nvPr/>
              </p:nvSpPr>
              <p:spPr>
                <a:xfrm>
                  <a:off x="2237" y="4090"/>
                  <a:ext cx="233" cy="0"/>
                </a:xfrm>
                <a:prstGeom prst="line">
                  <a:avLst/>
                </a:prstGeom>
                <a:ln w="38100" cap="flat" cmpd="sng">
                  <a:solidFill>
                    <a:srgbClr val="000000"/>
                  </a:solidFill>
                  <a:prstDash val="solid"/>
                  <a:headEnd type="none" w="med" len="med"/>
                  <a:tailEnd type="none" w="med" len="med"/>
                </a:ln>
              </p:spPr>
            </p:sp>
            <p:sp>
              <p:nvSpPr>
                <p:cNvPr id="98330" name="Line 27"/>
                <p:cNvSpPr/>
                <p:nvPr/>
              </p:nvSpPr>
              <p:spPr>
                <a:xfrm rot="5400000">
                  <a:off x="2240" y="4097"/>
                  <a:ext cx="240" cy="0"/>
                </a:xfrm>
                <a:prstGeom prst="line">
                  <a:avLst/>
                </a:prstGeom>
                <a:ln w="38100" cap="flat" cmpd="sng">
                  <a:solidFill>
                    <a:srgbClr val="000000"/>
                  </a:solidFill>
                  <a:prstDash val="solid"/>
                  <a:headEnd type="none" w="med" len="med"/>
                  <a:tailEnd type="none" w="med" len="med"/>
                </a:ln>
              </p:spPr>
            </p:sp>
            <p:sp>
              <p:nvSpPr>
                <p:cNvPr id="98331" name="Line 28"/>
                <p:cNvSpPr/>
                <p:nvPr/>
              </p:nvSpPr>
              <p:spPr>
                <a:xfrm>
                  <a:off x="2162" y="7354"/>
                  <a:ext cx="233" cy="0"/>
                </a:xfrm>
                <a:prstGeom prst="line">
                  <a:avLst/>
                </a:prstGeom>
                <a:ln w="38100" cap="flat" cmpd="sng">
                  <a:solidFill>
                    <a:srgbClr val="000000"/>
                  </a:solidFill>
                  <a:prstDash val="solid"/>
                  <a:headEnd type="none" w="med" len="med"/>
                  <a:tailEnd type="none" w="med" len="med"/>
                </a:ln>
              </p:spPr>
            </p:sp>
            <p:sp>
              <p:nvSpPr>
                <p:cNvPr id="98332" name="Line 29"/>
                <p:cNvSpPr/>
                <p:nvPr/>
              </p:nvSpPr>
              <p:spPr>
                <a:xfrm>
                  <a:off x="3964" y="4233"/>
                  <a:ext cx="233" cy="0"/>
                </a:xfrm>
                <a:prstGeom prst="line">
                  <a:avLst/>
                </a:prstGeom>
                <a:ln w="38100" cap="flat" cmpd="sng">
                  <a:solidFill>
                    <a:srgbClr val="000000"/>
                  </a:solidFill>
                  <a:prstDash val="solid"/>
                  <a:headEnd type="none" w="med" len="med"/>
                  <a:tailEnd type="none" w="med" len="med"/>
                </a:ln>
              </p:spPr>
            </p:sp>
            <p:sp>
              <p:nvSpPr>
                <p:cNvPr id="98333" name="Line 30"/>
                <p:cNvSpPr/>
                <p:nvPr/>
              </p:nvSpPr>
              <p:spPr>
                <a:xfrm rot="5400000">
                  <a:off x="3967" y="4240"/>
                  <a:ext cx="240" cy="0"/>
                </a:xfrm>
                <a:prstGeom prst="line">
                  <a:avLst/>
                </a:prstGeom>
                <a:ln w="38100" cap="flat" cmpd="sng">
                  <a:solidFill>
                    <a:srgbClr val="000000"/>
                  </a:solidFill>
                  <a:prstDash val="solid"/>
                  <a:headEnd type="none" w="med" len="med"/>
                  <a:tailEnd type="none" w="med" len="med"/>
                </a:ln>
              </p:spPr>
            </p:sp>
            <p:sp>
              <p:nvSpPr>
                <p:cNvPr id="98334" name="Line 31"/>
                <p:cNvSpPr/>
                <p:nvPr/>
              </p:nvSpPr>
              <p:spPr>
                <a:xfrm>
                  <a:off x="3878" y="5033"/>
                  <a:ext cx="233" cy="0"/>
                </a:xfrm>
                <a:prstGeom prst="line">
                  <a:avLst/>
                </a:prstGeom>
                <a:ln w="38100" cap="flat" cmpd="sng">
                  <a:solidFill>
                    <a:srgbClr val="000000"/>
                  </a:solidFill>
                  <a:prstDash val="solid"/>
                  <a:headEnd type="none" w="med" len="med"/>
                  <a:tailEnd type="none" w="med" len="med"/>
                </a:ln>
              </p:spPr>
            </p:sp>
            <p:sp>
              <p:nvSpPr>
                <p:cNvPr id="98335" name="Line 32"/>
                <p:cNvSpPr/>
                <p:nvPr/>
              </p:nvSpPr>
              <p:spPr>
                <a:xfrm>
                  <a:off x="3964" y="5421"/>
                  <a:ext cx="233" cy="0"/>
                </a:xfrm>
                <a:prstGeom prst="line">
                  <a:avLst/>
                </a:prstGeom>
                <a:ln w="38100" cap="flat" cmpd="sng">
                  <a:solidFill>
                    <a:srgbClr val="000000"/>
                  </a:solidFill>
                  <a:prstDash val="solid"/>
                  <a:headEnd type="none" w="med" len="med"/>
                  <a:tailEnd type="none" w="med" len="med"/>
                </a:ln>
              </p:spPr>
            </p:sp>
            <p:sp>
              <p:nvSpPr>
                <p:cNvPr id="98336" name="Line 33"/>
                <p:cNvSpPr/>
                <p:nvPr/>
              </p:nvSpPr>
              <p:spPr>
                <a:xfrm rot="5400000">
                  <a:off x="3956" y="5428"/>
                  <a:ext cx="240" cy="0"/>
                </a:xfrm>
                <a:prstGeom prst="line">
                  <a:avLst/>
                </a:prstGeom>
                <a:ln w="38100" cap="flat" cmpd="sng">
                  <a:solidFill>
                    <a:srgbClr val="000000"/>
                  </a:solidFill>
                  <a:prstDash val="solid"/>
                  <a:headEnd type="none" w="med" len="med"/>
                  <a:tailEnd type="none" w="med" len="med"/>
                </a:ln>
              </p:spPr>
            </p:sp>
            <p:sp>
              <p:nvSpPr>
                <p:cNvPr id="98337" name="Line 34"/>
                <p:cNvSpPr/>
                <p:nvPr/>
              </p:nvSpPr>
              <p:spPr>
                <a:xfrm>
                  <a:off x="3889" y="7376"/>
                  <a:ext cx="233" cy="0"/>
                </a:xfrm>
                <a:prstGeom prst="line">
                  <a:avLst/>
                </a:prstGeom>
                <a:ln w="38100" cap="flat" cmpd="sng">
                  <a:solidFill>
                    <a:srgbClr val="000000"/>
                  </a:solidFill>
                  <a:prstDash val="solid"/>
                  <a:headEnd type="none" w="med" len="med"/>
                  <a:tailEnd type="none" w="med" len="med"/>
                </a:ln>
              </p:spPr>
            </p:sp>
            <p:sp>
              <p:nvSpPr>
                <p:cNvPr id="98338" name="Line 35"/>
                <p:cNvSpPr/>
                <p:nvPr/>
              </p:nvSpPr>
              <p:spPr>
                <a:xfrm>
                  <a:off x="3865" y="6653"/>
                  <a:ext cx="233" cy="0"/>
                </a:xfrm>
                <a:prstGeom prst="line">
                  <a:avLst/>
                </a:prstGeom>
                <a:ln w="38100" cap="flat" cmpd="sng">
                  <a:solidFill>
                    <a:srgbClr val="000000"/>
                  </a:solidFill>
                  <a:prstDash val="solid"/>
                  <a:headEnd type="none" w="med" len="med"/>
                  <a:tailEnd type="none" w="med" len="med"/>
                </a:ln>
              </p:spPr>
            </p:sp>
            <p:sp>
              <p:nvSpPr>
                <p:cNvPr id="98339" name="Line 36"/>
                <p:cNvSpPr/>
                <p:nvPr/>
              </p:nvSpPr>
              <p:spPr>
                <a:xfrm rot="5400000">
                  <a:off x="3868" y="6660"/>
                  <a:ext cx="240" cy="0"/>
                </a:xfrm>
                <a:prstGeom prst="line">
                  <a:avLst/>
                </a:prstGeom>
                <a:ln w="38100" cap="flat" cmpd="sng">
                  <a:solidFill>
                    <a:srgbClr val="000000"/>
                  </a:solidFill>
                  <a:prstDash val="solid"/>
                  <a:headEnd type="none" w="med" len="med"/>
                  <a:tailEnd type="none" w="med" len="med"/>
                </a:ln>
              </p:spPr>
            </p:sp>
            <p:sp>
              <p:nvSpPr>
                <p:cNvPr id="98340" name="Line 37"/>
                <p:cNvSpPr/>
                <p:nvPr/>
              </p:nvSpPr>
              <p:spPr>
                <a:xfrm>
                  <a:off x="3944" y="6254"/>
                  <a:ext cx="233" cy="0"/>
                </a:xfrm>
                <a:prstGeom prst="line">
                  <a:avLst/>
                </a:prstGeom>
                <a:ln w="38100" cap="flat" cmpd="sng">
                  <a:solidFill>
                    <a:srgbClr val="000000"/>
                  </a:solidFill>
                  <a:prstDash val="solid"/>
                  <a:headEnd type="none" w="med" len="med"/>
                  <a:tailEnd type="none" w="med" len="med"/>
                </a:ln>
              </p:spPr>
            </p:sp>
          </p:grpSp>
          <p:sp>
            <p:nvSpPr>
              <p:cNvPr id="98315" name="Text Box 38"/>
              <p:cNvSpPr txBox="1"/>
              <p:nvPr/>
            </p:nvSpPr>
            <p:spPr>
              <a:xfrm>
                <a:off x="2544" y="302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rPr>
                  <a:t>L</a:t>
                </a:r>
                <a:endParaRPr lang="en-US" altLang="zh-CN" sz="2400" b="1" i="1" baseline="-25000" dirty="0">
                  <a:latin typeface="Times New Roman" panose="02020603050405020304" pitchFamily="18" charset="0"/>
                </a:endParaRPr>
              </a:p>
            </p:txBody>
          </p:sp>
          <p:sp>
            <p:nvSpPr>
              <p:cNvPr id="98316" name="Text Box 39"/>
              <p:cNvSpPr txBox="1"/>
              <p:nvPr/>
            </p:nvSpPr>
            <p:spPr>
              <a:xfrm>
                <a:off x="2496" y="254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rPr>
                  <a:t>R</a:t>
                </a:r>
                <a:endParaRPr lang="en-US" altLang="zh-CN" sz="2400" b="1" i="1" baseline="-25000" dirty="0">
                  <a:latin typeface="Times New Roman" panose="02020603050405020304" pitchFamily="18" charset="0"/>
                </a:endParaRPr>
              </a:p>
            </p:txBody>
          </p:sp>
          <p:sp>
            <p:nvSpPr>
              <p:cNvPr id="98317" name="Text Box 40"/>
              <p:cNvSpPr txBox="1"/>
              <p:nvPr/>
            </p:nvSpPr>
            <p:spPr>
              <a:xfrm>
                <a:off x="2640" y="2064"/>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Ì</a:t>
                </a:r>
                <a:endParaRPr lang="en-US" altLang="zh-CN" sz="2400" b="1" i="1" baseline="-25000" dirty="0">
                  <a:latin typeface="Times New Roman" panose="02020603050405020304" pitchFamily="18" charset="0"/>
                </a:endParaRPr>
              </a:p>
            </p:txBody>
          </p:sp>
          <p:sp>
            <p:nvSpPr>
              <p:cNvPr id="98318" name="Text Box 41"/>
              <p:cNvSpPr txBox="1"/>
              <p:nvPr/>
            </p:nvSpPr>
            <p:spPr>
              <a:xfrm>
                <a:off x="2112" y="292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Ù</a:t>
                </a:r>
                <a:endParaRPr lang="en-US" altLang="zh-CN" sz="2400" b="1" i="1" baseline="-25000" dirty="0">
                  <a:latin typeface="Times New Roman" panose="02020603050405020304" pitchFamily="18" charset="0"/>
                </a:endParaRPr>
              </a:p>
            </p:txBody>
          </p:sp>
          <p:sp>
            <p:nvSpPr>
              <p:cNvPr id="98319" name="Text Box 42"/>
              <p:cNvSpPr txBox="1"/>
              <p:nvPr/>
            </p:nvSpPr>
            <p:spPr>
              <a:xfrm>
                <a:off x="2928" y="350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Ù</a:t>
                </a:r>
                <a:r>
                  <a:rPr lang="en-US" altLang="zh-CN" sz="2400" b="1" i="1" baseline="-25000" dirty="0">
                    <a:latin typeface="Times New Roman" panose="02020603050405020304" pitchFamily="18" charset="0"/>
                  </a:rPr>
                  <a:t>C</a:t>
                </a:r>
                <a:endParaRPr lang="en-US" altLang="zh-CN" sz="2400" b="1" i="1" baseline="-25000" dirty="0">
                  <a:latin typeface="Times New Roman" panose="02020603050405020304" pitchFamily="18" charset="0"/>
                </a:endParaRPr>
              </a:p>
            </p:txBody>
          </p:sp>
          <p:sp>
            <p:nvSpPr>
              <p:cNvPr id="98320" name="Text Box 43"/>
              <p:cNvSpPr txBox="1"/>
              <p:nvPr/>
            </p:nvSpPr>
            <p:spPr>
              <a:xfrm>
                <a:off x="2928" y="302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Ù</a:t>
                </a:r>
                <a:r>
                  <a:rPr lang="en-US" altLang="zh-CN" sz="2400" b="1" i="1" baseline="-25000" dirty="0">
                    <a:latin typeface="Times New Roman" panose="02020603050405020304" pitchFamily="18" charset="0"/>
                  </a:rPr>
                  <a:t>L</a:t>
                </a:r>
                <a:endParaRPr lang="en-US" altLang="zh-CN" sz="2400" b="1" i="1" baseline="-25000" dirty="0">
                  <a:latin typeface="Times New Roman" panose="02020603050405020304" pitchFamily="18" charset="0"/>
                </a:endParaRPr>
              </a:p>
            </p:txBody>
          </p:sp>
          <p:sp>
            <p:nvSpPr>
              <p:cNvPr id="98321" name="Text Box 44"/>
              <p:cNvSpPr txBox="1"/>
              <p:nvPr/>
            </p:nvSpPr>
            <p:spPr>
              <a:xfrm>
                <a:off x="2880" y="259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cs typeface="Times New Roman" panose="02020603050405020304" pitchFamily="18" charset="0"/>
                  </a:rPr>
                  <a:t>Ù</a:t>
                </a:r>
                <a:r>
                  <a:rPr lang="en-US" altLang="zh-CN" sz="2400" b="1" i="1" baseline="-25000" dirty="0">
                    <a:latin typeface="Times New Roman" panose="02020603050405020304" pitchFamily="18" charset="0"/>
                  </a:rPr>
                  <a:t>R</a:t>
                </a:r>
                <a:endParaRPr lang="en-US" altLang="zh-CN" sz="2400" b="1" i="1" baseline="-25000" dirty="0">
                  <a:latin typeface="Times New Roman" panose="02020603050405020304" pitchFamily="18" charset="0"/>
                </a:endParaRPr>
              </a:p>
            </p:txBody>
          </p:sp>
        </p:grpSp>
        <p:sp>
          <p:nvSpPr>
            <p:cNvPr id="98313" name="Text Box 45"/>
            <p:cNvSpPr txBox="1"/>
            <p:nvPr/>
          </p:nvSpPr>
          <p:spPr>
            <a:xfrm>
              <a:off x="4464" y="192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rPr>
                <a:t>C</a:t>
              </a:r>
              <a:endParaRPr lang="en-US" altLang="zh-CN" sz="2400" b="1" i="1" dirty="0">
                <a:latin typeface="Times New Roman" panose="02020603050405020304" pitchFamily="18" charset="0"/>
              </a:endParaRPr>
            </a:p>
          </p:txBody>
        </p:sp>
      </p:grpSp>
      <p:sp>
        <p:nvSpPr>
          <p:cNvPr id="907310" name="Rectangle 46"/>
          <p:cNvSpPr>
            <a:spLocks noChangeArrowheads="1"/>
          </p:cNvSpPr>
          <p:nvPr/>
        </p:nvSpPr>
        <p:spPr bwMode="auto">
          <a:xfrm>
            <a:off x="611188" y="582613"/>
            <a:ext cx="3744913" cy="604838"/>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(4) </a:t>
            </a:r>
            <a:r>
              <a:rPr kumimoji="1" lang="en-US" altLang="zh-CN" sz="2800" b="1" i="1"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=960×10</a:t>
            </a:r>
            <a:r>
              <a:rPr kumimoji="1" lang="en-US" altLang="zh-CN" sz="2800" b="1" i="0" u="none" strike="noStrike" kern="1200" cap="none" spc="0" normalizeH="0" baseline="3000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3</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Hz</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时</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07310"/>
                                        </p:tgtEl>
                                        <p:attrNameLst>
                                          <p:attrName>style.visibility</p:attrName>
                                        </p:attrNameLst>
                                      </p:cBhvr>
                                      <p:to>
                                        <p:strVal val="visible"/>
                                      </p:to>
                                    </p:set>
                                    <p:animEffect transition="in" filter="wipe(left)">
                                      <p:cBhvr>
                                        <p:cTn id="11" dur="500"/>
                                        <p:tgtEl>
                                          <p:spTgt spid="9073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07266"/>
                                        </p:tgtEl>
                                        <p:attrNameLst>
                                          <p:attrName>style.visibility</p:attrName>
                                        </p:attrNameLst>
                                      </p:cBhvr>
                                      <p:to>
                                        <p:strVal val="visible"/>
                                      </p:to>
                                    </p:set>
                                    <p:animEffect transition="in" filter="blinds(horizontal)">
                                      <p:cBhvr>
                                        <p:cTn id="16" dur="500"/>
                                        <p:tgtEl>
                                          <p:spTgt spid="907266"/>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907267"/>
                                        </p:tgtEl>
                                        <p:attrNameLst>
                                          <p:attrName>style.visibility</p:attrName>
                                        </p:attrNameLst>
                                      </p:cBhvr>
                                      <p:to>
                                        <p:strVal val="visible"/>
                                      </p:to>
                                    </p:set>
                                    <p:animEffect transition="in" filter="blinds(horizontal)">
                                      <p:cBhvr>
                                        <p:cTn id="20" dur="500"/>
                                        <p:tgtEl>
                                          <p:spTgt spid="907267"/>
                                        </p:tgtEl>
                                      </p:cBhvr>
                                    </p:animEffect>
                                  </p:childTnLst>
                                </p:cTn>
                              </p:par>
                            </p:childTnLst>
                          </p:cTn>
                        </p:par>
                        <p:par>
                          <p:cTn id="21" fill="hold">
                            <p:stCondLst>
                              <p:cond delay="1000"/>
                            </p:stCondLst>
                            <p:childTnLst>
                              <p:par>
                                <p:cTn id="22" presetID="3" presetClass="entr" presetSubtype="10" fill="hold" nodeType="afterEffect">
                                  <p:stCondLst>
                                    <p:cond delay="0"/>
                                  </p:stCondLst>
                                  <p:childTnLst>
                                    <p:set>
                                      <p:cBhvr>
                                        <p:cTn id="23" dur="1" fill="hold">
                                          <p:stCondLst>
                                            <p:cond delay="0"/>
                                          </p:stCondLst>
                                        </p:cTn>
                                        <p:tgtEl>
                                          <p:spTgt spid="907268"/>
                                        </p:tgtEl>
                                        <p:attrNameLst>
                                          <p:attrName>style.visibility</p:attrName>
                                        </p:attrNameLst>
                                      </p:cBhvr>
                                      <p:to>
                                        <p:strVal val="visible"/>
                                      </p:to>
                                    </p:set>
                                    <p:animEffect transition="in" filter="blinds(horizontal)">
                                      <p:cBhvr>
                                        <p:cTn id="24" dur="500"/>
                                        <p:tgtEl>
                                          <p:spTgt spid="907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31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11364" name="Rectangle 4"/>
          <p:cNvSpPr>
            <a:spLocks noRot="1"/>
          </p:cNvSpPr>
          <p:nvPr/>
        </p:nvSpPr>
        <p:spPr>
          <a:xfrm>
            <a:off x="504825" y="620713"/>
            <a:ext cx="4572000" cy="5334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buNone/>
            </a:pPr>
            <a:r>
              <a:rPr lang="en-US" altLang="zh-CN" b="1" dirty="0">
                <a:solidFill>
                  <a:schemeClr val="accent2"/>
                </a:solidFill>
                <a:latin typeface="Times New Roman" panose="02020603050405020304" pitchFamily="18" charset="0"/>
                <a:ea typeface="华文中宋" panose="02010600040101010101" pitchFamily="2" charset="-122"/>
              </a:rPr>
              <a:t>3.7.2  </a:t>
            </a:r>
            <a:r>
              <a:rPr lang="zh-CN" altLang="en-US" b="1" dirty="0">
                <a:solidFill>
                  <a:schemeClr val="accent2"/>
                </a:solidFill>
                <a:latin typeface="Times New Roman" panose="02020603050405020304" pitchFamily="18" charset="0"/>
                <a:ea typeface="华文中宋" panose="02010600040101010101" pitchFamily="2" charset="-122"/>
              </a:rPr>
              <a:t>并联谐振</a:t>
            </a:r>
            <a:endParaRPr lang="zh-CN" altLang="en-US" b="1" dirty="0">
              <a:solidFill>
                <a:schemeClr val="accent2"/>
              </a:solidFill>
              <a:latin typeface="Times New Roman" panose="02020603050405020304" pitchFamily="18" charset="0"/>
              <a:ea typeface="华文中宋" panose="02010600040101010101" pitchFamily="2" charset="-122"/>
            </a:endParaRPr>
          </a:p>
        </p:txBody>
      </p:sp>
      <p:sp>
        <p:nvSpPr>
          <p:cNvPr id="911365" name="Text Box 5"/>
          <p:cNvSpPr txBox="1"/>
          <p:nvPr/>
        </p:nvSpPr>
        <p:spPr>
          <a:xfrm>
            <a:off x="457200" y="1335088"/>
            <a:ext cx="5051425" cy="1373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发生在</a:t>
            </a:r>
            <a:r>
              <a:rPr lang="en-US" altLang="zh-CN" sz="2800" b="1" i="1" dirty="0">
                <a:latin typeface="Times New Roman" panose="02020603050405020304" pitchFamily="18" charset="0"/>
                <a:ea typeface="华文中宋" panose="02010600040101010101" pitchFamily="2" charset="-122"/>
              </a:rPr>
              <a:t>RLC</a:t>
            </a:r>
            <a:r>
              <a:rPr lang="zh-CN" altLang="en-US" sz="2800" b="1" dirty="0">
                <a:latin typeface="Times New Roman" panose="02020603050405020304" pitchFamily="18" charset="0"/>
                <a:ea typeface="华文中宋" panose="02010600040101010101" pitchFamily="2" charset="-122"/>
              </a:rPr>
              <a:t>并联电路中的谐振称为</a:t>
            </a:r>
            <a:r>
              <a:rPr lang="zh-CN" altLang="en-US" sz="2800" b="1" dirty="0">
                <a:solidFill>
                  <a:schemeClr val="accent2"/>
                </a:solidFill>
                <a:latin typeface="Times New Roman" panose="02020603050405020304" pitchFamily="18" charset="0"/>
                <a:ea typeface="华文中宋" panose="02010600040101010101" pitchFamily="2" charset="-122"/>
              </a:rPr>
              <a:t>并联谐振</a:t>
            </a: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3-33(a)</a:t>
            </a:r>
            <a:r>
              <a:rPr lang="zh-CN" altLang="en-US" sz="2800" b="1" dirty="0">
                <a:latin typeface="Times New Roman" panose="02020603050405020304" pitchFamily="18" charset="0"/>
                <a:ea typeface="华文中宋" panose="02010600040101010101" pitchFamily="2" charset="-122"/>
              </a:rPr>
              <a:t>所示并联电路，其电流为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911366" name="Object 6"/>
          <p:cNvGraphicFramePr>
            <a:graphicFrameLocks noChangeAspect="1"/>
          </p:cNvGraphicFramePr>
          <p:nvPr/>
        </p:nvGraphicFramePr>
        <p:xfrm>
          <a:off x="1122363" y="3213100"/>
          <a:ext cx="6040437" cy="990600"/>
        </p:xfrm>
        <a:graphic>
          <a:graphicData uri="http://schemas.openxmlformats.org/presentationml/2006/ole">
            <mc:AlternateContent xmlns:mc="http://schemas.openxmlformats.org/markup-compatibility/2006">
              <mc:Choice xmlns:v="urn:schemas-microsoft-com:vml" Requires="v">
                <p:oleObj spid="_x0000_s3441" name="" r:id="rId1" imgW="2527300" imgH="457200" progId="Equation.3">
                  <p:embed/>
                </p:oleObj>
              </mc:Choice>
              <mc:Fallback>
                <p:oleObj name="" r:id="rId1" imgW="2527300" imgH="457200" progId="Equation.3">
                  <p:embed/>
                  <p:pic>
                    <p:nvPicPr>
                      <p:cNvPr id="0" name="图片 3440"/>
                      <p:cNvPicPr/>
                      <p:nvPr/>
                    </p:nvPicPr>
                    <p:blipFill>
                      <a:blip r:embed="rId2"/>
                      <a:stretch>
                        <a:fillRect/>
                      </a:stretch>
                    </p:blipFill>
                    <p:spPr>
                      <a:xfrm>
                        <a:off x="1122363" y="3213100"/>
                        <a:ext cx="6040437" cy="990600"/>
                      </a:xfrm>
                      <a:prstGeom prst="rect">
                        <a:avLst/>
                      </a:prstGeom>
                      <a:noFill/>
                      <a:ln w="38100">
                        <a:noFill/>
                        <a:miter/>
                      </a:ln>
                    </p:spPr>
                  </p:pic>
                </p:oleObj>
              </mc:Fallback>
            </mc:AlternateContent>
          </a:graphicData>
        </a:graphic>
      </p:graphicFrame>
      <p:sp>
        <p:nvSpPr>
          <p:cNvPr id="911367" name="Text Box 7"/>
          <p:cNvSpPr txBox="1"/>
          <p:nvPr/>
        </p:nvSpPr>
        <p:spPr>
          <a:xfrm>
            <a:off x="601663" y="4495800"/>
            <a:ext cx="7786687"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若电路处于谐振状态，电流与电压同相位，阻抗应为纯电阻，必须满足</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911368" name="Object 8"/>
          <p:cNvGraphicFramePr>
            <a:graphicFrameLocks noChangeAspect="1"/>
          </p:cNvGraphicFramePr>
          <p:nvPr/>
        </p:nvGraphicFramePr>
        <p:xfrm>
          <a:off x="2468563" y="5448300"/>
          <a:ext cx="2319337" cy="933450"/>
        </p:xfrm>
        <a:graphic>
          <a:graphicData uri="http://schemas.openxmlformats.org/presentationml/2006/ole">
            <mc:AlternateContent xmlns:mc="http://schemas.openxmlformats.org/markup-compatibility/2006">
              <mc:Choice xmlns:v="urn:schemas-microsoft-com:vml" Requires="v">
                <p:oleObj spid="_x0000_s3442" name="" r:id="rId3" imgW="850265" imgH="393700" progId="Equation.3">
                  <p:embed/>
                </p:oleObj>
              </mc:Choice>
              <mc:Fallback>
                <p:oleObj name="" r:id="rId3" imgW="850265" imgH="393700" progId="Equation.3">
                  <p:embed/>
                  <p:pic>
                    <p:nvPicPr>
                      <p:cNvPr id="0" name="图片 3441"/>
                      <p:cNvPicPr/>
                      <p:nvPr/>
                    </p:nvPicPr>
                    <p:blipFill>
                      <a:blip r:embed="rId4"/>
                      <a:stretch>
                        <a:fillRect/>
                      </a:stretch>
                    </p:blipFill>
                    <p:spPr>
                      <a:xfrm>
                        <a:off x="2468563" y="5448300"/>
                        <a:ext cx="2319337" cy="933450"/>
                      </a:xfrm>
                      <a:prstGeom prst="rect">
                        <a:avLst/>
                      </a:prstGeom>
                      <a:noFill/>
                      <a:ln w="38100">
                        <a:noFill/>
                        <a:miter/>
                      </a:ln>
                    </p:spPr>
                  </p:pic>
                </p:oleObj>
              </mc:Fallback>
            </mc:AlternateContent>
          </a:graphicData>
        </a:graphic>
      </p:graphicFrame>
      <p:grpSp>
        <p:nvGrpSpPr>
          <p:cNvPr id="2" name="Group 46"/>
          <p:cNvGrpSpPr/>
          <p:nvPr/>
        </p:nvGrpSpPr>
        <p:grpSpPr>
          <a:xfrm>
            <a:off x="5562600" y="668338"/>
            <a:ext cx="3505200" cy="2689225"/>
            <a:chOff x="3504" y="97"/>
            <a:chExt cx="2208" cy="1694"/>
          </a:xfrm>
        </p:grpSpPr>
        <p:sp>
          <p:nvSpPr>
            <p:cNvPr id="99337" name="Text Box 9"/>
            <p:cNvSpPr txBox="1"/>
            <p:nvPr/>
          </p:nvSpPr>
          <p:spPr>
            <a:xfrm>
              <a:off x="4059" y="1464"/>
              <a:ext cx="1056"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3-33(a)</a:t>
              </a:r>
              <a:endParaRPr lang="en-US" altLang="zh-CN" sz="2800" b="1" dirty="0">
                <a:latin typeface="Times New Roman" panose="02020603050405020304" pitchFamily="18" charset="0"/>
                <a:ea typeface="华文中宋" panose="02010600040101010101" pitchFamily="2" charset="-122"/>
              </a:endParaRPr>
            </a:p>
          </p:txBody>
        </p:sp>
        <p:grpSp>
          <p:nvGrpSpPr>
            <p:cNvPr id="99338" name="Group 10"/>
            <p:cNvGrpSpPr/>
            <p:nvPr/>
          </p:nvGrpSpPr>
          <p:grpSpPr>
            <a:xfrm>
              <a:off x="3504" y="97"/>
              <a:ext cx="2208" cy="1295"/>
              <a:chOff x="3408" y="1920"/>
              <a:chExt cx="2208" cy="1295"/>
            </a:xfrm>
          </p:grpSpPr>
          <p:grpSp>
            <p:nvGrpSpPr>
              <p:cNvPr id="99339" name="Group 11"/>
              <p:cNvGrpSpPr/>
              <p:nvPr/>
            </p:nvGrpSpPr>
            <p:grpSpPr>
              <a:xfrm>
                <a:off x="3456" y="2208"/>
                <a:ext cx="1892" cy="1007"/>
                <a:chOff x="1964" y="3339"/>
                <a:chExt cx="4730" cy="2519"/>
              </a:xfrm>
            </p:grpSpPr>
            <p:sp>
              <p:nvSpPr>
                <p:cNvPr id="99348" name="Line 12"/>
                <p:cNvSpPr/>
                <p:nvPr/>
              </p:nvSpPr>
              <p:spPr>
                <a:xfrm flipV="1">
                  <a:off x="2020" y="3343"/>
                  <a:ext cx="4436" cy="15"/>
                </a:xfrm>
                <a:prstGeom prst="line">
                  <a:avLst/>
                </a:prstGeom>
                <a:ln w="38100" cap="flat" cmpd="sng">
                  <a:solidFill>
                    <a:srgbClr val="000000"/>
                  </a:solidFill>
                  <a:prstDash val="solid"/>
                  <a:headEnd type="none" w="med" len="med"/>
                  <a:tailEnd type="none" w="med" len="med"/>
                </a:ln>
              </p:spPr>
            </p:sp>
            <p:sp>
              <p:nvSpPr>
                <p:cNvPr id="99349" name="Line 13"/>
                <p:cNvSpPr/>
                <p:nvPr/>
              </p:nvSpPr>
              <p:spPr>
                <a:xfrm>
                  <a:off x="3531" y="3358"/>
                  <a:ext cx="0" cy="2470"/>
                </a:xfrm>
                <a:prstGeom prst="line">
                  <a:avLst/>
                </a:prstGeom>
                <a:ln w="38100" cap="flat" cmpd="sng">
                  <a:solidFill>
                    <a:srgbClr val="000000"/>
                  </a:solidFill>
                  <a:prstDash val="solid"/>
                  <a:headEnd type="none" w="med" len="med"/>
                  <a:tailEnd type="none" w="med" len="med"/>
                </a:ln>
              </p:spPr>
            </p:sp>
            <p:sp>
              <p:nvSpPr>
                <p:cNvPr id="99350" name="Rectangle 14"/>
                <p:cNvSpPr/>
                <p:nvPr/>
              </p:nvSpPr>
              <p:spPr>
                <a:xfrm>
                  <a:off x="3419" y="4334"/>
                  <a:ext cx="210" cy="725"/>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nvGrpSpPr>
                <p:cNvPr id="99351" name="Group 15"/>
                <p:cNvGrpSpPr/>
                <p:nvPr/>
              </p:nvGrpSpPr>
              <p:grpSpPr>
                <a:xfrm>
                  <a:off x="4651" y="3624"/>
                  <a:ext cx="511" cy="2219"/>
                  <a:chOff x="2091" y="573"/>
                  <a:chExt cx="220" cy="907"/>
                </a:xfrm>
              </p:grpSpPr>
              <p:sp>
                <p:nvSpPr>
                  <p:cNvPr id="99368" name="Line 16"/>
                  <p:cNvSpPr/>
                  <p:nvPr/>
                </p:nvSpPr>
                <p:spPr>
                  <a:xfrm>
                    <a:off x="2221" y="573"/>
                    <a:ext cx="0" cy="907"/>
                  </a:xfrm>
                  <a:prstGeom prst="line">
                    <a:avLst/>
                  </a:prstGeom>
                  <a:ln w="38100" cap="flat" cmpd="sng">
                    <a:solidFill>
                      <a:srgbClr val="000000"/>
                    </a:solidFill>
                    <a:prstDash val="solid"/>
                    <a:headEnd type="none" w="med" len="med"/>
                    <a:tailEnd type="none" w="med" len="med"/>
                  </a:ln>
                </p:spPr>
              </p:sp>
              <p:sp>
                <p:nvSpPr>
                  <p:cNvPr id="99369" name="Oval 17"/>
                  <p:cNvSpPr/>
                  <p:nvPr/>
                </p:nvSpPr>
                <p:spPr>
                  <a:xfrm>
                    <a:off x="2131" y="83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9370" name="Oval 18"/>
                  <p:cNvSpPr/>
                  <p:nvPr/>
                </p:nvSpPr>
                <p:spPr>
                  <a:xfrm>
                    <a:off x="2131" y="954"/>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9371" name="Oval 19"/>
                  <p:cNvSpPr/>
                  <p:nvPr/>
                </p:nvSpPr>
                <p:spPr>
                  <a:xfrm>
                    <a:off x="2131" y="1069"/>
                    <a:ext cx="180" cy="115"/>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99372" name="Rectangle 20"/>
                  <p:cNvSpPr/>
                  <p:nvPr/>
                </p:nvSpPr>
                <p:spPr>
                  <a:xfrm>
                    <a:off x="2091" y="821"/>
                    <a:ext cx="102" cy="381"/>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99352" name="Line 21"/>
                <p:cNvSpPr/>
                <p:nvPr/>
              </p:nvSpPr>
              <p:spPr>
                <a:xfrm>
                  <a:off x="2048" y="5858"/>
                  <a:ext cx="4366" cy="0"/>
                </a:xfrm>
                <a:prstGeom prst="line">
                  <a:avLst/>
                </a:prstGeom>
                <a:ln w="38100" cap="flat" cmpd="sng">
                  <a:solidFill>
                    <a:srgbClr val="000000"/>
                  </a:solidFill>
                  <a:prstDash val="solid"/>
                  <a:headEnd type="none" w="med" len="med"/>
                  <a:tailEnd type="none" w="med" len="med"/>
                </a:ln>
              </p:spPr>
            </p:sp>
            <p:sp>
              <p:nvSpPr>
                <p:cNvPr id="99353" name="Line 22"/>
                <p:cNvSpPr/>
                <p:nvPr/>
              </p:nvSpPr>
              <p:spPr>
                <a:xfrm>
                  <a:off x="6441" y="3358"/>
                  <a:ext cx="0" cy="769"/>
                </a:xfrm>
                <a:prstGeom prst="line">
                  <a:avLst/>
                </a:prstGeom>
                <a:ln w="38100" cap="flat" cmpd="sng">
                  <a:solidFill>
                    <a:srgbClr val="000000"/>
                  </a:solidFill>
                  <a:prstDash val="solid"/>
                  <a:headEnd type="none" w="med" len="med"/>
                  <a:tailEnd type="none" w="med" len="med"/>
                </a:ln>
              </p:spPr>
            </p:sp>
            <p:grpSp>
              <p:nvGrpSpPr>
                <p:cNvPr id="99354" name="Group 23"/>
                <p:cNvGrpSpPr/>
                <p:nvPr/>
              </p:nvGrpSpPr>
              <p:grpSpPr>
                <a:xfrm>
                  <a:off x="6162" y="3800"/>
                  <a:ext cx="532" cy="1466"/>
                  <a:chOff x="5264" y="3679"/>
                  <a:chExt cx="418" cy="1090"/>
                </a:xfrm>
              </p:grpSpPr>
              <p:sp>
                <p:nvSpPr>
                  <p:cNvPr id="99364" name="Line 24"/>
                  <p:cNvSpPr/>
                  <p:nvPr/>
                </p:nvSpPr>
                <p:spPr>
                  <a:xfrm>
                    <a:off x="5264" y="4197"/>
                    <a:ext cx="418" cy="0"/>
                  </a:xfrm>
                  <a:prstGeom prst="line">
                    <a:avLst/>
                  </a:prstGeom>
                  <a:ln w="38100" cap="flat" cmpd="sng">
                    <a:solidFill>
                      <a:srgbClr val="000000"/>
                    </a:solidFill>
                    <a:prstDash val="solid"/>
                    <a:headEnd type="none" w="med" len="med"/>
                    <a:tailEnd type="none" w="med" len="med"/>
                  </a:ln>
                </p:spPr>
              </p:sp>
              <p:sp>
                <p:nvSpPr>
                  <p:cNvPr id="99365" name="Line 25"/>
                  <p:cNvSpPr/>
                  <p:nvPr/>
                </p:nvSpPr>
                <p:spPr>
                  <a:xfrm flipH="1">
                    <a:off x="5484" y="3679"/>
                    <a:ext cx="0" cy="506"/>
                  </a:xfrm>
                  <a:prstGeom prst="line">
                    <a:avLst/>
                  </a:prstGeom>
                  <a:ln w="38100" cap="flat" cmpd="sng">
                    <a:solidFill>
                      <a:srgbClr val="000000"/>
                    </a:solidFill>
                    <a:prstDash val="solid"/>
                    <a:headEnd type="none" w="med" len="med"/>
                    <a:tailEnd type="none" w="med" len="med"/>
                  </a:ln>
                </p:spPr>
              </p:sp>
              <p:sp>
                <p:nvSpPr>
                  <p:cNvPr id="99366" name="Line 26"/>
                  <p:cNvSpPr/>
                  <p:nvPr/>
                </p:nvSpPr>
                <p:spPr>
                  <a:xfrm flipH="1">
                    <a:off x="5484" y="4318"/>
                    <a:ext cx="0" cy="451"/>
                  </a:xfrm>
                  <a:prstGeom prst="line">
                    <a:avLst/>
                  </a:prstGeom>
                  <a:ln w="38100" cap="flat" cmpd="sng">
                    <a:solidFill>
                      <a:srgbClr val="000000"/>
                    </a:solidFill>
                    <a:prstDash val="solid"/>
                    <a:headEnd type="none" w="med" len="med"/>
                    <a:tailEnd type="none" w="med" len="med"/>
                  </a:ln>
                </p:spPr>
              </p:sp>
              <p:sp>
                <p:nvSpPr>
                  <p:cNvPr id="99367" name="Line 27"/>
                  <p:cNvSpPr/>
                  <p:nvPr/>
                </p:nvSpPr>
                <p:spPr>
                  <a:xfrm>
                    <a:off x="5264" y="4318"/>
                    <a:ext cx="418" cy="11"/>
                  </a:xfrm>
                  <a:prstGeom prst="line">
                    <a:avLst/>
                  </a:prstGeom>
                  <a:ln w="38100" cap="flat" cmpd="sng">
                    <a:solidFill>
                      <a:srgbClr val="000000"/>
                    </a:solidFill>
                    <a:prstDash val="solid"/>
                    <a:headEnd type="none" w="med" len="med"/>
                    <a:tailEnd type="none" w="med" len="med"/>
                  </a:ln>
                </p:spPr>
              </p:sp>
            </p:grpSp>
            <p:sp>
              <p:nvSpPr>
                <p:cNvPr id="99355" name="Line 28"/>
                <p:cNvSpPr/>
                <p:nvPr/>
              </p:nvSpPr>
              <p:spPr>
                <a:xfrm>
                  <a:off x="6430" y="5074"/>
                  <a:ext cx="0" cy="769"/>
                </a:xfrm>
                <a:prstGeom prst="line">
                  <a:avLst/>
                </a:prstGeom>
                <a:ln w="38100" cap="flat" cmpd="sng">
                  <a:solidFill>
                    <a:srgbClr val="000000"/>
                  </a:solidFill>
                  <a:prstDash val="solid"/>
                  <a:headEnd type="none" w="med" len="med"/>
                  <a:tailEnd type="none" w="med" len="med"/>
                </a:ln>
              </p:spPr>
            </p:sp>
            <p:sp>
              <p:nvSpPr>
                <p:cNvPr id="99356" name="Line 29"/>
                <p:cNvSpPr/>
                <p:nvPr/>
              </p:nvSpPr>
              <p:spPr>
                <a:xfrm>
                  <a:off x="4945" y="3343"/>
                  <a:ext cx="0" cy="503"/>
                </a:xfrm>
                <a:prstGeom prst="line">
                  <a:avLst/>
                </a:prstGeom>
                <a:ln w="38100" cap="flat" cmpd="sng">
                  <a:solidFill>
                    <a:srgbClr val="000000"/>
                  </a:solidFill>
                  <a:prstDash val="solid"/>
                  <a:headEnd type="none" w="med" len="med"/>
                  <a:tailEnd type="none" w="med" len="med"/>
                </a:ln>
              </p:spPr>
            </p:sp>
            <p:sp>
              <p:nvSpPr>
                <p:cNvPr id="99357" name="Line 30"/>
                <p:cNvSpPr/>
                <p:nvPr/>
              </p:nvSpPr>
              <p:spPr>
                <a:xfrm>
                  <a:off x="2370" y="3339"/>
                  <a:ext cx="588" cy="0"/>
                </a:xfrm>
                <a:prstGeom prst="line">
                  <a:avLst/>
                </a:prstGeom>
                <a:ln w="38100" cap="flat" cmpd="sng">
                  <a:solidFill>
                    <a:srgbClr val="000000"/>
                  </a:solidFill>
                  <a:prstDash val="solid"/>
                  <a:headEnd type="none" w="med" len="med"/>
                  <a:tailEnd type="stealth" w="med" len="lg"/>
                </a:ln>
              </p:spPr>
            </p:sp>
            <p:sp>
              <p:nvSpPr>
                <p:cNvPr id="99358" name="Line 31"/>
                <p:cNvSpPr/>
                <p:nvPr/>
              </p:nvSpPr>
              <p:spPr>
                <a:xfrm>
                  <a:off x="3515" y="3580"/>
                  <a:ext cx="0" cy="399"/>
                </a:xfrm>
                <a:prstGeom prst="line">
                  <a:avLst/>
                </a:prstGeom>
                <a:ln w="38100" cap="flat" cmpd="sng">
                  <a:solidFill>
                    <a:srgbClr val="000000"/>
                  </a:solidFill>
                  <a:prstDash val="solid"/>
                  <a:headEnd type="none" w="med" len="med"/>
                  <a:tailEnd type="stealth" w="med" len="lg"/>
                </a:ln>
              </p:spPr>
            </p:sp>
            <p:sp>
              <p:nvSpPr>
                <p:cNvPr id="99359" name="Line 32"/>
                <p:cNvSpPr/>
                <p:nvPr/>
              </p:nvSpPr>
              <p:spPr>
                <a:xfrm>
                  <a:off x="4934" y="3550"/>
                  <a:ext cx="0" cy="355"/>
                </a:xfrm>
                <a:prstGeom prst="line">
                  <a:avLst/>
                </a:prstGeom>
                <a:ln w="38100" cap="flat" cmpd="sng">
                  <a:solidFill>
                    <a:srgbClr val="000000"/>
                  </a:solidFill>
                  <a:prstDash val="solid"/>
                  <a:headEnd type="none" w="med" len="med"/>
                  <a:tailEnd type="stealth" w="med" len="lg"/>
                </a:ln>
              </p:spPr>
            </p:sp>
            <p:sp>
              <p:nvSpPr>
                <p:cNvPr id="99360" name="Line 33"/>
                <p:cNvSpPr/>
                <p:nvPr/>
              </p:nvSpPr>
              <p:spPr>
                <a:xfrm>
                  <a:off x="6419" y="3639"/>
                  <a:ext cx="0" cy="355"/>
                </a:xfrm>
                <a:prstGeom prst="line">
                  <a:avLst/>
                </a:prstGeom>
                <a:ln w="38100" cap="flat" cmpd="sng">
                  <a:solidFill>
                    <a:srgbClr val="000000"/>
                  </a:solidFill>
                  <a:prstDash val="solid"/>
                  <a:headEnd type="none" w="med" len="med"/>
                  <a:tailEnd type="stealth" w="med" len="lg"/>
                </a:ln>
              </p:spPr>
            </p:sp>
            <p:sp>
              <p:nvSpPr>
                <p:cNvPr id="99361" name="Line 34"/>
                <p:cNvSpPr/>
                <p:nvPr/>
              </p:nvSpPr>
              <p:spPr>
                <a:xfrm>
                  <a:off x="2006" y="3801"/>
                  <a:ext cx="322" cy="0"/>
                </a:xfrm>
                <a:prstGeom prst="line">
                  <a:avLst/>
                </a:prstGeom>
                <a:ln w="38100" cap="flat" cmpd="sng">
                  <a:solidFill>
                    <a:srgbClr val="000000"/>
                  </a:solidFill>
                  <a:prstDash val="solid"/>
                  <a:headEnd type="none" w="med" len="med"/>
                  <a:tailEnd type="none" w="med" len="med"/>
                </a:ln>
              </p:spPr>
            </p:sp>
            <p:sp>
              <p:nvSpPr>
                <p:cNvPr id="99362" name="Line 35"/>
                <p:cNvSpPr/>
                <p:nvPr/>
              </p:nvSpPr>
              <p:spPr>
                <a:xfrm rot="5400000">
                  <a:off x="2004" y="3801"/>
                  <a:ext cx="340" cy="0"/>
                </a:xfrm>
                <a:prstGeom prst="line">
                  <a:avLst/>
                </a:prstGeom>
                <a:ln w="38100" cap="flat" cmpd="sng">
                  <a:solidFill>
                    <a:srgbClr val="000000"/>
                  </a:solidFill>
                  <a:prstDash val="solid"/>
                  <a:headEnd type="none" w="med" len="med"/>
                  <a:tailEnd type="none" w="med" len="med"/>
                </a:ln>
              </p:spPr>
            </p:sp>
            <p:sp>
              <p:nvSpPr>
                <p:cNvPr id="99363" name="Line 36"/>
                <p:cNvSpPr/>
                <p:nvPr/>
              </p:nvSpPr>
              <p:spPr>
                <a:xfrm>
                  <a:off x="1964" y="5459"/>
                  <a:ext cx="322" cy="0"/>
                </a:xfrm>
                <a:prstGeom prst="line">
                  <a:avLst/>
                </a:prstGeom>
                <a:ln w="38100" cap="flat" cmpd="sng">
                  <a:solidFill>
                    <a:srgbClr val="000000"/>
                  </a:solidFill>
                  <a:prstDash val="solid"/>
                  <a:headEnd type="none" w="med" len="med"/>
                  <a:tailEnd type="none" w="med" len="med"/>
                </a:ln>
              </p:spPr>
            </p:sp>
          </p:grpSp>
          <p:sp>
            <p:nvSpPr>
              <p:cNvPr id="99340" name="Text Box 37"/>
              <p:cNvSpPr txBox="1"/>
              <p:nvPr/>
            </p:nvSpPr>
            <p:spPr>
              <a:xfrm>
                <a:off x="4656" y="288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1" name="Text Box 38"/>
              <p:cNvSpPr txBox="1"/>
              <p:nvPr/>
            </p:nvSpPr>
            <p:spPr>
              <a:xfrm>
                <a:off x="4080" y="288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2" name="Text Box 39"/>
              <p:cNvSpPr txBox="1"/>
              <p:nvPr/>
            </p:nvSpPr>
            <p:spPr>
              <a:xfrm>
                <a:off x="5280" y="23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C</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3" name="Text Box 40"/>
              <p:cNvSpPr txBox="1"/>
              <p:nvPr/>
            </p:nvSpPr>
            <p:spPr>
              <a:xfrm>
                <a:off x="3408" y="2592"/>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4" name="Text Box 41"/>
              <p:cNvSpPr txBox="1"/>
              <p:nvPr/>
            </p:nvSpPr>
            <p:spPr>
              <a:xfrm>
                <a:off x="5232" y="2832"/>
                <a:ext cx="24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i="1" dirty="0">
                  <a:latin typeface="Times New Roman" panose="02020603050405020304" pitchFamily="18" charset="0"/>
                  <a:ea typeface="华文中宋" panose="02010600040101010101" pitchFamily="2" charset="-122"/>
                </a:endParaRPr>
              </a:p>
            </p:txBody>
          </p:sp>
          <p:sp>
            <p:nvSpPr>
              <p:cNvPr id="99345" name="Text Box 42"/>
              <p:cNvSpPr txBox="1"/>
              <p:nvPr/>
            </p:nvSpPr>
            <p:spPr>
              <a:xfrm>
                <a:off x="4704" y="230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L</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6" name="Text Box 43"/>
              <p:cNvSpPr txBox="1"/>
              <p:nvPr/>
            </p:nvSpPr>
            <p:spPr>
              <a:xfrm>
                <a:off x="4080" y="2304"/>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i="1" baseline="-25000" dirty="0">
                    <a:latin typeface="Times New Roman" panose="02020603050405020304" pitchFamily="18" charset="0"/>
                    <a:ea typeface="华文中宋" panose="02010600040101010101" pitchFamily="2" charset="-122"/>
                  </a:rPr>
                  <a:t>R</a:t>
                </a:r>
                <a:endParaRPr lang="en-US" altLang="zh-CN" sz="2400" b="1" i="1" baseline="-25000" dirty="0">
                  <a:latin typeface="Times New Roman" panose="02020603050405020304" pitchFamily="18" charset="0"/>
                  <a:ea typeface="华文中宋" panose="02010600040101010101" pitchFamily="2" charset="-122"/>
                </a:endParaRPr>
              </a:p>
            </p:txBody>
          </p:sp>
          <p:sp>
            <p:nvSpPr>
              <p:cNvPr id="99347" name="Text Box 44"/>
              <p:cNvSpPr txBox="1"/>
              <p:nvPr/>
            </p:nvSpPr>
            <p:spPr>
              <a:xfrm>
                <a:off x="3792" y="192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i="1" baseline="-25000" dirty="0">
                  <a:latin typeface="Times New Roman" panose="02020603050405020304" pitchFamily="18" charset="0"/>
                  <a:ea typeface="华文中宋" panose="020106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11364"/>
                                        </p:tgtEl>
                                        <p:attrNameLst>
                                          <p:attrName>style.visibility</p:attrName>
                                        </p:attrNameLst>
                                      </p:cBhvr>
                                      <p:to>
                                        <p:strVal val="visible"/>
                                      </p:to>
                                    </p:set>
                                    <p:animEffect transition="in" filter="wipe(left)">
                                      <p:cBhvr>
                                        <p:cTn id="7" dur="500"/>
                                        <p:tgtEl>
                                          <p:spTgt spid="911364"/>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11365"/>
                                        </p:tgtEl>
                                        <p:attrNameLst>
                                          <p:attrName>style.visibility</p:attrName>
                                        </p:attrNameLst>
                                      </p:cBhvr>
                                      <p:to>
                                        <p:strVal val="visible"/>
                                      </p:to>
                                    </p:set>
                                    <p:animEffect transition="in" filter="blinds(horizontal)">
                                      <p:cBhvr>
                                        <p:cTn id="18" dur="500"/>
                                        <p:tgtEl>
                                          <p:spTgt spid="911365"/>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911366"/>
                                        </p:tgtEl>
                                        <p:attrNameLst>
                                          <p:attrName>style.visibility</p:attrName>
                                        </p:attrNameLst>
                                      </p:cBhvr>
                                      <p:to>
                                        <p:strVal val="visible"/>
                                      </p:to>
                                    </p:set>
                                    <p:animEffect transition="in" filter="wipe(left)">
                                      <p:cBhvr>
                                        <p:cTn id="22" dur="500"/>
                                        <p:tgtEl>
                                          <p:spTgt spid="91136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11367"/>
                                        </p:tgtEl>
                                        <p:attrNameLst>
                                          <p:attrName>style.visibility</p:attrName>
                                        </p:attrNameLst>
                                      </p:cBhvr>
                                      <p:to>
                                        <p:strVal val="visible"/>
                                      </p:to>
                                    </p:set>
                                    <p:animEffect transition="in" filter="blinds(horizontal)">
                                      <p:cBhvr>
                                        <p:cTn id="27" dur="500"/>
                                        <p:tgtEl>
                                          <p:spTgt spid="911367"/>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911368"/>
                                        </p:tgtEl>
                                        <p:attrNameLst>
                                          <p:attrName>style.visibility</p:attrName>
                                        </p:attrNameLst>
                                      </p:cBhvr>
                                      <p:to>
                                        <p:strVal val="visible"/>
                                      </p:to>
                                    </p:set>
                                    <p:animEffect transition="in" filter="wipe(left)">
                                      <p:cBhvr>
                                        <p:cTn id="31" dur="500"/>
                                        <p:tgtEl>
                                          <p:spTgt spid="911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4" grpId="0"/>
      <p:bldP spid="911365" grpId="0"/>
      <p:bldP spid="91136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12388" name="Text Box 4"/>
          <p:cNvSpPr txBox="1"/>
          <p:nvPr/>
        </p:nvSpPr>
        <p:spPr>
          <a:xfrm>
            <a:off x="533400" y="609600"/>
            <a:ext cx="5638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发生谐振时的角频率为</a:t>
            </a:r>
            <a:endParaRPr lang="zh-CN" altLang="en-US" sz="2800" b="1" dirty="0">
              <a:latin typeface="Times New Roman" panose="02020603050405020304" pitchFamily="18" charset="0"/>
              <a:ea typeface="华文中宋" panose="02010600040101010101" pitchFamily="2" charset="-122"/>
            </a:endParaRPr>
          </a:p>
        </p:txBody>
      </p:sp>
      <p:sp>
        <p:nvSpPr>
          <p:cNvPr id="912389" name="Text Box 5"/>
          <p:cNvSpPr txBox="1"/>
          <p:nvPr/>
        </p:nvSpPr>
        <p:spPr>
          <a:xfrm>
            <a:off x="533400" y="2133600"/>
            <a:ext cx="2667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谐振频率为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912390" name="Object 6"/>
          <p:cNvGraphicFramePr>
            <a:graphicFrameLocks noChangeAspect="1"/>
          </p:cNvGraphicFramePr>
          <p:nvPr/>
        </p:nvGraphicFramePr>
        <p:xfrm>
          <a:off x="2895600" y="1143000"/>
          <a:ext cx="1960563" cy="939800"/>
        </p:xfrm>
        <a:graphic>
          <a:graphicData uri="http://schemas.openxmlformats.org/presentationml/2006/ole">
            <mc:AlternateContent xmlns:mc="http://schemas.openxmlformats.org/markup-compatibility/2006">
              <mc:Choice xmlns:v="urn:schemas-microsoft-com:vml" Requires="v">
                <p:oleObj spid="_x0000_s3444" name="" r:id="rId1" imgW="736600" imgH="419100" progId="Equation.3">
                  <p:embed/>
                </p:oleObj>
              </mc:Choice>
              <mc:Fallback>
                <p:oleObj name="" r:id="rId1" imgW="736600" imgH="419100" progId="Equation.3">
                  <p:embed/>
                  <p:pic>
                    <p:nvPicPr>
                      <p:cNvPr id="0" name="图片 3443"/>
                      <p:cNvPicPr/>
                      <p:nvPr/>
                    </p:nvPicPr>
                    <p:blipFill>
                      <a:blip r:embed="rId2"/>
                      <a:stretch>
                        <a:fillRect/>
                      </a:stretch>
                    </p:blipFill>
                    <p:spPr>
                      <a:xfrm>
                        <a:off x="2895600" y="1143000"/>
                        <a:ext cx="1960563" cy="939800"/>
                      </a:xfrm>
                      <a:prstGeom prst="rect">
                        <a:avLst/>
                      </a:prstGeom>
                      <a:solidFill>
                        <a:schemeClr val="accent1"/>
                      </a:solidFill>
                      <a:ln w="38100">
                        <a:noFill/>
                        <a:miter/>
                      </a:ln>
                    </p:spPr>
                  </p:pic>
                </p:oleObj>
              </mc:Fallback>
            </mc:AlternateContent>
          </a:graphicData>
        </a:graphic>
      </p:graphicFrame>
      <p:graphicFrame>
        <p:nvGraphicFramePr>
          <p:cNvPr id="912391" name="Object 7"/>
          <p:cNvGraphicFramePr>
            <a:graphicFrameLocks noChangeAspect="1"/>
          </p:cNvGraphicFramePr>
          <p:nvPr/>
        </p:nvGraphicFramePr>
        <p:xfrm>
          <a:off x="2819400" y="2590800"/>
          <a:ext cx="2332038" cy="939800"/>
        </p:xfrm>
        <a:graphic>
          <a:graphicData uri="http://schemas.openxmlformats.org/presentationml/2006/ole">
            <mc:AlternateContent xmlns:mc="http://schemas.openxmlformats.org/markup-compatibility/2006">
              <mc:Choice xmlns:v="urn:schemas-microsoft-com:vml" Requires="v">
                <p:oleObj spid="_x0000_s3446" name="" r:id="rId3" imgW="876300" imgH="419100" progId="Equation.3">
                  <p:embed/>
                </p:oleObj>
              </mc:Choice>
              <mc:Fallback>
                <p:oleObj name="" r:id="rId3" imgW="876300" imgH="419100" progId="Equation.3">
                  <p:embed/>
                  <p:pic>
                    <p:nvPicPr>
                      <p:cNvPr id="0" name="图片 3445"/>
                      <p:cNvPicPr/>
                      <p:nvPr/>
                    </p:nvPicPr>
                    <p:blipFill>
                      <a:blip r:embed="rId4"/>
                      <a:stretch>
                        <a:fillRect/>
                      </a:stretch>
                    </p:blipFill>
                    <p:spPr>
                      <a:xfrm>
                        <a:off x="2819400" y="2590800"/>
                        <a:ext cx="2332038" cy="939800"/>
                      </a:xfrm>
                      <a:prstGeom prst="rect">
                        <a:avLst/>
                      </a:prstGeom>
                      <a:solidFill>
                        <a:schemeClr val="accent1"/>
                      </a:solidFill>
                      <a:ln w="38100">
                        <a:noFill/>
                        <a:miter/>
                      </a:ln>
                    </p:spPr>
                  </p:pic>
                </p:oleObj>
              </mc:Fallback>
            </mc:AlternateContent>
          </a:graphicData>
        </a:graphic>
      </p:graphicFrame>
      <p:sp>
        <p:nvSpPr>
          <p:cNvPr id="912392" name="Text Box 8"/>
          <p:cNvSpPr txBox="1"/>
          <p:nvPr/>
        </p:nvSpPr>
        <p:spPr>
          <a:xfrm>
            <a:off x="5486400" y="2819400"/>
            <a:ext cx="114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(3-49)</a:t>
            </a:r>
            <a:endParaRPr lang="en-US" altLang="zh-CN" sz="2800" dirty="0">
              <a:latin typeface="Times New Roman" panose="02020603050405020304" pitchFamily="18" charset="0"/>
              <a:ea typeface="华文中宋" panose="02010600040101010101" pitchFamily="2" charset="-122"/>
            </a:endParaRPr>
          </a:p>
        </p:txBody>
      </p:sp>
      <p:sp>
        <p:nvSpPr>
          <p:cNvPr id="100360" name="Text Box 9"/>
          <p:cNvSpPr txBox="1"/>
          <p:nvPr/>
        </p:nvSpPr>
        <p:spPr>
          <a:xfrm>
            <a:off x="838200" y="5635625"/>
            <a:ext cx="6248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dirty="0">
              <a:latin typeface="Times New Roman" panose="02020603050405020304" pitchFamily="18" charset="0"/>
              <a:ea typeface="华文中宋" panose="02010600040101010101" pitchFamily="2" charset="-122"/>
            </a:endParaRPr>
          </a:p>
        </p:txBody>
      </p:sp>
      <p:sp>
        <p:nvSpPr>
          <p:cNvPr id="912394" name="Text Box 10"/>
          <p:cNvSpPr txBox="1"/>
          <p:nvPr/>
        </p:nvSpPr>
        <p:spPr>
          <a:xfrm>
            <a:off x="395288" y="4114800"/>
            <a:ext cx="495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solidFill>
                  <a:schemeClr val="accent2"/>
                </a:solidFill>
                <a:latin typeface="Times New Roman" panose="02020603050405020304" pitchFamily="18" charset="0"/>
                <a:ea typeface="华文中宋" panose="02010600040101010101" pitchFamily="2" charset="-122"/>
              </a:rPr>
              <a:t> </a:t>
            </a:r>
            <a:r>
              <a:rPr lang="zh-CN" altLang="en-US" sz="2800" b="1" dirty="0">
                <a:solidFill>
                  <a:schemeClr val="accent2"/>
                </a:solidFill>
                <a:latin typeface="Times New Roman" panose="02020603050405020304" pitchFamily="18" charset="0"/>
                <a:ea typeface="华文中宋" panose="02010600040101010101" pitchFamily="2" charset="-122"/>
              </a:rPr>
              <a:t>并联谐振电路主要的特点是 </a:t>
            </a:r>
            <a:endParaRPr lang="zh-CN" altLang="en-US" sz="2800" b="1" dirty="0">
              <a:solidFill>
                <a:schemeClr val="accent2"/>
              </a:solidFill>
              <a:latin typeface="Times New Roman" panose="02020603050405020304" pitchFamily="18" charset="0"/>
              <a:ea typeface="华文中宋" panose="02010600040101010101" pitchFamily="2" charset="-122"/>
            </a:endParaRPr>
          </a:p>
        </p:txBody>
      </p:sp>
      <p:sp>
        <p:nvSpPr>
          <p:cNvPr id="912395" name="Text Box 11"/>
          <p:cNvSpPr txBox="1"/>
          <p:nvPr/>
        </p:nvSpPr>
        <p:spPr>
          <a:xfrm>
            <a:off x="533400" y="3581400"/>
            <a:ext cx="7010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这两个表达式与串联谐振时相同。</a:t>
            </a:r>
            <a:endParaRPr lang="zh-CN" altLang="en-US" sz="2800" b="1" dirty="0">
              <a:latin typeface="Times New Roman" panose="02020603050405020304" pitchFamily="18" charset="0"/>
              <a:ea typeface="华文中宋" panose="02010600040101010101" pitchFamily="2" charset="-122"/>
            </a:endParaRPr>
          </a:p>
        </p:txBody>
      </p:sp>
      <p:sp>
        <p:nvSpPr>
          <p:cNvPr id="912396" name="Text Box 12"/>
          <p:cNvSpPr txBox="1"/>
          <p:nvPr/>
        </p:nvSpPr>
        <p:spPr>
          <a:xfrm>
            <a:off x="304800" y="4652963"/>
            <a:ext cx="7391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1</a:t>
            </a:r>
            <a:r>
              <a:rPr lang="zh-CN" altLang="en-US" sz="2800" b="1" dirty="0">
                <a:latin typeface="Times New Roman" panose="02020603050405020304" pitchFamily="18" charset="0"/>
                <a:ea typeface="华文中宋" panose="02010600040101010101" pitchFamily="2" charset="-122"/>
              </a:rPr>
              <a:t>）电流与电压同相位，电路呈现电阻性。</a:t>
            </a:r>
            <a:endParaRPr lang="zh-CN" altLang="en-US" sz="2800" b="1" dirty="0">
              <a:latin typeface="Times New Roman" panose="02020603050405020304" pitchFamily="18" charset="0"/>
              <a:ea typeface="华文中宋" panose="02010600040101010101" pitchFamily="2" charset="-122"/>
            </a:endParaRPr>
          </a:p>
        </p:txBody>
      </p:sp>
      <p:sp>
        <p:nvSpPr>
          <p:cNvPr id="912397" name="Text Box 13"/>
          <p:cNvSpPr txBox="1"/>
          <p:nvPr/>
        </p:nvSpPr>
        <p:spPr>
          <a:xfrm>
            <a:off x="304800" y="5254625"/>
            <a:ext cx="8686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2</a:t>
            </a:r>
            <a:r>
              <a:rPr lang="zh-CN" altLang="en-US" sz="2800" b="1" dirty="0">
                <a:latin typeface="Times New Roman" panose="02020603050405020304" pitchFamily="18" charset="0"/>
                <a:ea typeface="华文中宋" panose="02010600040101010101" pitchFamily="2" charset="-122"/>
              </a:rPr>
              <a:t>）并联阻抗最大，电流最小，由于</a:t>
            </a:r>
            <a:r>
              <a:rPr lang="en-US" altLang="zh-CN" sz="2800" b="1" i="1" dirty="0">
                <a:latin typeface="Times New Roman" panose="02020603050405020304" pitchFamily="18" charset="0"/>
                <a:ea typeface="华文中宋" panose="02010600040101010101" pitchFamily="2" charset="-122"/>
              </a:rPr>
              <a:t>Z=R</a:t>
            </a:r>
            <a:r>
              <a:rPr lang="zh-CN" altLang="en-US" sz="2800" b="1" dirty="0">
                <a:latin typeface="Times New Roman" panose="02020603050405020304" pitchFamily="18" charset="0"/>
                <a:ea typeface="华文中宋" panose="02010600040101010101" pitchFamily="2" charset="-122"/>
              </a:rPr>
              <a:t>，故电流为</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912398" name="Object 14"/>
          <p:cNvGraphicFramePr>
            <a:graphicFrameLocks noChangeAspect="1"/>
          </p:cNvGraphicFramePr>
          <p:nvPr/>
        </p:nvGraphicFramePr>
        <p:xfrm>
          <a:off x="3495675" y="5635625"/>
          <a:ext cx="1228725" cy="1036638"/>
        </p:xfrm>
        <a:graphic>
          <a:graphicData uri="http://schemas.openxmlformats.org/presentationml/2006/ole">
            <mc:AlternateContent xmlns:mc="http://schemas.openxmlformats.org/markup-compatibility/2006">
              <mc:Choice xmlns:v="urn:schemas-microsoft-com:vml" Requires="v">
                <p:oleObj spid="_x0000_s3445" name="" r:id="rId5" imgW="431800" imgH="419100" progId="Equation.3">
                  <p:embed/>
                </p:oleObj>
              </mc:Choice>
              <mc:Fallback>
                <p:oleObj name="" r:id="rId5" imgW="431800" imgH="419100" progId="Equation.3">
                  <p:embed/>
                  <p:pic>
                    <p:nvPicPr>
                      <p:cNvPr id="0" name="图片 3444"/>
                      <p:cNvPicPr/>
                      <p:nvPr/>
                    </p:nvPicPr>
                    <p:blipFill>
                      <a:blip r:embed="rId6"/>
                      <a:stretch>
                        <a:fillRect/>
                      </a:stretch>
                    </p:blipFill>
                    <p:spPr>
                      <a:xfrm>
                        <a:off x="3495675" y="5635625"/>
                        <a:ext cx="1228725" cy="10366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12388"/>
                                        </p:tgtEl>
                                        <p:attrNameLst>
                                          <p:attrName>style.visibility</p:attrName>
                                        </p:attrNameLst>
                                      </p:cBhvr>
                                      <p:to>
                                        <p:strVal val="visible"/>
                                      </p:to>
                                    </p:set>
                                    <p:animEffect transition="in" filter="wipe(left)">
                                      <p:cBhvr>
                                        <p:cTn id="7" dur="500"/>
                                        <p:tgtEl>
                                          <p:spTgt spid="91238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12390"/>
                                        </p:tgtEl>
                                        <p:attrNameLst>
                                          <p:attrName>style.visibility</p:attrName>
                                        </p:attrNameLst>
                                      </p:cBhvr>
                                      <p:to>
                                        <p:strVal val="visible"/>
                                      </p:to>
                                    </p:set>
                                    <p:animEffect transition="in" filter="wipe(left)">
                                      <p:cBhvr>
                                        <p:cTn id="11" dur="500"/>
                                        <p:tgtEl>
                                          <p:spTgt spid="91239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12389"/>
                                        </p:tgtEl>
                                        <p:attrNameLst>
                                          <p:attrName>style.visibility</p:attrName>
                                        </p:attrNameLst>
                                      </p:cBhvr>
                                      <p:to>
                                        <p:strVal val="visible"/>
                                      </p:to>
                                    </p:set>
                                    <p:animEffect transition="in" filter="wipe(left)">
                                      <p:cBhvr>
                                        <p:cTn id="16" dur="500"/>
                                        <p:tgtEl>
                                          <p:spTgt spid="91238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12391"/>
                                        </p:tgtEl>
                                        <p:attrNameLst>
                                          <p:attrName>style.visibility</p:attrName>
                                        </p:attrNameLst>
                                      </p:cBhvr>
                                      <p:to>
                                        <p:strVal val="visible"/>
                                      </p:to>
                                    </p:set>
                                    <p:animEffect transition="in" filter="wipe(left)">
                                      <p:cBhvr>
                                        <p:cTn id="20" dur="500"/>
                                        <p:tgtEl>
                                          <p:spTgt spid="912391"/>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912392"/>
                                        </p:tgtEl>
                                        <p:attrNameLst>
                                          <p:attrName>style.visibility</p:attrName>
                                        </p:attrNameLst>
                                      </p:cBhvr>
                                      <p:to>
                                        <p:strVal val="visible"/>
                                      </p:to>
                                    </p:set>
                                    <p:animEffect transition="in" filter="wipe(left)">
                                      <p:cBhvr>
                                        <p:cTn id="24" dur="500"/>
                                        <p:tgtEl>
                                          <p:spTgt spid="91239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12395"/>
                                        </p:tgtEl>
                                        <p:attrNameLst>
                                          <p:attrName>style.visibility</p:attrName>
                                        </p:attrNameLst>
                                      </p:cBhvr>
                                      <p:to>
                                        <p:strVal val="visible"/>
                                      </p:to>
                                    </p:set>
                                    <p:animEffect transition="in" filter="wipe(left)">
                                      <p:cBhvr>
                                        <p:cTn id="29" dur="500"/>
                                        <p:tgtEl>
                                          <p:spTgt spid="91239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12394"/>
                                        </p:tgtEl>
                                        <p:attrNameLst>
                                          <p:attrName>style.visibility</p:attrName>
                                        </p:attrNameLst>
                                      </p:cBhvr>
                                      <p:to>
                                        <p:strVal val="visible"/>
                                      </p:to>
                                    </p:set>
                                    <p:animEffect transition="in" filter="wipe(left)">
                                      <p:cBhvr>
                                        <p:cTn id="34" dur="500"/>
                                        <p:tgtEl>
                                          <p:spTgt spid="912394"/>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912396"/>
                                        </p:tgtEl>
                                        <p:attrNameLst>
                                          <p:attrName>style.visibility</p:attrName>
                                        </p:attrNameLst>
                                      </p:cBhvr>
                                      <p:to>
                                        <p:strVal val="visible"/>
                                      </p:to>
                                    </p:set>
                                    <p:animEffect transition="in" filter="wipe(left)">
                                      <p:cBhvr>
                                        <p:cTn id="38" dur="500"/>
                                        <p:tgtEl>
                                          <p:spTgt spid="912396"/>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912397"/>
                                        </p:tgtEl>
                                        <p:attrNameLst>
                                          <p:attrName>style.visibility</p:attrName>
                                        </p:attrNameLst>
                                      </p:cBhvr>
                                      <p:to>
                                        <p:strVal val="visible"/>
                                      </p:to>
                                    </p:set>
                                    <p:animEffect transition="in" filter="wipe(left)">
                                      <p:cBhvr>
                                        <p:cTn id="42" dur="500"/>
                                        <p:tgtEl>
                                          <p:spTgt spid="912397"/>
                                        </p:tgtEl>
                                      </p:cBhvr>
                                    </p:animEffect>
                                  </p:childTnLst>
                                </p:cTn>
                              </p:par>
                            </p:childTnLst>
                          </p:cTn>
                        </p:par>
                        <p:par>
                          <p:cTn id="43" fill="hold">
                            <p:stCondLst>
                              <p:cond delay="1500"/>
                            </p:stCondLst>
                            <p:childTnLst>
                              <p:par>
                                <p:cTn id="44" presetID="22" presetClass="entr" presetSubtype="8" fill="hold" nodeType="afterEffect">
                                  <p:stCondLst>
                                    <p:cond delay="0"/>
                                  </p:stCondLst>
                                  <p:childTnLst>
                                    <p:set>
                                      <p:cBhvr>
                                        <p:cTn id="45" dur="1" fill="hold">
                                          <p:stCondLst>
                                            <p:cond delay="0"/>
                                          </p:stCondLst>
                                        </p:cTn>
                                        <p:tgtEl>
                                          <p:spTgt spid="912398"/>
                                        </p:tgtEl>
                                        <p:attrNameLst>
                                          <p:attrName>style.visibility</p:attrName>
                                        </p:attrNameLst>
                                      </p:cBhvr>
                                      <p:to>
                                        <p:strVal val="visible"/>
                                      </p:to>
                                    </p:set>
                                    <p:animEffect transition="in" filter="wipe(left)">
                                      <p:cBhvr>
                                        <p:cTn id="46" dur="500"/>
                                        <p:tgtEl>
                                          <p:spTgt spid="912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8" grpId="0"/>
      <p:bldP spid="912389" grpId="0"/>
      <p:bldP spid="912392" grpId="0"/>
      <p:bldP spid="912394" grpId="0"/>
      <p:bldP spid="912395" grpId="0"/>
      <p:bldP spid="912396" grpId="0"/>
      <p:bldP spid="91239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10339" name="Text Box 3"/>
          <p:cNvSpPr txBox="1"/>
          <p:nvPr/>
        </p:nvSpPr>
        <p:spPr>
          <a:xfrm>
            <a:off x="395288" y="692150"/>
            <a:ext cx="8458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3</a:t>
            </a:r>
            <a:r>
              <a:rPr lang="zh-CN" altLang="en-US" sz="2800" b="1" dirty="0">
                <a:latin typeface="Times New Roman" panose="02020603050405020304" pitchFamily="18" charset="0"/>
                <a:ea typeface="华文中宋" panose="02010600040101010101" pitchFamily="2" charset="-122"/>
              </a:rPr>
              <a:t>）电感电流与电容电流大小相等相位相反，之和   为零补偿，电路总电流等于电阻电流。</a:t>
            </a:r>
            <a:endParaRPr lang="zh-CN" altLang="en-US" sz="2800" b="1" dirty="0">
              <a:latin typeface="Times New Roman" panose="02020603050405020304" pitchFamily="18" charset="0"/>
              <a:ea typeface="华文中宋" panose="02010600040101010101" pitchFamily="2" charset="-122"/>
            </a:endParaRPr>
          </a:p>
        </p:txBody>
      </p:sp>
      <p:sp>
        <p:nvSpPr>
          <p:cNvPr id="910340" name="Text Box 4"/>
          <p:cNvSpPr txBox="1"/>
          <p:nvPr/>
        </p:nvSpPr>
        <p:spPr>
          <a:xfrm>
            <a:off x="395288" y="1762125"/>
            <a:ext cx="8458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latin typeface="Times New Roman" panose="02020603050405020304" pitchFamily="18" charset="0"/>
                <a:ea typeface="华文中宋" panose="02010600040101010101" pitchFamily="2" charset="-122"/>
              </a:rPr>
              <a:t>（</a:t>
            </a:r>
            <a:r>
              <a:rPr lang="en-US" altLang="zh-CN" sz="2800" b="1" dirty="0">
                <a:latin typeface="Times New Roman" panose="02020603050405020304" pitchFamily="18" charset="0"/>
                <a:ea typeface="华文中宋" panose="02010600040101010101" pitchFamily="2" charset="-122"/>
              </a:rPr>
              <a:t>4</a:t>
            </a:r>
            <a:r>
              <a:rPr lang="zh-CN" altLang="en-US" sz="2800" b="1" dirty="0">
                <a:latin typeface="Times New Roman" panose="02020603050405020304" pitchFamily="18" charset="0"/>
                <a:ea typeface="华文中宋" panose="02010600040101010101" pitchFamily="2" charset="-122"/>
              </a:rPr>
              <a:t>）谐振时电感电流与总电流之比称为品质因数，用</a:t>
            </a:r>
            <a:r>
              <a:rPr lang="en-US" altLang="zh-CN" sz="2800" b="1" i="1" dirty="0">
                <a:latin typeface="Times New Roman" panose="02020603050405020304" pitchFamily="18" charset="0"/>
                <a:ea typeface="华文中宋" panose="02010600040101010101" pitchFamily="2" charset="-122"/>
              </a:rPr>
              <a:t>Q</a:t>
            </a:r>
            <a:r>
              <a:rPr lang="zh-CN" altLang="en-US" sz="2800" b="1" dirty="0">
                <a:latin typeface="Times New Roman" panose="02020603050405020304" pitchFamily="18" charset="0"/>
                <a:ea typeface="华文中宋" panose="02010600040101010101" pitchFamily="2" charset="-122"/>
              </a:rPr>
              <a:t>表示（前面用同样的符号</a:t>
            </a:r>
            <a:r>
              <a:rPr lang="en-US" altLang="zh-CN" sz="2800" b="1" i="1" dirty="0">
                <a:latin typeface="Times New Roman" panose="02020603050405020304" pitchFamily="18" charset="0"/>
                <a:ea typeface="华文中宋" panose="02010600040101010101" pitchFamily="2" charset="-122"/>
              </a:rPr>
              <a:t>Q</a:t>
            </a:r>
            <a:r>
              <a:rPr lang="zh-CN" altLang="en-US" sz="2800" b="1" dirty="0">
                <a:latin typeface="Times New Roman" panose="02020603050405020304" pitchFamily="18" charset="0"/>
                <a:ea typeface="华文中宋" panose="02010600040101010101" pitchFamily="2" charset="-122"/>
              </a:rPr>
              <a:t>表示了无功功率）</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910341" name="Object 5"/>
          <p:cNvGraphicFramePr>
            <a:graphicFrameLocks noChangeAspect="1"/>
          </p:cNvGraphicFramePr>
          <p:nvPr/>
        </p:nvGraphicFramePr>
        <p:xfrm>
          <a:off x="1704975" y="2624138"/>
          <a:ext cx="3154363" cy="1020762"/>
        </p:xfrm>
        <a:graphic>
          <a:graphicData uri="http://schemas.openxmlformats.org/presentationml/2006/ole">
            <mc:AlternateContent xmlns:mc="http://schemas.openxmlformats.org/markup-compatibility/2006">
              <mc:Choice xmlns:v="urn:schemas-microsoft-com:vml" Requires="v">
                <p:oleObj spid="_x0000_s3443" name="" r:id="rId1" imgW="1206500" imgH="431800" progId="Equation.3">
                  <p:embed/>
                </p:oleObj>
              </mc:Choice>
              <mc:Fallback>
                <p:oleObj name="" r:id="rId1" imgW="1206500" imgH="431800" progId="Equation.3">
                  <p:embed/>
                  <p:pic>
                    <p:nvPicPr>
                      <p:cNvPr id="0" name="图片 3442"/>
                      <p:cNvPicPr/>
                      <p:nvPr/>
                    </p:nvPicPr>
                    <p:blipFill>
                      <a:blip r:embed="rId2"/>
                      <a:stretch>
                        <a:fillRect/>
                      </a:stretch>
                    </p:blipFill>
                    <p:spPr>
                      <a:xfrm>
                        <a:off x="1704975" y="2624138"/>
                        <a:ext cx="3154363" cy="1020762"/>
                      </a:xfrm>
                      <a:prstGeom prst="rect">
                        <a:avLst/>
                      </a:prstGeom>
                      <a:noFill/>
                      <a:ln w="38100">
                        <a:noFill/>
                        <a:miter/>
                      </a:ln>
                    </p:spPr>
                  </p:pic>
                </p:oleObj>
              </mc:Fallback>
            </mc:AlternateContent>
          </a:graphicData>
        </a:graphic>
      </p:graphicFrame>
      <p:sp>
        <p:nvSpPr>
          <p:cNvPr id="910342" name="Text Box 6"/>
          <p:cNvSpPr txBox="1"/>
          <p:nvPr/>
        </p:nvSpPr>
        <p:spPr>
          <a:xfrm>
            <a:off x="533400" y="3789363"/>
            <a:ext cx="5407025"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注意：</a:t>
            </a:r>
            <a:r>
              <a:rPr lang="zh-CN" altLang="en-US" sz="2800" b="1" dirty="0">
                <a:latin typeface="Times New Roman" panose="02020603050405020304" pitchFamily="18" charset="0"/>
                <a:ea typeface="华文中宋" panose="02010600040101010101" pitchFamily="2" charset="-122"/>
              </a:rPr>
              <a:t>电感电流与电容电流有可能远远大于电源电流。</a:t>
            </a:r>
            <a:endParaRPr lang="zh-CN" altLang="en-US" sz="2800" b="1" dirty="0">
              <a:latin typeface="Times New Roman" panose="02020603050405020304" pitchFamily="18" charset="0"/>
              <a:ea typeface="华文中宋" panose="02010600040101010101" pitchFamily="2" charset="-122"/>
            </a:endParaRPr>
          </a:p>
        </p:txBody>
      </p:sp>
      <p:sp>
        <p:nvSpPr>
          <p:cNvPr id="910343" name="Text Box 7"/>
          <p:cNvSpPr txBox="1"/>
          <p:nvPr/>
        </p:nvSpPr>
        <p:spPr>
          <a:xfrm>
            <a:off x="635000" y="4941888"/>
            <a:ext cx="50165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solidFill>
                  <a:srgbClr val="33CC33"/>
                </a:solidFill>
                <a:latin typeface="Times New Roman" panose="02020603050405020304" pitchFamily="18" charset="0"/>
                <a:ea typeface="华文中宋" panose="02010600040101010101" pitchFamily="2" charset="-122"/>
              </a:rPr>
              <a:t>【</a:t>
            </a:r>
            <a:r>
              <a:rPr lang="zh-CN" altLang="en-US" sz="2800" b="1" dirty="0">
                <a:solidFill>
                  <a:srgbClr val="33CC33"/>
                </a:solidFill>
                <a:latin typeface="Times New Roman" panose="02020603050405020304" pitchFamily="18" charset="0"/>
                <a:ea typeface="华文中宋" panose="02010600040101010101" pitchFamily="2" charset="-122"/>
              </a:rPr>
              <a:t>例</a:t>
            </a:r>
            <a:r>
              <a:rPr lang="en-US" altLang="zh-CN" sz="2800" b="1" dirty="0">
                <a:solidFill>
                  <a:srgbClr val="33CC33"/>
                </a:solidFill>
                <a:latin typeface="Times New Roman" panose="02020603050405020304" pitchFamily="18" charset="0"/>
                <a:ea typeface="华文中宋" panose="02010600040101010101" pitchFamily="2" charset="-122"/>
              </a:rPr>
              <a:t>3-15】</a:t>
            </a:r>
            <a:r>
              <a:rPr lang="en-US" altLang="zh-CN" sz="2800" b="1" dirty="0">
                <a:solidFill>
                  <a:srgbClr val="FF5050"/>
                </a:solidFill>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3-34</a:t>
            </a:r>
            <a:r>
              <a:rPr lang="zh-CN" altLang="en-US" sz="2800" b="1" dirty="0">
                <a:latin typeface="Times New Roman" panose="02020603050405020304" pitchFamily="18" charset="0"/>
                <a:ea typeface="华文中宋" panose="02010600040101010101" pitchFamily="2" charset="-122"/>
              </a:rPr>
              <a:t>为并联谐振电路，试计算其谐振频率。</a:t>
            </a:r>
            <a:endParaRPr lang="zh-CN" altLang="en-US" sz="2800" b="1" dirty="0">
              <a:latin typeface="Times New Roman" panose="02020603050405020304" pitchFamily="18" charset="0"/>
              <a:ea typeface="华文中宋" panose="02010600040101010101" pitchFamily="2" charset="-122"/>
            </a:endParaRPr>
          </a:p>
        </p:txBody>
      </p:sp>
      <p:grpSp>
        <p:nvGrpSpPr>
          <p:cNvPr id="2" name="Group 41"/>
          <p:cNvGrpSpPr/>
          <p:nvPr/>
        </p:nvGrpSpPr>
        <p:grpSpPr>
          <a:xfrm>
            <a:off x="6248400" y="3124200"/>
            <a:ext cx="2743200" cy="3038475"/>
            <a:chOff x="3936" y="1968"/>
            <a:chExt cx="1728" cy="1914"/>
          </a:xfrm>
        </p:grpSpPr>
        <p:sp>
          <p:nvSpPr>
            <p:cNvPr id="101385" name="Text Box 8"/>
            <p:cNvSpPr txBox="1"/>
            <p:nvPr/>
          </p:nvSpPr>
          <p:spPr>
            <a:xfrm>
              <a:off x="4464" y="3552"/>
              <a:ext cx="816" cy="3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3-34</a:t>
              </a:r>
              <a:endParaRPr lang="en-US" altLang="zh-CN" sz="2800" b="1" dirty="0">
                <a:latin typeface="Times New Roman" panose="02020603050405020304" pitchFamily="18" charset="0"/>
                <a:ea typeface="华文中宋" panose="02010600040101010101" pitchFamily="2" charset="-122"/>
              </a:endParaRPr>
            </a:p>
          </p:txBody>
        </p:sp>
        <p:grpSp>
          <p:nvGrpSpPr>
            <p:cNvPr id="101386" name="Group 9"/>
            <p:cNvGrpSpPr/>
            <p:nvPr/>
          </p:nvGrpSpPr>
          <p:grpSpPr>
            <a:xfrm>
              <a:off x="3936" y="1968"/>
              <a:ext cx="1728" cy="1536"/>
              <a:chOff x="3792" y="1872"/>
              <a:chExt cx="1728" cy="1536"/>
            </a:xfrm>
          </p:grpSpPr>
          <p:grpSp>
            <p:nvGrpSpPr>
              <p:cNvPr id="101387" name="Group 10"/>
              <p:cNvGrpSpPr/>
              <p:nvPr/>
            </p:nvGrpSpPr>
            <p:grpSpPr>
              <a:xfrm>
                <a:off x="3901" y="2140"/>
                <a:ext cx="1523" cy="1268"/>
                <a:chOff x="2481" y="3559"/>
                <a:chExt cx="3806" cy="3170"/>
              </a:xfrm>
            </p:grpSpPr>
            <p:grpSp>
              <p:nvGrpSpPr>
                <p:cNvPr id="101395" name="Group 11"/>
                <p:cNvGrpSpPr/>
                <p:nvPr/>
              </p:nvGrpSpPr>
              <p:grpSpPr>
                <a:xfrm>
                  <a:off x="4139" y="4736"/>
                  <a:ext cx="223" cy="1974"/>
                  <a:chOff x="4351" y="4483"/>
                  <a:chExt cx="223" cy="1974"/>
                </a:xfrm>
              </p:grpSpPr>
              <p:sp>
                <p:nvSpPr>
                  <p:cNvPr id="101414" name="Line 12"/>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101415" name="Rectangle 13"/>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101396" name="Group 14"/>
                <p:cNvGrpSpPr/>
                <p:nvPr/>
              </p:nvGrpSpPr>
              <p:grpSpPr>
                <a:xfrm>
                  <a:off x="4019" y="3713"/>
                  <a:ext cx="402" cy="1650"/>
                  <a:chOff x="4019" y="5077"/>
                  <a:chExt cx="402" cy="1650"/>
                </a:xfrm>
              </p:grpSpPr>
              <p:sp>
                <p:nvSpPr>
                  <p:cNvPr id="101409" name="Line 15"/>
                  <p:cNvSpPr/>
                  <p:nvPr/>
                </p:nvSpPr>
                <p:spPr>
                  <a:xfrm flipV="1">
                    <a:off x="4257" y="5077"/>
                    <a:ext cx="0" cy="1650"/>
                  </a:xfrm>
                  <a:prstGeom prst="line">
                    <a:avLst/>
                  </a:prstGeom>
                  <a:ln w="38100" cap="flat" cmpd="sng">
                    <a:solidFill>
                      <a:srgbClr val="000000"/>
                    </a:solidFill>
                    <a:prstDash val="solid"/>
                    <a:headEnd type="none" w="med" len="med"/>
                    <a:tailEnd type="none" w="med" len="med"/>
                  </a:ln>
                </p:spPr>
              </p:sp>
              <p:sp>
                <p:nvSpPr>
                  <p:cNvPr id="101410" name="Oval 16"/>
                  <p:cNvSpPr/>
                  <p:nvPr/>
                </p:nvSpPr>
                <p:spPr>
                  <a:xfrm flipV="1">
                    <a:off x="4092" y="6034"/>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1411" name="Oval 17"/>
                  <p:cNvSpPr/>
                  <p:nvPr/>
                </p:nvSpPr>
                <p:spPr>
                  <a:xfrm flipV="1">
                    <a:off x="4092" y="5825"/>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1412" name="Oval 18"/>
                  <p:cNvSpPr/>
                  <p:nvPr/>
                </p:nvSpPr>
                <p:spPr>
                  <a:xfrm flipV="1">
                    <a:off x="4092" y="5605"/>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1413" name="Rectangle 19"/>
                  <p:cNvSpPr/>
                  <p:nvPr/>
                </p:nvSpPr>
                <p:spPr>
                  <a:xfrm flipV="1">
                    <a:off x="4019" y="5583"/>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101397" name="Line 20"/>
                <p:cNvSpPr/>
                <p:nvPr/>
              </p:nvSpPr>
              <p:spPr>
                <a:xfrm>
                  <a:off x="2503" y="6727"/>
                  <a:ext cx="3639" cy="2"/>
                </a:xfrm>
                <a:prstGeom prst="line">
                  <a:avLst/>
                </a:prstGeom>
                <a:ln w="38100" cap="flat" cmpd="sng">
                  <a:solidFill>
                    <a:srgbClr val="000000"/>
                  </a:solidFill>
                  <a:prstDash val="solid"/>
                  <a:headEnd type="none" w="med" len="med"/>
                  <a:tailEnd type="none" w="med" len="med"/>
                </a:ln>
              </p:spPr>
            </p:sp>
            <p:sp>
              <p:nvSpPr>
                <p:cNvPr id="101398" name="Line 21"/>
                <p:cNvSpPr/>
                <p:nvPr/>
              </p:nvSpPr>
              <p:spPr>
                <a:xfrm flipV="1">
                  <a:off x="2481" y="3559"/>
                  <a:ext cx="3661" cy="13"/>
                </a:xfrm>
                <a:prstGeom prst="line">
                  <a:avLst/>
                </a:prstGeom>
                <a:ln w="38100" cap="flat" cmpd="sng">
                  <a:solidFill>
                    <a:srgbClr val="000000"/>
                  </a:solidFill>
                  <a:prstDash val="solid"/>
                  <a:headEnd type="none" w="med" len="med"/>
                  <a:tailEnd type="none" w="med" len="med"/>
                </a:ln>
              </p:spPr>
            </p:sp>
            <p:sp>
              <p:nvSpPr>
                <p:cNvPr id="101399" name="Line 22"/>
                <p:cNvSpPr/>
                <p:nvPr/>
              </p:nvSpPr>
              <p:spPr>
                <a:xfrm rot="5400000" flipV="1">
                  <a:off x="3282" y="3405"/>
                  <a:ext cx="0" cy="308"/>
                </a:xfrm>
                <a:prstGeom prst="line">
                  <a:avLst/>
                </a:prstGeom>
                <a:ln w="38100" cap="flat" cmpd="sng">
                  <a:solidFill>
                    <a:srgbClr val="000000"/>
                  </a:solidFill>
                  <a:prstDash val="solid"/>
                  <a:headEnd type="none" w="med" len="med"/>
                  <a:tailEnd type="triangle" w="med" len="med"/>
                </a:ln>
              </p:spPr>
            </p:sp>
            <p:sp>
              <p:nvSpPr>
                <p:cNvPr id="101400" name="Line 23"/>
                <p:cNvSpPr/>
                <p:nvPr/>
              </p:nvSpPr>
              <p:spPr>
                <a:xfrm flipH="1">
                  <a:off x="4261" y="3559"/>
                  <a:ext cx="11" cy="528"/>
                </a:xfrm>
                <a:prstGeom prst="line">
                  <a:avLst/>
                </a:prstGeom>
                <a:ln w="38100" cap="flat" cmpd="sng">
                  <a:solidFill>
                    <a:srgbClr val="000000"/>
                  </a:solidFill>
                  <a:prstDash val="solid"/>
                  <a:headEnd type="none" w="med" len="med"/>
                  <a:tailEnd type="triangle" w="med" len="med"/>
                </a:ln>
              </p:spPr>
            </p:sp>
            <p:sp>
              <p:nvSpPr>
                <p:cNvPr id="101401" name="Line 24"/>
                <p:cNvSpPr/>
                <p:nvPr/>
              </p:nvSpPr>
              <p:spPr>
                <a:xfrm flipH="1" flipV="1">
                  <a:off x="6100" y="5462"/>
                  <a:ext cx="31" cy="1232"/>
                </a:xfrm>
                <a:prstGeom prst="line">
                  <a:avLst/>
                </a:prstGeom>
                <a:ln w="38100" cap="flat" cmpd="sng">
                  <a:solidFill>
                    <a:srgbClr val="000000"/>
                  </a:solidFill>
                  <a:prstDash val="solid"/>
                  <a:headEnd type="none" w="med" len="med"/>
                  <a:tailEnd type="none" w="med" len="med"/>
                </a:ln>
              </p:spPr>
            </p:sp>
            <p:grpSp>
              <p:nvGrpSpPr>
                <p:cNvPr id="101402" name="Group 25"/>
                <p:cNvGrpSpPr/>
                <p:nvPr/>
              </p:nvGrpSpPr>
              <p:grpSpPr>
                <a:xfrm>
                  <a:off x="5968" y="4560"/>
                  <a:ext cx="319" cy="1090"/>
                  <a:chOff x="6188" y="6353"/>
                  <a:chExt cx="319" cy="1090"/>
                </a:xfrm>
              </p:grpSpPr>
              <p:sp>
                <p:nvSpPr>
                  <p:cNvPr id="101405" name="Line 26"/>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101406" name="Line 27"/>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101407" name="Line 28"/>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101408" name="Line 29"/>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101403" name="Line 30"/>
                <p:cNvSpPr/>
                <p:nvPr/>
              </p:nvSpPr>
              <p:spPr>
                <a:xfrm flipH="1">
                  <a:off x="6111" y="3933"/>
                  <a:ext cx="22" cy="583"/>
                </a:xfrm>
                <a:prstGeom prst="line">
                  <a:avLst/>
                </a:prstGeom>
                <a:ln w="38100" cap="flat" cmpd="sng">
                  <a:solidFill>
                    <a:srgbClr val="000000"/>
                  </a:solidFill>
                  <a:prstDash val="solid"/>
                  <a:headEnd type="none" w="med" len="med"/>
                  <a:tailEnd type="triangle" w="med" len="med"/>
                </a:ln>
              </p:spPr>
            </p:sp>
            <p:sp>
              <p:nvSpPr>
                <p:cNvPr id="101404" name="Line 31"/>
                <p:cNvSpPr/>
                <p:nvPr/>
              </p:nvSpPr>
              <p:spPr>
                <a:xfrm flipV="1">
                  <a:off x="6122" y="3559"/>
                  <a:ext cx="0" cy="1133"/>
                </a:xfrm>
                <a:prstGeom prst="line">
                  <a:avLst/>
                </a:prstGeom>
                <a:ln w="38100" cap="flat" cmpd="sng">
                  <a:solidFill>
                    <a:srgbClr val="000000"/>
                  </a:solidFill>
                  <a:prstDash val="solid"/>
                  <a:headEnd type="none" w="med" len="med"/>
                  <a:tailEnd type="none" w="med" len="med"/>
                </a:ln>
              </p:spPr>
            </p:sp>
          </p:grpSp>
          <p:sp>
            <p:nvSpPr>
              <p:cNvPr id="101388" name="Text Box 32"/>
              <p:cNvSpPr txBox="1"/>
              <p:nvPr/>
            </p:nvSpPr>
            <p:spPr>
              <a:xfrm>
                <a:off x="3792" y="2208"/>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101389" name="Text Box 33"/>
              <p:cNvSpPr txBox="1"/>
              <p:nvPr/>
            </p:nvSpPr>
            <p:spPr>
              <a:xfrm>
                <a:off x="5040" y="220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1390" name="Text Box 34"/>
              <p:cNvSpPr txBox="1"/>
              <p:nvPr/>
            </p:nvSpPr>
            <p:spPr>
              <a:xfrm>
                <a:off x="5088" y="278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1391" name="Text Box 35"/>
              <p:cNvSpPr txBox="1"/>
              <p:nvPr/>
            </p:nvSpPr>
            <p:spPr>
              <a:xfrm>
                <a:off x="4272" y="18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101392" name="Text Box 36"/>
              <p:cNvSpPr txBox="1"/>
              <p:nvPr/>
            </p:nvSpPr>
            <p:spPr>
              <a:xfrm>
                <a:off x="4320" y="307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sp>
            <p:nvSpPr>
              <p:cNvPr id="101393" name="Text Box 37"/>
              <p:cNvSpPr txBox="1"/>
              <p:nvPr/>
            </p:nvSpPr>
            <p:spPr>
              <a:xfrm>
                <a:off x="4320" y="240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101394" name="Text Box 38"/>
              <p:cNvSpPr txBox="1"/>
              <p:nvPr/>
            </p:nvSpPr>
            <p:spPr>
              <a:xfrm>
                <a:off x="4656" y="21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10339"/>
                                        </p:tgtEl>
                                        <p:attrNameLst>
                                          <p:attrName>style.visibility</p:attrName>
                                        </p:attrNameLst>
                                      </p:cBhvr>
                                      <p:to>
                                        <p:strVal val="visible"/>
                                      </p:to>
                                    </p:set>
                                    <p:animEffect transition="in" filter="blinds(horizontal)">
                                      <p:cBhvr>
                                        <p:cTn id="7" dur="500"/>
                                        <p:tgtEl>
                                          <p:spTgt spid="91033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10340"/>
                                        </p:tgtEl>
                                        <p:attrNameLst>
                                          <p:attrName>style.visibility</p:attrName>
                                        </p:attrNameLst>
                                      </p:cBhvr>
                                      <p:to>
                                        <p:strVal val="visible"/>
                                      </p:to>
                                    </p:set>
                                    <p:animEffect transition="in" filter="blinds(horizontal)">
                                      <p:cBhvr>
                                        <p:cTn id="11" dur="500"/>
                                        <p:tgtEl>
                                          <p:spTgt spid="91034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10341"/>
                                        </p:tgtEl>
                                        <p:attrNameLst>
                                          <p:attrName>style.visibility</p:attrName>
                                        </p:attrNameLst>
                                      </p:cBhvr>
                                      <p:to>
                                        <p:strVal val="visible"/>
                                      </p:to>
                                    </p:set>
                                    <p:animEffect transition="in" filter="wipe(left)">
                                      <p:cBhvr>
                                        <p:cTn id="15" dur="500"/>
                                        <p:tgtEl>
                                          <p:spTgt spid="910341"/>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910342"/>
                                        </p:tgtEl>
                                        <p:attrNameLst>
                                          <p:attrName>style.visibility</p:attrName>
                                        </p:attrNameLst>
                                      </p:cBhvr>
                                      <p:to>
                                        <p:strVal val="visible"/>
                                      </p:to>
                                    </p:set>
                                    <p:animEffect transition="in" filter="blinds(horizontal)">
                                      <p:cBhvr>
                                        <p:cTn id="19" dur="500"/>
                                        <p:tgtEl>
                                          <p:spTgt spid="910342"/>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ox(in)">
                                      <p:cBhvr>
                                        <p:cTn id="24" dur="500"/>
                                        <p:tgtEl>
                                          <p:spTgt spid="2"/>
                                        </p:tgtEl>
                                      </p:cBhvr>
                                    </p:animEffect>
                                  </p:childTnLst>
                                </p:cTn>
                              </p:par>
                            </p:childTnLst>
                          </p:cTn>
                        </p:par>
                        <p:par>
                          <p:cTn id="25" fill="hold">
                            <p:stCondLst>
                              <p:cond delay="500"/>
                            </p:stCondLst>
                            <p:childTnLst>
                              <p:par>
                                <p:cTn id="26" presetID="3" presetClass="entr" presetSubtype="10" fill="hold" grpId="0" nodeType="afterEffect">
                                  <p:stCondLst>
                                    <p:cond delay="0"/>
                                  </p:stCondLst>
                                  <p:childTnLst>
                                    <p:set>
                                      <p:cBhvr>
                                        <p:cTn id="27" dur="1" fill="hold">
                                          <p:stCondLst>
                                            <p:cond delay="0"/>
                                          </p:stCondLst>
                                        </p:cTn>
                                        <p:tgtEl>
                                          <p:spTgt spid="910343"/>
                                        </p:tgtEl>
                                        <p:attrNameLst>
                                          <p:attrName>style.visibility</p:attrName>
                                        </p:attrNameLst>
                                      </p:cBhvr>
                                      <p:to>
                                        <p:strVal val="visible"/>
                                      </p:to>
                                    </p:set>
                                    <p:animEffect transition="in" filter="blinds(horizontal)">
                                      <p:cBhvr>
                                        <p:cTn id="28" dur="500"/>
                                        <p:tgtEl>
                                          <p:spTgt spid="910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339" grpId="0"/>
      <p:bldP spid="910340" grpId="0"/>
      <p:bldP spid="910342" grpId="0"/>
      <p:bldP spid="91034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37"/>
          <p:cNvGrpSpPr/>
          <p:nvPr/>
        </p:nvGrpSpPr>
        <p:grpSpPr>
          <a:xfrm>
            <a:off x="6096000" y="630238"/>
            <a:ext cx="2743200" cy="3090862"/>
            <a:chOff x="3840" y="397"/>
            <a:chExt cx="1728" cy="1947"/>
          </a:xfrm>
        </p:grpSpPr>
        <p:sp>
          <p:nvSpPr>
            <p:cNvPr id="102406" name="Text Box 3"/>
            <p:cNvSpPr txBox="1"/>
            <p:nvPr/>
          </p:nvSpPr>
          <p:spPr>
            <a:xfrm>
              <a:off x="4287" y="2014"/>
              <a:ext cx="816" cy="3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3-34</a:t>
              </a:r>
              <a:endParaRPr lang="en-US" altLang="zh-CN" sz="2800" b="1" dirty="0">
                <a:latin typeface="Times New Roman" panose="02020603050405020304" pitchFamily="18" charset="0"/>
                <a:ea typeface="华文中宋" panose="02010600040101010101" pitchFamily="2" charset="-122"/>
              </a:endParaRPr>
            </a:p>
          </p:txBody>
        </p:sp>
        <p:grpSp>
          <p:nvGrpSpPr>
            <p:cNvPr id="102407" name="Group 4"/>
            <p:cNvGrpSpPr/>
            <p:nvPr/>
          </p:nvGrpSpPr>
          <p:grpSpPr>
            <a:xfrm>
              <a:off x="3840" y="397"/>
              <a:ext cx="1728" cy="1536"/>
              <a:chOff x="3792" y="1872"/>
              <a:chExt cx="1728" cy="1536"/>
            </a:xfrm>
          </p:grpSpPr>
          <p:grpSp>
            <p:nvGrpSpPr>
              <p:cNvPr id="102408" name="Group 5"/>
              <p:cNvGrpSpPr/>
              <p:nvPr/>
            </p:nvGrpSpPr>
            <p:grpSpPr>
              <a:xfrm>
                <a:off x="3901" y="2140"/>
                <a:ext cx="1523" cy="1268"/>
                <a:chOff x="2481" y="3559"/>
                <a:chExt cx="3806" cy="3170"/>
              </a:xfrm>
            </p:grpSpPr>
            <p:grpSp>
              <p:nvGrpSpPr>
                <p:cNvPr id="102416" name="Group 6"/>
                <p:cNvGrpSpPr/>
                <p:nvPr/>
              </p:nvGrpSpPr>
              <p:grpSpPr>
                <a:xfrm>
                  <a:off x="4139" y="4736"/>
                  <a:ext cx="223" cy="1974"/>
                  <a:chOff x="4351" y="4483"/>
                  <a:chExt cx="223" cy="1974"/>
                </a:xfrm>
              </p:grpSpPr>
              <p:sp>
                <p:nvSpPr>
                  <p:cNvPr id="102435" name="Line 7"/>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102436" name="Rectangle 8"/>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102417" name="Group 9"/>
                <p:cNvGrpSpPr/>
                <p:nvPr/>
              </p:nvGrpSpPr>
              <p:grpSpPr>
                <a:xfrm>
                  <a:off x="4019" y="3713"/>
                  <a:ext cx="402" cy="1650"/>
                  <a:chOff x="4019" y="5077"/>
                  <a:chExt cx="402" cy="1650"/>
                </a:xfrm>
              </p:grpSpPr>
              <p:sp>
                <p:nvSpPr>
                  <p:cNvPr id="102430" name="Line 10"/>
                  <p:cNvSpPr/>
                  <p:nvPr/>
                </p:nvSpPr>
                <p:spPr>
                  <a:xfrm flipV="1">
                    <a:off x="4257" y="5077"/>
                    <a:ext cx="0" cy="1650"/>
                  </a:xfrm>
                  <a:prstGeom prst="line">
                    <a:avLst/>
                  </a:prstGeom>
                  <a:ln w="38100" cap="flat" cmpd="sng">
                    <a:solidFill>
                      <a:srgbClr val="000000"/>
                    </a:solidFill>
                    <a:prstDash val="solid"/>
                    <a:headEnd type="none" w="med" len="med"/>
                    <a:tailEnd type="none" w="med" len="med"/>
                  </a:ln>
                </p:spPr>
              </p:sp>
              <p:sp>
                <p:nvSpPr>
                  <p:cNvPr id="102431" name="Oval 11"/>
                  <p:cNvSpPr/>
                  <p:nvPr/>
                </p:nvSpPr>
                <p:spPr>
                  <a:xfrm flipV="1">
                    <a:off x="4092" y="6034"/>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2432" name="Oval 12"/>
                  <p:cNvSpPr/>
                  <p:nvPr/>
                </p:nvSpPr>
                <p:spPr>
                  <a:xfrm flipV="1">
                    <a:off x="4092" y="5825"/>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2433" name="Oval 13"/>
                  <p:cNvSpPr/>
                  <p:nvPr/>
                </p:nvSpPr>
                <p:spPr>
                  <a:xfrm flipV="1">
                    <a:off x="4092" y="5605"/>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2434" name="Rectangle 14"/>
                  <p:cNvSpPr/>
                  <p:nvPr/>
                </p:nvSpPr>
                <p:spPr>
                  <a:xfrm flipV="1">
                    <a:off x="4019" y="5583"/>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102418" name="Line 15"/>
                <p:cNvSpPr/>
                <p:nvPr/>
              </p:nvSpPr>
              <p:spPr>
                <a:xfrm>
                  <a:off x="2503" y="6727"/>
                  <a:ext cx="3639" cy="2"/>
                </a:xfrm>
                <a:prstGeom prst="line">
                  <a:avLst/>
                </a:prstGeom>
                <a:ln w="38100" cap="flat" cmpd="sng">
                  <a:solidFill>
                    <a:srgbClr val="000000"/>
                  </a:solidFill>
                  <a:prstDash val="solid"/>
                  <a:headEnd type="none" w="med" len="med"/>
                  <a:tailEnd type="none" w="med" len="med"/>
                </a:ln>
              </p:spPr>
            </p:sp>
            <p:sp>
              <p:nvSpPr>
                <p:cNvPr id="102419" name="Line 16"/>
                <p:cNvSpPr/>
                <p:nvPr/>
              </p:nvSpPr>
              <p:spPr>
                <a:xfrm flipV="1">
                  <a:off x="2481" y="3559"/>
                  <a:ext cx="3661" cy="13"/>
                </a:xfrm>
                <a:prstGeom prst="line">
                  <a:avLst/>
                </a:prstGeom>
                <a:ln w="38100" cap="flat" cmpd="sng">
                  <a:solidFill>
                    <a:srgbClr val="000000"/>
                  </a:solidFill>
                  <a:prstDash val="solid"/>
                  <a:headEnd type="none" w="med" len="med"/>
                  <a:tailEnd type="none" w="med" len="med"/>
                </a:ln>
              </p:spPr>
            </p:sp>
            <p:sp>
              <p:nvSpPr>
                <p:cNvPr id="102420" name="Line 17"/>
                <p:cNvSpPr/>
                <p:nvPr/>
              </p:nvSpPr>
              <p:spPr>
                <a:xfrm rot="5400000" flipV="1">
                  <a:off x="3282" y="3405"/>
                  <a:ext cx="0" cy="308"/>
                </a:xfrm>
                <a:prstGeom prst="line">
                  <a:avLst/>
                </a:prstGeom>
                <a:ln w="38100" cap="flat" cmpd="sng">
                  <a:solidFill>
                    <a:srgbClr val="000000"/>
                  </a:solidFill>
                  <a:prstDash val="solid"/>
                  <a:headEnd type="none" w="med" len="med"/>
                  <a:tailEnd type="triangle" w="med" len="med"/>
                </a:ln>
              </p:spPr>
            </p:sp>
            <p:sp>
              <p:nvSpPr>
                <p:cNvPr id="102421" name="Line 18"/>
                <p:cNvSpPr/>
                <p:nvPr/>
              </p:nvSpPr>
              <p:spPr>
                <a:xfrm flipH="1">
                  <a:off x="4261" y="3559"/>
                  <a:ext cx="11" cy="528"/>
                </a:xfrm>
                <a:prstGeom prst="line">
                  <a:avLst/>
                </a:prstGeom>
                <a:ln w="38100" cap="flat" cmpd="sng">
                  <a:solidFill>
                    <a:srgbClr val="000000"/>
                  </a:solidFill>
                  <a:prstDash val="solid"/>
                  <a:headEnd type="none" w="med" len="med"/>
                  <a:tailEnd type="triangle" w="med" len="med"/>
                </a:ln>
              </p:spPr>
            </p:sp>
            <p:sp>
              <p:nvSpPr>
                <p:cNvPr id="102422" name="Line 19"/>
                <p:cNvSpPr/>
                <p:nvPr/>
              </p:nvSpPr>
              <p:spPr>
                <a:xfrm flipH="1" flipV="1">
                  <a:off x="6100" y="5462"/>
                  <a:ext cx="31" cy="1232"/>
                </a:xfrm>
                <a:prstGeom prst="line">
                  <a:avLst/>
                </a:prstGeom>
                <a:ln w="38100" cap="flat" cmpd="sng">
                  <a:solidFill>
                    <a:srgbClr val="000000"/>
                  </a:solidFill>
                  <a:prstDash val="solid"/>
                  <a:headEnd type="none" w="med" len="med"/>
                  <a:tailEnd type="none" w="med" len="med"/>
                </a:ln>
              </p:spPr>
            </p:sp>
            <p:grpSp>
              <p:nvGrpSpPr>
                <p:cNvPr id="102423" name="Group 20"/>
                <p:cNvGrpSpPr/>
                <p:nvPr/>
              </p:nvGrpSpPr>
              <p:grpSpPr>
                <a:xfrm>
                  <a:off x="5968" y="4560"/>
                  <a:ext cx="319" cy="1090"/>
                  <a:chOff x="6188" y="6353"/>
                  <a:chExt cx="319" cy="1090"/>
                </a:xfrm>
              </p:grpSpPr>
              <p:sp>
                <p:nvSpPr>
                  <p:cNvPr id="102426" name="Line 21"/>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102427" name="Line 22"/>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102428" name="Line 23"/>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102429" name="Line 24"/>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102424" name="Line 25"/>
                <p:cNvSpPr/>
                <p:nvPr/>
              </p:nvSpPr>
              <p:spPr>
                <a:xfrm flipH="1">
                  <a:off x="6111" y="3933"/>
                  <a:ext cx="22" cy="583"/>
                </a:xfrm>
                <a:prstGeom prst="line">
                  <a:avLst/>
                </a:prstGeom>
                <a:ln w="38100" cap="flat" cmpd="sng">
                  <a:solidFill>
                    <a:srgbClr val="000000"/>
                  </a:solidFill>
                  <a:prstDash val="solid"/>
                  <a:headEnd type="none" w="med" len="med"/>
                  <a:tailEnd type="triangle" w="med" len="med"/>
                </a:ln>
              </p:spPr>
            </p:sp>
            <p:sp>
              <p:nvSpPr>
                <p:cNvPr id="102425" name="Line 26"/>
                <p:cNvSpPr/>
                <p:nvPr/>
              </p:nvSpPr>
              <p:spPr>
                <a:xfrm flipV="1">
                  <a:off x="6122" y="3559"/>
                  <a:ext cx="0" cy="1133"/>
                </a:xfrm>
                <a:prstGeom prst="line">
                  <a:avLst/>
                </a:prstGeom>
                <a:ln w="38100" cap="flat" cmpd="sng">
                  <a:solidFill>
                    <a:srgbClr val="000000"/>
                  </a:solidFill>
                  <a:prstDash val="solid"/>
                  <a:headEnd type="none" w="med" len="med"/>
                  <a:tailEnd type="none" w="med" len="med"/>
                </a:ln>
              </p:spPr>
            </p:sp>
          </p:grpSp>
          <p:sp>
            <p:nvSpPr>
              <p:cNvPr id="102409" name="Text Box 27"/>
              <p:cNvSpPr txBox="1"/>
              <p:nvPr/>
            </p:nvSpPr>
            <p:spPr>
              <a:xfrm>
                <a:off x="3792" y="2208"/>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102410" name="Text Box 28"/>
              <p:cNvSpPr txBox="1"/>
              <p:nvPr/>
            </p:nvSpPr>
            <p:spPr>
              <a:xfrm>
                <a:off x="5040" y="220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2411" name="Text Box 29"/>
              <p:cNvSpPr txBox="1"/>
              <p:nvPr/>
            </p:nvSpPr>
            <p:spPr>
              <a:xfrm>
                <a:off x="5088" y="278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2412" name="Text Box 30"/>
              <p:cNvSpPr txBox="1"/>
              <p:nvPr/>
            </p:nvSpPr>
            <p:spPr>
              <a:xfrm>
                <a:off x="4272" y="18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102413" name="Text Box 31"/>
              <p:cNvSpPr txBox="1"/>
              <p:nvPr/>
            </p:nvSpPr>
            <p:spPr>
              <a:xfrm>
                <a:off x="4320" y="307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sp>
            <p:nvSpPr>
              <p:cNvPr id="102414" name="Text Box 32"/>
              <p:cNvSpPr txBox="1"/>
              <p:nvPr/>
            </p:nvSpPr>
            <p:spPr>
              <a:xfrm>
                <a:off x="4320" y="240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102415" name="Text Box 33"/>
              <p:cNvSpPr txBox="1"/>
              <p:nvPr/>
            </p:nvSpPr>
            <p:spPr>
              <a:xfrm>
                <a:off x="4656" y="21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grpSp>
      </p:grpSp>
      <p:sp>
        <p:nvSpPr>
          <p:cNvPr id="883746" name="Text Box 34"/>
          <p:cNvSpPr txBox="1"/>
          <p:nvPr/>
        </p:nvSpPr>
        <p:spPr>
          <a:xfrm>
            <a:off x="611188" y="965200"/>
            <a:ext cx="3352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chemeClr val="accent2"/>
                </a:solidFill>
                <a:latin typeface="Times New Roman" panose="02020603050405020304" pitchFamily="18" charset="0"/>
                <a:ea typeface="华文中宋" panose="02010600040101010101" pitchFamily="2" charset="-122"/>
              </a:rPr>
              <a:t>解：</a:t>
            </a:r>
            <a:r>
              <a:rPr lang="zh-CN" altLang="en-US" sz="2800" b="1" dirty="0">
                <a:latin typeface="Times New Roman" panose="02020603050405020304" pitchFamily="18" charset="0"/>
                <a:ea typeface="华文中宋" panose="02010600040101010101" pitchFamily="2" charset="-122"/>
              </a:rPr>
              <a:t>图中电流</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83747" name="Object 35"/>
          <p:cNvGraphicFramePr>
            <a:graphicFrameLocks noChangeAspect="1"/>
          </p:cNvGraphicFramePr>
          <p:nvPr/>
        </p:nvGraphicFramePr>
        <p:xfrm>
          <a:off x="609600" y="1568450"/>
          <a:ext cx="6172200" cy="4452938"/>
        </p:xfrm>
        <a:graphic>
          <a:graphicData uri="http://schemas.openxmlformats.org/presentationml/2006/ole">
            <mc:AlternateContent xmlns:mc="http://schemas.openxmlformats.org/markup-compatibility/2006">
              <mc:Choice xmlns:v="urn:schemas-microsoft-com:vml" Requires="v">
                <p:oleObj spid="_x0000_s3447" name="" r:id="rId1" imgW="2425700" imgH="1854200" progId="Equation.3">
                  <p:embed/>
                </p:oleObj>
              </mc:Choice>
              <mc:Fallback>
                <p:oleObj name="" r:id="rId1" imgW="2425700" imgH="1854200" progId="Equation.3">
                  <p:embed/>
                  <p:pic>
                    <p:nvPicPr>
                      <p:cNvPr id="0" name="图片 3446"/>
                      <p:cNvPicPr/>
                      <p:nvPr/>
                    </p:nvPicPr>
                    <p:blipFill>
                      <a:blip r:embed="rId2"/>
                      <a:stretch>
                        <a:fillRect/>
                      </a:stretch>
                    </p:blipFill>
                    <p:spPr>
                      <a:xfrm>
                        <a:off x="609600" y="1568450"/>
                        <a:ext cx="6172200" cy="44529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3746"/>
                                        </p:tgtEl>
                                        <p:attrNameLst>
                                          <p:attrName>style.visibility</p:attrName>
                                        </p:attrNameLst>
                                      </p:cBhvr>
                                      <p:to>
                                        <p:strVal val="visible"/>
                                      </p:to>
                                    </p:set>
                                    <p:animEffect transition="in" filter="wipe(left)">
                                      <p:cBhvr>
                                        <p:cTn id="12" dur="500"/>
                                        <p:tgtEl>
                                          <p:spTgt spid="883746"/>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883747"/>
                                        </p:tgtEl>
                                        <p:attrNameLst>
                                          <p:attrName>style.visibility</p:attrName>
                                        </p:attrNameLst>
                                      </p:cBhvr>
                                      <p:to>
                                        <p:strVal val="visible"/>
                                      </p:to>
                                    </p:set>
                                    <p:animEffect transition="in" filter="blinds(horizontal)">
                                      <p:cBhvr>
                                        <p:cTn id="16" dur="500"/>
                                        <p:tgtEl>
                                          <p:spTgt spid="883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4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灯片编号占位符 5"/>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grpSp>
        <p:nvGrpSpPr>
          <p:cNvPr id="2" name="Group 40"/>
          <p:cNvGrpSpPr/>
          <p:nvPr/>
        </p:nvGrpSpPr>
        <p:grpSpPr>
          <a:xfrm>
            <a:off x="6096000" y="3321050"/>
            <a:ext cx="2743200" cy="3008313"/>
            <a:chOff x="3840" y="2092"/>
            <a:chExt cx="1728" cy="1895"/>
          </a:xfrm>
        </p:grpSpPr>
        <p:sp>
          <p:nvSpPr>
            <p:cNvPr id="103434" name="Text Box 3"/>
            <p:cNvSpPr txBox="1"/>
            <p:nvPr/>
          </p:nvSpPr>
          <p:spPr>
            <a:xfrm>
              <a:off x="4287" y="3657"/>
              <a:ext cx="816" cy="3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图</a:t>
              </a:r>
              <a:r>
                <a:rPr lang="en-US" altLang="zh-CN" sz="2800" b="1" dirty="0">
                  <a:latin typeface="Times New Roman" panose="02020603050405020304" pitchFamily="18" charset="0"/>
                  <a:ea typeface="华文中宋" panose="02010600040101010101" pitchFamily="2" charset="-122"/>
                </a:rPr>
                <a:t>3-34</a:t>
              </a:r>
              <a:endParaRPr lang="en-US" altLang="zh-CN" sz="2800" b="1" dirty="0">
                <a:latin typeface="Times New Roman" panose="02020603050405020304" pitchFamily="18" charset="0"/>
                <a:ea typeface="华文中宋" panose="02010600040101010101" pitchFamily="2" charset="-122"/>
              </a:endParaRPr>
            </a:p>
          </p:txBody>
        </p:sp>
        <p:grpSp>
          <p:nvGrpSpPr>
            <p:cNvPr id="103435" name="Group 4"/>
            <p:cNvGrpSpPr/>
            <p:nvPr/>
          </p:nvGrpSpPr>
          <p:grpSpPr>
            <a:xfrm>
              <a:off x="3840" y="2092"/>
              <a:ext cx="1728" cy="1536"/>
              <a:chOff x="3792" y="1872"/>
              <a:chExt cx="1728" cy="1536"/>
            </a:xfrm>
          </p:grpSpPr>
          <p:grpSp>
            <p:nvGrpSpPr>
              <p:cNvPr id="103436" name="Group 5"/>
              <p:cNvGrpSpPr/>
              <p:nvPr/>
            </p:nvGrpSpPr>
            <p:grpSpPr>
              <a:xfrm>
                <a:off x="3901" y="2140"/>
                <a:ext cx="1523" cy="1268"/>
                <a:chOff x="2481" y="3559"/>
                <a:chExt cx="3806" cy="3170"/>
              </a:xfrm>
            </p:grpSpPr>
            <p:grpSp>
              <p:nvGrpSpPr>
                <p:cNvPr id="103444" name="Group 6"/>
                <p:cNvGrpSpPr/>
                <p:nvPr/>
              </p:nvGrpSpPr>
              <p:grpSpPr>
                <a:xfrm>
                  <a:off x="4139" y="4736"/>
                  <a:ext cx="223" cy="1974"/>
                  <a:chOff x="4351" y="4483"/>
                  <a:chExt cx="223" cy="1974"/>
                </a:xfrm>
              </p:grpSpPr>
              <p:sp>
                <p:nvSpPr>
                  <p:cNvPr id="103463" name="Line 7"/>
                  <p:cNvSpPr/>
                  <p:nvPr/>
                </p:nvSpPr>
                <p:spPr>
                  <a:xfrm flipH="1" flipV="1">
                    <a:off x="4469" y="4483"/>
                    <a:ext cx="0" cy="1974"/>
                  </a:xfrm>
                  <a:prstGeom prst="line">
                    <a:avLst/>
                  </a:prstGeom>
                  <a:ln w="38100" cap="flat" cmpd="sng">
                    <a:solidFill>
                      <a:srgbClr val="000000"/>
                    </a:solidFill>
                    <a:prstDash val="solid"/>
                    <a:headEnd type="none" w="med" len="med"/>
                    <a:tailEnd type="none" w="med" len="med"/>
                  </a:ln>
                </p:spPr>
              </p:sp>
              <p:sp>
                <p:nvSpPr>
                  <p:cNvPr id="103464" name="Rectangle 8"/>
                  <p:cNvSpPr/>
                  <p:nvPr/>
                </p:nvSpPr>
                <p:spPr>
                  <a:xfrm flipV="1">
                    <a:off x="4351" y="5079"/>
                    <a:ext cx="223" cy="676"/>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grpSp>
              <p:nvGrpSpPr>
                <p:cNvPr id="103445" name="Group 9"/>
                <p:cNvGrpSpPr/>
                <p:nvPr/>
              </p:nvGrpSpPr>
              <p:grpSpPr>
                <a:xfrm>
                  <a:off x="4019" y="3713"/>
                  <a:ext cx="402" cy="1650"/>
                  <a:chOff x="4019" y="5077"/>
                  <a:chExt cx="402" cy="1650"/>
                </a:xfrm>
              </p:grpSpPr>
              <p:sp>
                <p:nvSpPr>
                  <p:cNvPr id="103458" name="Line 10"/>
                  <p:cNvSpPr/>
                  <p:nvPr/>
                </p:nvSpPr>
                <p:spPr>
                  <a:xfrm flipV="1">
                    <a:off x="4257" y="5077"/>
                    <a:ext cx="0" cy="1650"/>
                  </a:xfrm>
                  <a:prstGeom prst="line">
                    <a:avLst/>
                  </a:prstGeom>
                  <a:ln w="38100" cap="flat" cmpd="sng">
                    <a:solidFill>
                      <a:srgbClr val="000000"/>
                    </a:solidFill>
                    <a:prstDash val="solid"/>
                    <a:headEnd type="none" w="med" len="med"/>
                    <a:tailEnd type="none" w="med" len="med"/>
                  </a:ln>
                </p:spPr>
              </p:sp>
              <p:sp>
                <p:nvSpPr>
                  <p:cNvPr id="103459" name="Oval 11"/>
                  <p:cNvSpPr/>
                  <p:nvPr/>
                </p:nvSpPr>
                <p:spPr>
                  <a:xfrm flipV="1">
                    <a:off x="4092" y="6034"/>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3460" name="Oval 12"/>
                  <p:cNvSpPr/>
                  <p:nvPr/>
                </p:nvSpPr>
                <p:spPr>
                  <a:xfrm flipV="1">
                    <a:off x="4092" y="5825"/>
                    <a:ext cx="329" cy="209"/>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3461" name="Oval 13"/>
                  <p:cNvSpPr/>
                  <p:nvPr/>
                </p:nvSpPr>
                <p:spPr>
                  <a:xfrm flipV="1">
                    <a:off x="4092" y="5605"/>
                    <a:ext cx="329" cy="210"/>
                  </a:xfrm>
                  <a:prstGeom prst="ellipse">
                    <a:avLst/>
                  </a:prstGeom>
                  <a:solidFill>
                    <a:srgbClr val="FFFFFF"/>
                  </a:solidFill>
                  <a:ln w="381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sp>
                <p:nvSpPr>
                  <p:cNvPr id="103462" name="Rectangle 14"/>
                  <p:cNvSpPr/>
                  <p:nvPr/>
                </p:nvSpPr>
                <p:spPr>
                  <a:xfrm flipV="1">
                    <a:off x="4019" y="5583"/>
                    <a:ext cx="186" cy="693"/>
                  </a:xfrm>
                  <a:prstGeom prst="rect">
                    <a:avLst/>
                  </a:prstGeom>
                  <a:solidFill>
                    <a:srgbClr val="FFFFFF"/>
                  </a:solidFill>
                  <a:ln w="38100" cap="flat" cmpd="sng">
                    <a:solidFill>
                      <a:srgbClr val="FFFF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latin typeface="Times New Roman" panose="02020603050405020304" pitchFamily="18" charset="0"/>
                      <a:ea typeface="华文中宋" panose="02010600040101010101" pitchFamily="2" charset="-122"/>
                    </a:endParaRPr>
                  </a:p>
                </p:txBody>
              </p:sp>
            </p:grpSp>
            <p:sp>
              <p:nvSpPr>
                <p:cNvPr id="103446" name="Line 15"/>
                <p:cNvSpPr/>
                <p:nvPr/>
              </p:nvSpPr>
              <p:spPr>
                <a:xfrm>
                  <a:off x="2503" y="6727"/>
                  <a:ext cx="3639" cy="2"/>
                </a:xfrm>
                <a:prstGeom prst="line">
                  <a:avLst/>
                </a:prstGeom>
                <a:ln w="38100" cap="flat" cmpd="sng">
                  <a:solidFill>
                    <a:srgbClr val="000000"/>
                  </a:solidFill>
                  <a:prstDash val="solid"/>
                  <a:headEnd type="none" w="med" len="med"/>
                  <a:tailEnd type="none" w="med" len="med"/>
                </a:ln>
              </p:spPr>
            </p:sp>
            <p:sp>
              <p:nvSpPr>
                <p:cNvPr id="103447" name="Line 16"/>
                <p:cNvSpPr/>
                <p:nvPr/>
              </p:nvSpPr>
              <p:spPr>
                <a:xfrm flipV="1">
                  <a:off x="2481" y="3559"/>
                  <a:ext cx="3661" cy="13"/>
                </a:xfrm>
                <a:prstGeom prst="line">
                  <a:avLst/>
                </a:prstGeom>
                <a:ln w="38100" cap="flat" cmpd="sng">
                  <a:solidFill>
                    <a:srgbClr val="000000"/>
                  </a:solidFill>
                  <a:prstDash val="solid"/>
                  <a:headEnd type="none" w="med" len="med"/>
                  <a:tailEnd type="none" w="med" len="med"/>
                </a:ln>
              </p:spPr>
            </p:sp>
            <p:sp>
              <p:nvSpPr>
                <p:cNvPr id="103448" name="Line 17"/>
                <p:cNvSpPr/>
                <p:nvPr/>
              </p:nvSpPr>
              <p:spPr>
                <a:xfrm rot="5400000" flipV="1">
                  <a:off x="3282" y="3405"/>
                  <a:ext cx="0" cy="308"/>
                </a:xfrm>
                <a:prstGeom prst="line">
                  <a:avLst/>
                </a:prstGeom>
                <a:ln w="38100" cap="flat" cmpd="sng">
                  <a:solidFill>
                    <a:srgbClr val="000000"/>
                  </a:solidFill>
                  <a:prstDash val="solid"/>
                  <a:headEnd type="none" w="med" len="med"/>
                  <a:tailEnd type="triangle" w="med" len="med"/>
                </a:ln>
              </p:spPr>
            </p:sp>
            <p:sp>
              <p:nvSpPr>
                <p:cNvPr id="103449" name="Line 18"/>
                <p:cNvSpPr/>
                <p:nvPr/>
              </p:nvSpPr>
              <p:spPr>
                <a:xfrm flipH="1">
                  <a:off x="4261" y="3559"/>
                  <a:ext cx="11" cy="528"/>
                </a:xfrm>
                <a:prstGeom prst="line">
                  <a:avLst/>
                </a:prstGeom>
                <a:ln w="38100" cap="flat" cmpd="sng">
                  <a:solidFill>
                    <a:srgbClr val="000000"/>
                  </a:solidFill>
                  <a:prstDash val="solid"/>
                  <a:headEnd type="none" w="med" len="med"/>
                  <a:tailEnd type="triangle" w="med" len="med"/>
                </a:ln>
              </p:spPr>
            </p:sp>
            <p:sp>
              <p:nvSpPr>
                <p:cNvPr id="103450" name="Line 19"/>
                <p:cNvSpPr/>
                <p:nvPr/>
              </p:nvSpPr>
              <p:spPr>
                <a:xfrm flipH="1" flipV="1">
                  <a:off x="6100" y="5462"/>
                  <a:ext cx="31" cy="1232"/>
                </a:xfrm>
                <a:prstGeom prst="line">
                  <a:avLst/>
                </a:prstGeom>
                <a:ln w="38100" cap="flat" cmpd="sng">
                  <a:solidFill>
                    <a:srgbClr val="000000"/>
                  </a:solidFill>
                  <a:prstDash val="solid"/>
                  <a:headEnd type="none" w="med" len="med"/>
                  <a:tailEnd type="none" w="med" len="med"/>
                </a:ln>
              </p:spPr>
            </p:sp>
            <p:grpSp>
              <p:nvGrpSpPr>
                <p:cNvPr id="103451" name="Group 20"/>
                <p:cNvGrpSpPr/>
                <p:nvPr/>
              </p:nvGrpSpPr>
              <p:grpSpPr>
                <a:xfrm>
                  <a:off x="5968" y="4560"/>
                  <a:ext cx="319" cy="1090"/>
                  <a:chOff x="6188" y="6353"/>
                  <a:chExt cx="319" cy="1090"/>
                </a:xfrm>
              </p:grpSpPr>
              <p:sp>
                <p:nvSpPr>
                  <p:cNvPr id="103454" name="Line 21"/>
                  <p:cNvSpPr/>
                  <p:nvPr/>
                </p:nvSpPr>
                <p:spPr>
                  <a:xfrm flipV="1">
                    <a:off x="6188" y="6870"/>
                    <a:ext cx="319" cy="0"/>
                  </a:xfrm>
                  <a:prstGeom prst="line">
                    <a:avLst/>
                  </a:prstGeom>
                  <a:ln w="38100" cap="flat" cmpd="sng">
                    <a:solidFill>
                      <a:srgbClr val="000000"/>
                    </a:solidFill>
                    <a:prstDash val="solid"/>
                    <a:headEnd type="none" w="med" len="med"/>
                    <a:tailEnd type="none" w="med" len="med"/>
                  </a:ln>
                </p:spPr>
              </p:sp>
              <p:sp>
                <p:nvSpPr>
                  <p:cNvPr id="103455" name="Line 22"/>
                  <p:cNvSpPr/>
                  <p:nvPr/>
                </p:nvSpPr>
                <p:spPr>
                  <a:xfrm flipH="1">
                    <a:off x="6353" y="6353"/>
                    <a:ext cx="0" cy="506"/>
                  </a:xfrm>
                  <a:prstGeom prst="line">
                    <a:avLst/>
                  </a:prstGeom>
                  <a:ln w="38100" cap="flat" cmpd="sng">
                    <a:solidFill>
                      <a:srgbClr val="000000"/>
                    </a:solidFill>
                    <a:prstDash val="solid"/>
                    <a:headEnd type="none" w="med" len="med"/>
                    <a:tailEnd type="none" w="med" len="med"/>
                  </a:ln>
                </p:spPr>
              </p:sp>
              <p:sp>
                <p:nvSpPr>
                  <p:cNvPr id="103456" name="Line 23"/>
                  <p:cNvSpPr/>
                  <p:nvPr/>
                </p:nvSpPr>
                <p:spPr>
                  <a:xfrm flipH="1">
                    <a:off x="6353" y="6992"/>
                    <a:ext cx="0" cy="451"/>
                  </a:xfrm>
                  <a:prstGeom prst="line">
                    <a:avLst/>
                  </a:prstGeom>
                  <a:ln w="38100" cap="flat" cmpd="sng">
                    <a:solidFill>
                      <a:srgbClr val="000000"/>
                    </a:solidFill>
                    <a:prstDash val="solid"/>
                    <a:headEnd type="none" w="med" len="med"/>
                    <a:tailEnd type="none" w="med" len="med"/>
                  </a:ln>
                </p:spPr>
              </p:sp>
              <p:sp>
                <p:nvSpPr>
                  <p:cNvPr id="103457" name="Line 24"/>
                  <p:cNvSpPr/>
                  <p:nvPr/>
                </p:nvSpPr>
                <p:spPr>
                  <a:xfrm flipV="1">
                    <a:off x="6188" y="6992"/>
                    <a:ext cx="319" cy="0"/>
                  </a:xfrm>
                  <a:prstGeom prst="line">
                    <a:avLst/>
                  </a:prstGeom>
                  <a:ln w="38100" cap="flat" cmpd="sng">
                    <a:solidFill>
                      <a:srgbClr val="000000"/>
                    </a:solidFill>
                    <a:prstDash val="solid"/>
                    <a:headEnd type="none" w="med" len="med"/>
                    <a:tailEnd type="none" w="med" len="med"/>
                  </a:ln>
                </p:spPr>
              </p:sp>
            </p:grpSp>
            <p:sp>
              <p:nvSpPr>
                <p:cNvPr id="103452" name="Line 25"/>
                <p:cNvSpPr/>
                <p:nvPr/>
              </p:nvSpPr>
              <p:spPr>
                <a:xfrm flipH="1">
                  <a:off x="6111" y="3933"/>
                  <a:ext cx="22" cy="583"/>
                </a:xfrm>
                <a:prstGeom prst="line">
                  <a:avLst/>
                </a:prstGeom>
                <a:ln w="38100" cap="flat" cmpd="sng">
                  <a:solidFill>
                    <a:srgbClr val="000000"/>
                  </a:solidFill>
                  <a:prstDash val="solid"/>
                  <a:headEnd type="none" w="med" len="med"/>
                  <a:tailEnd type="triangle" w="med" len="med"/>
                </a:ln>
              </p:spPr>
            </p:sp>
            <p:sp>
              <p:nvSpPr>
                <p:cNvPr id="103453" name="Line 26"/>
                <p:cNvSpPr/>
                <p:nvPr/>
              </p:nvSpPr>
              <p:spPr>
                <a:xfrm flipV="1">
                  <a:off x="6122" y="3559"/>
                  <a:ext cx="0" cy="1133"/>
                </a:xfrm>
                <a:prstGeom prst="line">
                  <a:avLst/>
                </a:prstGeom>
                <a:ln w="38100" cap="flat" cmpd="sng">
                  <a:solidFill>
                    <a:srgbClr val="000000"/>
                  </a:solidFill>
                  <a:prstDash val="solid"/>
                  <a:headEnd type="none" w="med" len="med"/>
                  <a:tailEnd type="none" w="med" len="med"/>
                </a:ln>
              </p:spPr>
            </p:sp>
          </p:grpSp>
          <p:sp>
            <p:nvSpPr>
              <p:cNvPr id="103437" name="Text Box 27"/>
              <p:cNvSpPr txBox="1"/>
              <p:nvPr/>
            </p:nvSpPr>
            <p:spPr>
              <a:xfrm>
                <a:off x="3792" y="2208"/>
                <a:ext cx="432" cy="112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 +</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Ù</a:t>
                </a:r>
                <a:endParaRPr lang="en-US" altLang="zh-CN" sz="2400" b="1" i="1" dirty="0">
                  <a:latin typeface="Times New Roman" panose="02020603050405020304" pitchFamily="18" charset="0"/>
                  <a:ea typeface="华文中宋" panose="02010600040101010101" pitchFamily="2" charset="-122"/>
                </a:endParaRPr>
              </a:p>
              <a:p>
                <a:pPr marL="0" lvl="0" indent="0" eaLnBrk="1" hangingPunct="1">
                  <a:lnSpc>
                    <a:spcPct val="120000"/>
                  </a:lnSpc>
                  <a:spcBef>
                    <a:spcPct val="50000"/>
                  </a:spcBef>
                  <a:buClrTx/>
                  <a:buSzTx/>
                  <a:buFontTx/>
                  <a:buNone/>
                </a:pPr>
                <a:r>
                  <a:rPr lang="zh-CN" altLang="en-US" sz="2400" b="1" i="1" dirty="0">
                    <a:latin typeface="Times New Roman" panose="02020603050405020304" pitchFamily="18" charset="0"/>
                    <a:ea typeface="华文中宋" panose="02010600040101010101" pitchFamily="2" charset="-122"/>
                  </a:rPr>
                  <a:t>－</a:t>
                </a:r>
                <a:endParaRPr lang="zh-CN" altLang="en-US" sz="2400" b="1" i="1" baseline="-25000" dirty="0">
                  <a:latin typeface="Times New Roman" panose="02020603050405020304" pitchFamily="18" charset="0"/>
                  <a:ea typeface="华文中宋" panose="02010600040101010101" pitchFamily="2" charset="-122"/>
                </a:endParaRPr>
              </a:p>
            </p:txBody>
          </p:sp>
          <p:sp>
            <p:nvSpPr>
              <p:cNvPr id="103438" name="Text Box 28"/>
              <p:cNvSpPr txBox="1"/>
              <p:nvPr/>
            </p:nvSpPr>
            <p:spPr>
              <a:xfrm>
                <a:off x="5040" y="220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3439" name="Text Box 29"/>
              <p:cNvSpPr txBox="1"/>
              <p:nvPr/>
            </p:nvSpPr>
            <p:spPr>
              <a:xfrm>
                <a:off x="5088" y="2784"/>
                <a:ext cx="432"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C</a:t>
                </a:r>
                <a:endParaRPr lang="en-US" altLang="zh-CN" sz="2400" b="1" dirty="0">
                  <a:latin typeface="Times New Roman" panose="02020603050405020304" pitchFamily="18" charset="0"/>
                  <a:ea typeface="华文中宋" panose="02010600040101010101" pitchFamily="2" charset="-122"/>
                </a:endParaRPr>
              </a:p>
            </p:txBody>
          </p:sp>
          <p:sp>
            <p:nvSpPr>
              <p:cNvPr id="103440" name="Text Box 30"/>
              <p:cNvSpPr txBox="1"/>
              <p:nvPr/>
            </p:nvSpPr>
            <p:spPr>
              <a:xfrm>
                <a:off x="4272" y="1872"/>
                <a:ext cx="33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endParaRPr lang="en-US" altLang="zh-CN" sz="2400" b="1" dirty="0">
                  <a:latin typeface="Times New Roman" panose="02020603050405020304" pitchFamily="18" charset="0"/>
                  <a:ea typeface="华文中宋" panose="02010600040101010101" pitchFamily="2" charset="-122"/>
                </a:endParaRPr>
              </a:p>
            </p:txBody>
          </p:sp>
          <p:sp>
            <p:nvSpPr>
              <p:cNvPr id="103441" name="Text Box 31"/>
              <p:cNvSpPr txBox="1"/>
              <p:nvPr/>
            </p:nvSpPr>
            <p:spPr>
              <a:xfrm>
                <a:off x="4320" y="307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R</a:t>
                </a:r>
                <a:endParaRPr lang="en-US" altLang="zh-CN" sz="2400" b="1" dirty="0">
                  <a:latin typeface="Times New Roman" panose="02020603050405020304" pitchFamily="18" charset="0"/>
                  <a:ea typeface="华文中宋" panose="02010600040101010101" pitchFamily="2" charset="-122"/>
                </a:endParaRPr>
              </a:p>
            </p:txBody>
          </p:sp>
          <p:sp>
            <p:nvSpPr>
              <p:cNvPr id="103442" name="Text Box 32"/>
              <p:cNvSpPr txBox="1"/>
              <p:nvPr/>
            </p:nvSpPr>
            <p:spPr>
              <a:xfrm>
                <a:off x="4320" y="240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sp>
            <p:nvSpPr>
              <p:cNvPr id="103443" name="Text Box 33"/>
              <p:cNvSpPr txBox="1"/>
              <p:nvPr/>
            </p:nvSpPr>
            <p:spPr>
              <a:xfrm>
                <a:off x="4656" y="2160"/>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i="1" dirty="0">
                    <a:latin typeface="Times New Roman" panose="02020603050405020304" pitchFamily="18" charset="0"/>
                    <a:ea typeface="华文中宋" panose="02010600040101010101" pitchFamily="2" charset="-122"/>
                  </a:rPr>
                  <a:t>Ì</a:t>
                </a:r>
                <a:r>
                  <a:rPr lang="en-US" altLang="zh-CN" sz="2400" b="1" baseline="-25000" dirty="0">
                    <a:latin typeface="Times New Roman" panose="02020603050405020304" pitchFamily="18" charset="0"/>
                    <a:ea typeface="华文中宋" panose="02010600040101010101" pitchFamily="2" charset="-122"/>
                  </a:rPr>
                  <a:t>L</a:t>
                </a:r>
                <a:endParaRPr lang="en-US" altLang="zh-CN" sz="2400" b="1" dirty="0">
                  <a:latin typeface="Times New Roman" panose="02020603050405020304" pitchFamily="18" charset="0"/>
                  <a:ea typeface="华文中宋" panose="02010600040101010101" pitchFamily="2" charset="-122"/>
                </a:endParaRPr>
              </a:p>
            </p:txBody>
          </p:sp>
        </p:grpSp>
      </p:grpSp>
      <p:graphicFrame>
        <p:nvGraphicFramePr>
          <p:cNvPr id="884770" name="Object 34"/>
          <p:cNvGraphicFramePr>
            <a:graphicFrameLocks noChangeAspect="1"/>
          </p:cNvGraphicFramePr>
          <p:nvPr/>
        </p:nvGraphicFramePr>
        <p:xfrm>
          <a:off x="2133600" y="1492250"/>
          <a:ext cx="3352800" cy="944563"/>
        </p:xfrm>
        <a:graphic>
          <a:graphicData uri="http://schemas.openxmlformats.org/presentationml/2006/ole">
            <mc:AlternateContent xmlns:mc="http://schemas.openxmlformats.org/markup-compatibility/2006">
              <mc:Choice xmlns:v="urn:schemas-microsoft-com:vml" Requires="v">
                <p:oleObj spid="_x0000_s3452" name="" r:id="rId1" imgW="1282700" imgH="393700" progId="Equation.3">
                  <p:embed/>
                </p:oleObj>
              </mc:Choice>
              <mc:Fallback>
                <p:oleObj name="" r:id="rId1" imgW="1282700" imgH="393700" progId="Equation.3">
                  <p:embed/>
                  <p:pic>
                    <p:nvPicPr>
                      <p:cNvPr id="0" name="图片 3451"/>
                      <p:cNvPicPr/>
                      <p:nvPr/>
                    </p:nvPicPr>
                    <p:blipFill>
                      <a:blip r:embed="rId2"/>
                      <a:stretch>
                        <a:fillRect/>
                      </a:stretch>
                    </p:blipFill>
                    <p:spPr>
                      <a:xfrm>
                        <a:off x="2133600" y="1492250"/>
                        <a:ext cx="3352800" cy="944563"/>
                      </a:xfrm>
                      <a:prstGeom prst="rect">
                        <a:avLst/>
                      </a:prstGeom>
                      <a:noFill/>
                      <a:ln w="38100">
                        <a:noFill/>
                        <a:miter/>
                      </a:ln>
                    </p:spPr>
                  </p:pic>
                </p:oleObj>
              </mc:Fallback>
            </mc:AlternateContent>
          </a:graphicData>
        </a:graphic>
      </p:graphicFrame>
      <p:sp>
        <p:nvSpPr>
          <p:cNvPr id="884771" name="Text Box 35"/>
          <p:cNvSpPr txBox="1"/>
          <p:nvPr/>
        </p:nvSpPr>
        <p:spPr>
          <a:xfrm>
            <a:off x="457200" y="654050"/>
            <a:ext cx="80772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并联谐振时电流与电压同相位，上式中虚部等于零，即</a:t>
            </a:r>
            <a:endParaRPr lang="zh-CN" altLang="en-US" sz="2800" b="1" dirty="0">
              <a:latin typeface="Times New Roman" panose="02020603050405020304" pitchFamily="18" charset="0"/>
              <a:ea typeface="华文中宋" panose="02010600040101010101" pitchFamily="2" charset="-122"/>
            </a:endParaRPr>
          </a:p>
        </p:txBody>
      </p:sp>
      <p:sp>
        <p:nvSpPr>
          <p:cNvPr id="884772" name="Text Box 36"/>
          <p:cNvSpPr txBox="1"/>
          <p:nvPr/>
        </p:nvSpPr>
        <p:spPr>
          <a:xfrm>
            <a:off x="685800" y="2482850"/>
            <a:ext cx="2819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解出谐振角频率</a:t>
            </a:r>
            <a:endParaRPr lang="zh-CN" altLang="en-US" sz="2800" b="1" dirty="0">
              <a:latin typeface="Times New Roman" panose="02020603050405020304" pitchFamily="18" charset="0"/>
              <a:ea typeface="华文中宋" panose="02010600040101010101" pitchFamily="2" charset="-122"/>
            </a:endParaRPr>
          </a:p>
        </p:txBody>
      </p:sp>
      <p:graphicFrame>
        <p:nvGraphicFramePr>
          <p:cNvPr id="884773" name="Object 37"/>
          <p:cNvGraphicFramePr>
            <a:graphicFrameLocks noChangeAspect="1"/>
          </p:cNvGraphicFramePr>
          <p:nvPr/>
        </p:nvGraphicFramePr>
        <p:xfrm>
          <a:off x="1935163" y="3214688"/>
          <a:ext cx="2789237" cy="1096962"/>
        </p:xfrm>
        <a:graphic>
          <a:graphicData uri="http://schemas.openxmlformats.org/presentationml/2006/ole">
            <mc:AlternateContent xmlns:mc="http://schemas.openxmlformats.org/markup-compatibility/2006">
              <mc:Choice xmlns:v="urn:schemas-microsoft-com:vml" Requires="v">
                <p:oleObj spid="_x0000_s3450" name="" r:id="rId3" imgW="1066800" imgH="457200" progId="Equation.3">
                  <p:embed/>
                </p:oleObj>
              </mc:Choice>
              <mc:Fallback>
                <p:oleObj name="" r:id="rId3" imgW="1066800" imgH="457200" progId="Equation.3">
                  <p:embed/>
                  <p:pic>
                    <p:nvPicPr>
                      <p:cNvPr id="0" name="图片 3449"/>
                      <p:cNvPicPr/>
                      <p:nvPr/>
                    </p:nvPicPr>
                    <p:blipFill>
                      <a:blip r:embed="rId4"/>
                      <a:stretch>
                        <a:fillRect/>
                      </a:stretch>
                    </p:blipFill>
                    <p:spPr>
                      <a:xfrm>
                        <a:off x="1935163" y="3214688"/>
                        <a:ext cx="2789237" cy="1096962"/>
                      </a:xfrm>
                      <a:prstGeom prst="rect">
                        <a:avLst/>
                      </a:prstGeom>
                      <a:solidFill>
                        <a:schemeClr val="accent1"/>
                      </a:solidFill>
                      <a:ln w="38100">
                        <a:noFill/>
                        <a:miter/>
                      </a:ln>
                    </p:spPr>
                  </p:pic>
                </p:oleObj>
              </mc:Fallback>
            </mc:AlternateContent>
          </a:graphicData>
        </a:graphic>
      </p:graphicFrame>
      <p:graphicFrame>
        <p:nvGraphicFramePr>
          <p:cNvPr id="884774" name="Object 38"/>
          <p:cNvGraphicFramePr>
            <a:graphicFrameLocks noChangeAspect="1"/>
          </p:cNvGraphicFramePr>
          <p:nvPr/>
        </p:nvGraphicFramePr>
        <p:xfrm>
          <a:off x="1855788" y="4845050"/>
          <a:ext cx="3286125" cy="1096963"/>
        </p:xfrm>
        <a:graphic>
          <a:graphicData uri="http://schemas.openxmlformats.org/presentationml/2006/ole">
            <mc:AlternateContent xmlns:mc="http://schemas.openxmlformats.org/markup-compatibility/2006">
              <mc:Choice xmlns:v="urn:schemas-microsoft-com:vml" Requires="v">
                <p:oleObj spid="_x0000_s3448" name="" r:id="rId5" imgW="1257300" imgH="457200" progId="Equation.3">
                  <p:embed/>
                </p:oleObj>
              </mc:Choice>
              <mc:Fallback>
                <p:oleObj name="" r:id="rId5" imgW="1257300" imgH="457200" progId="Equation.3">
                  <p:embed/>
                  <p:pic>
                    <p:nvPicPr>
                      <p:cNvPr id="0" name="图片 3447"/>
                      <p:cNvPicPr/>
                      <p:nvPr/>
                    </p:nvPicPr>
                    <p:blipFill>
                      <a:blip r:embed="rId6"/>
                      <a:stretch>
                        <a:fillRect/>
                      </a:stretch>
                    </p:blipFill>
                    <p:spPr>
                      <a:xfrm>
                        <a:off x="1855788" y="4845050"/>
                        <a:ext cx="3286125" cy="1096963"/>
                      </a:xfrm>
                      <a:prstGeom prst="rect">
                        <a:avLst/>
                      </a:prstGeom>
                      <a:solidFill>
                        <a:schemeClr val="accent1"/>
                      </a:solidFill>
                      <a:ln w="38100">
                        <a:noFill/>
                        <a:miter/>
                      </a:ln>
                    </p:spPr>
                  </p:pic>
                </p:oleObj>
              </mc:Fallback>
            </mc:AlternateContent>
          </a:graphicData>
        </a:graphic>
      </p:graphicFrame>
      <p:sp>
        <p:nvSpPr>
          <p:cNvPr id="884775" name="Text Box 39"/>
          <p:cNvSpPr txBox="1"/>
          <p:nvPr/>
        </p:nvSpPr>
        <p:spPr>
          <a:xfrm>
            <a:off x="762000" y="4325938"/>
            <a:ext cx="2057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ea typeface="华文中宋" panose="02010600040101010101" pitchFamily="2" charset="-122"/>
              </a:rPr>
              <a:t>谐振频率</a:t>
            </a:r>
            <a:endParaRPr lang="zh-CN" altLang="en-US" sz="2800" b="1"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884771"/>
                                        </p:tgtEl>
                                        <p:attrNameLst>
                                          <p:attrName>style.visibility</p:attrName>
                                        </p:attrNameLst>
                                      </p:cBhvr>
                                      <p:to>
                                        <p:strVal val="visible"/>
                                      </p:to>
                                    </p:set>
                                    <p:animEffect transition="in" filter="blinds(horizontal)">
                                      <p:cBhvr>
                                        <p:cTn id="14" dur="500"/>
                                        <p:tgtEl>
                                          <p:spTgt spid="88477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84770"/>
                                        </p:tgtEl>
                                        <p:attrNameLst>
                                          <p:attrName>style.visibility</p:attrName>
                                        </p:attrNameLst>
                                      </p:cBhvr>
                                      <p:to>
                                        <p:strVal val="visible"/>
                                      </p:to>
                                    </p:set>
                                    <p:animEffect transition="in" filter="wipe(left)">
                                      <p:cBhvr>
                                        <p:cTn id="19" dur="500"/>
                                        <p:tgtEl>
                                          <p:spTgt spid="88477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84772"/>
                                        </p:tgtEl>
                                        <p:attrNameLst>
                                          <p:attrName>style.visibility</p:attrName>
                                        </p:attrNameLst>
                                      </p:cBhvr>
                                      <p:to>
                                        <p:strVal val="visible"/>
                                      </p:to>
                                    </p:set>
                                    <p:animEffect transition="in" filter="wipe(left)">
                                      <p:cBhvr>
                                        <p:cTn id="24" dur="500"/>
                                        <p:tgtEl>
                                          <p:spTgt spid="884772"/>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884773"/>
                                        </p:tgtEl>
                                        <p:attrNameLst>
                                          <p:attrName>style.visibility</p:attrName>
                                        </p:attrNameLst>
                                      </p:cBhvr>
                                      <p:to>
                                        <p:strVal val="visible"/>
                                      </p:to>
                                    </p:set>
                                    <p:animEffect transition="in" filter="wipe(left)">
                                      <p:cBhvr>
                                        <p:cTn id="28" dur="500"/>
                                        <p:tgtEl>
                                          <p:spTgt spid="88477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84775"/>
                                        </p:tgtEl>
                                        <p:attrNameLst>
                                          <p:attrName>style.visibility</p:attrName>
                                        </p:attrNameLst>
                                      </p:cBhvr>
                                      <p:to>
                                        <p:strVal val="visible"/>
                                      </p:to>
                                    </p:set>
                                    <p:animEffect transition="in" filter="wipe(left)">
                                      <p:cBhvr>
                                        <p:cTn id="33" dur="500"/>
                                        <p:tgtEl>
                                          <p:spTgt spid="884775"/>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884774"/>
                                        </p:tgtEl>
                                        <p:attrNameLst>
                                          <p:attrName>style.visibility</p:attrName>
                                        </p:attrNameLst>
                                      </p:cBhvr>
                                      <p:to>
                                        <p:strVal val="visible"/>
                                      </p:to>
                                    </p:set>
                                    <p:animEffect transition="in" filter="wipe(left)">
                                      <p:cBhvr>
                                        <p:cTn id="37" dur="500"/>
                                        <p:tgtEl>
                                          <p:spTgt spid="884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71" grpId="0"/>
      <p:bldP spid="884772" grpId="0"/>
      <p:bldP spid="88477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灯片编号占位符 7"/>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
        <p:nvSpPr>
          <p:cNvPr id="965634" name="Rectangle 2"/>
          <p:cNvSpPr>
            <a:spLocks noGrp="1"/>
          </p:cNvSpPr>
          <p:nvPr>
            <p:ph type="body" sz="half" idx="1"/>
          </p:nvPr>
        </p:nvSpPr>
        <p:spPr>
          <a:xfrm>
            <a:off x="152400" y="228600"/>
            <a:ext cx="8991600" cy="1828800"/>
          </a:xfrm>
          <a:ln/>
        </p:spPr>
        <p:txBody>
          <a:bodyPr vert="horz" wrap="square" lIns="91440" tIns="45720" rIns="91440" bIns="45720" anchor="t"/>
          <a:p>
            <a:pPr marL="0" indent="0" eaLnBrk="1" hangingPunct="1">
              <a:lnSpc>
                <a:spcPct val="115000"/>
              </a:lnSpc>
              <a:buClr>
                <a:schemeClr val="hlink"/>
              </a:buClr>
              <a:buSzPct val="70000"/>
              <a:buFont typeface="Wingdings" panose="05000000000000000000" pitchFamily="2" charset="2"/>
              <a:buNone/>
            </a:pPr>
            <a:r>
              <a:rPr lang="zh-CN" altLang="en-US" sz="2400" b="1" dirty="0">
                <a:solidFill>
                  <a:srgbClr val="006600"/>
                </a:solidFill>
                <a:latin typeface="Times New Roman" panose="02020603050405020304" pitchFamily="18" charset="0"/>
                <a:ea typeface="华文中宋" panose="02010600040101010101" pitchFamily="2" charset="-122"/>
              </a:rPr>
              <a:t>在</a:t>
            </a:r>
            <a:r>
              <a:rPr lang="en-US" altLang="zh-CN" sz="2400" b="1" i="1" dirty="0">
                <a:solidFill>
                  <a:srgbClr val="006600"/>
                </a:solidFill>
                <a:latin typeface="Times New Roman" panose="02020603050405020304" pitchFamily="18" charset="0"/>
                <a:ea typeface="华文中宋" panose="02010600040101010101" pitchFamily="2" charset="-122"/>
              </a:rPr>
              <a:t>f</a:t>
            </a:r>
            <a:r>
              <a:rPr lang="en-US" altLang="zh-CN" sz="2400" b="1" dirty="0">
                <a:solidFill>
                  <a:srgbClr val="006600"/>
                </a:solidFill>
                <a:latin typeface="Times New Roman" panose="02020603050405020304" pitchFamily="18" charset="0"/>
                <a:ea typeface="华文中宋" panose="02010600040101010101" pitchFamily="2" charset="-122"/>
              </a:rPr>
              <a:t>=50Hz</a:t>
            </a:r>
            <a:r>
              <a:rPr lang="zh-CN" altLang="en-US" sz="2400" b="1" dirty="0">
                <a:solidFill>
                  <a:srgbClr val="006600"/>
                </a:solidFill>
                <a:latin typeface="Times New Roman" panose="02020603050405020304" pitchFamily="18" charset="0"/>
                <a:ea typeface="华文中宋" panose="02010600040101010101" pitchFamily="2" charset="-122"/>
              </a:rPr>
              <a:t>，</a:t>
            </a:r>
            <a:r>
              <a:rPr lang="en-US" altLang="zh-CN" sz="2400" b="1" i="1" dirty="0">
                <a:solidFill>
                  <a:srgbClr val="006600"/>
                </a:solidFill>
                <a:latin typeface="Times New Roman" panose="02020603050405020304" pitchFamily="18" charset="0"/>
                <a:ea typeface="华文中宋" panose="02010600040101010101" pitchFamily="2" charset="-122"/>
              </a:rPr>
              <a:t>U</a:t>
            </a:r>
            <a:r>
              <a:rPr lang="en-US" altLang="zh-CN" sz="2400" b="1" dirty="0">
                <a:solidFill>
                  <a:srgbClr val="006600"/>
                </a:solidFill>
                <a:latin typeface="Times New Roman" panose="02020603050405020304" pitchFamily="18" charset="0"/>
                <a:ea typeface="华文中宋" panose="02010600040101010101" pitchFamily="2" charset="-122"/>
              </a:rPr>
              <a:t>=380V</a:t>
            </a:r>
            <a:r>
              <a:rPr lang="zh-CN" altLang="en-US" sz="2400" b="1" dirty="0">
                <a:solidFill>
                  <a:srgbClr val="006600"/>
                </a:solidFill>
                <a:latin typeface="Times New Roman" panose="02020603050405020304" pitchFamily="18" charset="0"/>
                <a:ea typeface="华文中宋" panose="02010600040101010101" pitchFamily="2" charset="-122"/>
              </a:rPr>
              <a:t>的交流电源上，接有一感性负载，其消耗的平均功率</a:t>
            </a:r>
            <a:r>
              <a:rPr lang="en-US" altLang="zh-CN" sz="2400" b="1" i="1" dirty="0">
                <a:solidFill>
                  <a:srgbClr val="006600"/>
                </a:solidFill>
                <a:latin typeface="Times New Roman" panose="02020603050405020304" pitchFamily="18" charset="0"/>
                <a:ea typeface="华文中宋" panose="02010600040101010101" pitchFamily="2" charset="-122"/>
              </a:rPr>
              <a:t>P</a:t>
            </a:r>
            <a:r>
              <a:rPr lang="en-US" altLang="zh-CN" sz="2400" b="1" baseline="-25000" dirty="0">
                <a:solidFill>
                  <a:srgbClr val="006600"/>
                </a:solidFill>
                <a:latin typeface="Times New Roman" panose="02020603050405020304" pitchFamily="18" charset="0"/>
                <a:ea typeface="华文中宋" panose="02010600040101010101" pitchFamily="2" charset="-122"/>
              </a:rPr>
              <a:t>1</a:t>
            </a:r>
            <a:r>
              <a:rPr lang="en-US" altLang="zh-CN" sz="2400" b="1" dirty="0">
                <a:solidFill>
                  <a:srgbClr val="006600"/>
                </a:solidFill>
                <a:latin typeface="Times New Roman" panose="02020603050405020304" pitchFamily="18" charset="0"/>
                <a:ea typeface="华文中宋" panose="02010600040101010101" pitchFamily="2" charset="-122"/>
              </a:rPr>
              <a:t>=20kW</a:t>
            </a:r>
            <a:r>
              <a:rPr lang="zh-CN" altLang="en-US" sz="2400" b="1" dirty="0">
                <a:solidFill>
                  <a:srgbClr val="006600"/>
                </a:solidFill>
                <a:latin typeface="Times New Roman" panose="02020603050405020304" pitchFamily="18" charset="0"/>
                <a:ea typeface="华文中宋" panose="02010600040101010101" pitchFamily="2" charset="-122"/>
              </a:rPr>
              <a:t>，其功率因数</a:t>
            </a:r>
            <a:r>
              <a:rPr lang="en-US" altLang="zh-CN" sz="2400" b="1" dirty="0">
                <a:solidFill>
                  <a:srgbClr val="006600"/>
                </a:solidFill>
                <a:latin typeface="Times New Roman" panose="02020603050405020304" pitchFamily="18" charset="0"/>
                <a:ea typeface="华文中宋" panose="02010600040101010101" pitchFamily="2" charset="-122"/>
              </a:rPr>
              <a:t>cos</a:t>
            </a:r>
            <a:r>
              <a:rPr lang="en-US" altLang="zh-CN" sz="2400" b="1" dirty="0">
                <a:solidFill>
                  <a:srgbClr val="006600"/>
                </a:solidFill>
                <a:latin typeface="Times New Roman" panose="02020603050405020304" pitchFamily="18" charset="0"/>
                <a:ea typeface="华文中宋" panose="02010600040101010101" pitchFamily="2" charset="-122"/>
                <a:sym typeface="Symbol" panose="05050102010706020507" pitchFamily="18" charset="2"/>
              </a:rPr>
              <a:t>=0.6</a:t>
            </a:r>
            <a:r>
              <a:rPr lang="zh-CN" altLang="en-US" sz="2400" b="1" dirty="0">
                <a:solidFill>
                  <a:srgbClr val="006600"/>
                </a:solidFill>
                <a:latin typeface="Times New Roman" panose="02020603050405020304" pitchFamily="18" charset="0"/>
                <a:ea typeface="华文中宋" panose="02010600040101010101" pitchFamily="2" charset="-122"/>
              </a:rPr>
              <a:t>。求：线路电流</a:t>
            </a:r>
            <a:r>
              <a:rPr lang="en-US" altLang="zh-CN" sz="2400" b="1" i="1" dirty="0">
                <a:solidFill>
                  <a:srgbClr val="006600"/>
                </a:solidFill>
                <a:latin typeface="Times New Roman" panose="02020603050405020304" pitchFamily="18" charset="0"/>
                <a:ea typeface="华文中宋" panose="02010600040101010101" pitchFamily="2" charset="-122"/>
              </a:rPr>
              <a:t>I</a:t>
            </a:r>
            <a:r>
              <a:rPr lang="en-US" altLang="zh-CN" sz="2400" b="1" baseline="-25000" dirty="0">
                <a:solidFill>
                  <a:srgbClr val="006600"/>
                </a:solidFill>
                <a:latin typeface="Times New Roman" panose="02020603050405020304" pitchFamily="18" charset="0"/>
                <a:ea typeface="华文中宋" panose="02010600040101010101" pitchFamily="2" charset="-122"/>
              </a:rPr>
              <a:t>1</a:t>
            </a:r>
            <a:r>
              <a:rPr lang="zh-CN" altLang="en-US" sz="2400" b="1" dirty="0">
                <a:solidFill>
                  <a:srgbClr val="006600"/>
                </a:solidFill>
                <a:latin typeface="Times New Roman" panose="02020603050405020304" pitchFamily="18" charset="0"/>
                <a:ea typeface="华文中宋" panose="02010600040101010101" pitchFamily="2" charset="-122"/>
              </a:rPr>
              <a:t>。若在感性负载两端并联一组电容器，其等值电容为</a:t>
            </a:r>
            <a:r>
              <a:rPr lang="en-US" altLang="zh-CN" sz="2400" b="1" dirty="0">
                <a:solidFill>
                  <a:srgbClr val="006600"/>
                </a:solidFill>
                <a:latin typeface="Times New Roman" panose="02020603050405020304" pitchFamily="18" charset="0"/>
                <a:ea typeface="华文中宋" panose="02010600040101010101" pitchFamily="2" charset="-122"/>
              </a:rPr>
              <a:t>374</a:t>
            </a:r>
            <a:r>
              <a:rPr lang="en-US" altLang="zh-CN" sz="2400" b="1" dirty="0">
                <a:solidFill>
                  <a:srgbClr val="006600"/>
                </a:solidFill>
                <a:latin typeface="Times New Roman" panose="02020603050405020304" pitchFamily="18" charset="0"/>
                <a:ea typeface="华文中宋" panose="02010600040101010101" pitchFamily="2" charset="-122"/>
                <a:sym typeface="Symbol" panose="05050102010706020507" pitchFamily="18" charset="2"/>
              </a:rPr>
              <a:t>F</a:t>
            </a:r>
            <a:r>
              <a:rPr lang="zh-CN" altLang="en-US" sz="2400" b="1" dirty="0">
                <a:solidFill>
                  <a:srgbClr val="006600"/>
                </a:solidFill>
                <a:latin typeface="Times New Roman" panose="02020603050405020304" pitchFamily="18" charset="0"/>
                <a:ea typeface="华文中宋" panose="02010600040101010101" pitchFamily="2" charset="-122"/>
              </a:rPr>
              <a:t>，求线路电流</a:t>
            </a:r>
            <a:r>
              <a:rPr lang="en-US" altLang="zh-CN" sz="2400" b="1" i="1" dirty="0">
                <a:solidFill>
                  <a:srgbClr val="006600"/>
                </a:solidFill>
                <a:latin typeface="Times New Roman" panose="02020603050405020304" pitchFamily="18" charset="0"/>
                <a:ea typeface="华文中宋" panose="02010600040101010101" pitchFamily="2" charset="-122"/>
              </a:rPr>
              <a:t>I</a:t>
            </a:r>
            <a:r>
              <a:rPr lang="zh-CN" altLang="en-US" sz="2400" b="1" dirty="0">
                <a:solidFill>
                  <a:srgbClr val="006600"/>
                </a:solidFill>
                <a:latin typeface="Times New Roman" panose="02020603050405020304" pitchFamily="18" charset="0"/>
                <a:ea typeface="华文中宋" panose="02010600040101010101" pitchFamily="2" charset="-122"/>
              </a:rPr>
              <a:t>及总功率因数。 </a:t>
            </a:r>
            <a:endParaRPr lang="zh-CN" altLang="en-US" sz="2400" b="1" dirty="0">
              <a:solidFill>
                <a:srgbClr val="006600"/>
              </a:solidFill>
              <a:latin typeface="Times New Roman" panose="02020603050405020304" pitchFamily="18" charset="0"/>
              <a:ea typeface="华文中宋" panose="02010600040101010101" pitchFamily="2" charset="-122"/>
            </a:endParaRPr>
          </a:p>
        </p:txBody>
      </p:sp>
      <p:graphicFrame>
        <p:nvGraphicFramePr>
          <p:cNvPr id="965635" name="Object 3"/>
          <p:cNvGraphicFramePr>
            <a:graphicFrameLocks noChangeAspect="1"/>
          </p:cNvGraphicFramePr>
          <p:nvPr>
            <p:ph sz="quarter" idx="2"/>
          </p:nvPr>
        </p:nvGraphicFramePr>
        <p:xfrm>
          <a:off x="762000" y="2362200"/>
          <a:ext cx="4114800" cy="857250"/>
        </p:xfrm>
        <a:graphic>
          <a:graphicData uri="http://schemas.openxmlformats.org/presentationml/2006/ole">
            <mc:AlternateContent xmlns:mc="http://schemas.openxmlformats.org/markup-compatibility/2006">
              <mc:Choice xmlns:v="urn:schemas-microsoft-com:vml" Requires="v">
                <p:oleObj spid="_x0000_s3456" name="" r:id="rId1" imgW="1765300" imgH="368300" progId="Equation.DSMT4">
                  <p:embed/>
                </p:oleObj>
              </mc:Choice>
              <mc:Fallback>
                <p:oleObj name="" r:id="rId1" imgW="1765300" imgH="368300" progId="Equation.DSMT4">
                  <p:embed/>
                  <p:pic>
                    <p:nvPicPr>
                      <p:cNvPr id="0" name="图片 3455"/>
                      <p:cNvPicPr/>
                      <p:nvPr/>
                    </p:nvPicPr>
                    <p:blipFill>
                      <a:blip r:embed="rId2"/>
                      <a:srcRect/>
                      <a:stretch>
                        <a:fillRect/>
                      </a:stretch>
                    </p:blipFill>
                    <p:spPr>
                      <a:xfrm>
                        <a:off x="762000" y="2362200"/>
                        <a:ext cx="4114800" cy="857250"/>
                      </a:xfrm>
                      <a:prstGeom prst="rect">
                        <a:avLst/>
                      </a:prstGeom>
                      <a:noFill/>
                      <a:ln w="38100">
                        <a:miter/>
                      </a:ln>
                    </p:spPr>
                  </p:pic>
                </p:oleObj>
              </mc:Fallback>
            </mc:AlternateContent>
          </a:graphicData>
        </a:graphic>
      </p:graphicFrame>
      <p:pic>
        <p:nvPicPr>
          <p:cNvPr id="965636" name="Picture 4"/>
          <p:cNvPicPr>
            <a:picLocks noChangeAspect="1"/>
          </p:cNvPicPr>
          <p:nvPr/>
        </p:nvPicPr>
        <p:blipFill>
          <a:blip r:embed="rId3"/>
          <a:stretch>
            <a:fillRect/>
          </a:stretch>
        </p:blipFill>
        <p:spPr>
          <a:xfrm>
            <a:off x="5181600" y="1981200"/>
            <a:ext cx="3810000" cy="2471738"/>
          </a:xfrm>
          <a:prstGeom prst="rect">
            <a:avLst/>
          </a:prstGeom>
          <a:solidFill>
            <a:schemeClr val="bg1"/>
          </a:solidFill>
          <a:ln w="9525">
            <a:noFill/>
          </a:ln>
        </p:spPr>
      </p:pic>
      <p:sp>
        <p:nvSpPr>
          <p:cNvPr id="965637" name="Rectangle 5"/>
          <p:cNvSpPr/>
          <p:nvPr/>
        </p:nvSpPr>
        <p:spPr>
          <a:xfrm>
            <a:off x="152400" y="2133600"/>
            <a:ext cx="8229600" cy="25146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lnSpc>
                <a:spcPct val="90000"/>
              </a:lnSpc>
              <a:buNone/>
            </a:pPr>
            <a:r>
              <a:rPr lang="zh-CN" altLang="en-US" sz="2800" b="1" dirty="0">
                <a:latin typeface="Times New Roman" panose="02020603050405020304" pitchFamily="18" charset="0"/>
                <a:ea typeface="华文中宋" panose="02010600040101010101" pitchFamily="2" charset="-122"/>
              </a:rPr>
              <a:t>解：</a:t>
            </a:r>
            <a:endParaRPr lang="zh-CN" altLang="en-US" sz="2800" b="1" dirty="0">
              <a:latin typeface="Times New Roman" panose="02020603050405020304" pitchFamily="18" charset="0"/>
              <a:ea typeface="华文中宋" panose="02010600040101010101" pitchFamily="2" charset="-122"/>
            </a:endParaRPr>
          </a:p>
          <a:p>
            <a:pPr marL="342900" lvl="0" indent="-342900" eaLnBrk="1" hangingPunct="1">
              <a:lnSpc>
                <a:spcPct val="90000"/>
              </a:lnSpc>
              <a:buNone/>
            </a:pPr>
            <a:endParaRPr lang="en-US" altLang="zh-CN" sz="2800" b="1" dirty="0">
              <a:latin typeface="Times New Roman" panose="02020603050405020304" pitchFamily="18" charset="0"/>
              <a:ea typeface="华文中宋" panose="02010600040101010101" pitchFamily="2" charset="-122"/>
            </a:endParaRPr>
          </a:p>
        </p:txBody>
      </p:sp>
      <p:graphicFrame>
        <p:nvGraphicFramePr>
          <p:cNvPr id="965638" name="Object 6"/>
          <p:cNvGraphicFramePr>
            <a:graphicFrameLocks noChangeAspect="1"/>
          </p:cNvGraphicFramePr>
          <p:nvPr>
            <p:ph sz="quarter" idx="3"/>
          </p:nvPr>
        </p:nvGraphicFramePr>
        <p:xfrm>
          <a:off x="381000" y="3352800"/>
          <a:ext cx="1600200" cy="693738"/>
        </p:xfrm>
        <a:graphic>
          <a:graphicData uri="http://schemas.openxmlformats.org/presentationml/2006/ole">
            <mc:AlternateContent xmlns:mc="http://schemas.openxmlformats.org/markup-compatibility/2006">
              <mc:Choice xmlns:v="urn:schemas-microsoft-com:vml" Requires="v">
                <p:oleObj spid="_x0000_s3449" name="" r:id="rId4" imgW="673100" imgH="292100" progId="Equation.DSMT4">
                  <p:embed/>
                </p:oleObj>
              </mc:Choice>
              <mc:Fallback>
                <p:oleObj name="" r:id="rId4" imgW="673100" imgH="292100" progId="Equation.DSMT4">
                  <p:embed/>
                  <p:pic>
                    <p:nvPicPr>
                      <p:cNvPr id="0" name="图片 3448"/>
                      <p:cNvPicPr/>
                      <p:nvPr/>
                    </p:nvPicPr>
                    <p:blipFill>
                      <a:blip r:embed="rId5"/>
                      <a:srcRect/>
                      <a:stretch>
                        <a:fillRect/>
                      </a:stretch>
                    </p:blipFill>
                    <p:spPr>
                      <a:xfrm>
                        <a:off x="381000" y="3352800"/>
                        <a:ext cx="1600200" cy="693738"/>
                      </a:xfrm>
                      <a:prstGeom prst="rect">
                        <a:avLst/>
                      </a:prstGeom>
                      <a:noFill/>
                      <a:ln w="38100">
                        <a:miter/>
                      </a:ln>
                    </p:spPr>
                  </p:pic>
                </p:oleObj>
              </mc:Fallback>
            </mc:AlternateContent>
          </a:graphicData>
        </a:graphic>
      </p:graphicFrame>
      <p:graphicFrame>
        <p:nvGraphicFramePr>
          <p:cNvPr id="965639" name="Object 7"/>
          <p:cNvGraphicFramePr>
            <a:graphicFrameLocks noChangeAspect="1"/>
          </p:cNvGraphicFramePr>
          <p:nvPr/>
        </p:nvGraphicFramePr>
        <p:xfrm>
          <a:off x="2362200" y="3352800"/>
          <a:ext cx="2438400" cy="636588"/>
        </p:xfrm>
        <a:graphic>
          <a:graphicData uri="http://schemas.openxmlformats.org/presentationml/2006/ole">
            <mc:AlternateContent xmlns:mc="http://schemas.openxmlformats.org/markup-compatibility/2006">
              <mc:Choice xmlns:v="urn:schemas-microsoft-com:vml" Requires="v">
                <p:oleObj spid="_x0000_s3454" name="" r:id="rId6" imgW="1117600" imgH="292100" progId="Equation.DSMT4">
                  <p:embed/>
                </p:oleObj>
              </mc:Choice>
              <mc:Fallback>
                <p:oleObj name="" r:id="rId6" imgW="1117600" imgH="292100" progId="Equation.DSMT4">
                  <p:embed/>
                  <p:pic>
                    <p:nvPicPr>
                      <p:cNvPr id="0" name="图片 3453"/>
                      <p:cNvPicPr/>
                      <p:nvPr/>
                    </p:nvPicPr>
                    <p:blipFill>
                      <a:blip r:embed="rId7"/>
                      <a:stretch>
                        <a:fillRect/>
                      </a:stretch>
                    </p:blipFill>
                    <p:spPr>
                      <a:xfrm>
                        <a:off x="2362200" y="3352800"/>
                        <a:ext cx="2438400" cy="636588"/>
                      </a:xfrm>
                      <a:prstGeom prst="rect">
                        <a:avLst/>
                      </a:prstGeom>
                      <a:noFill/>
                      <a:ln w="38100">
                        <a:noFill/>
                        <a:miter/>
                      </a:ln>
                    </p:spPr>
                  </p:pic>
                </p:oleObj>
              </mc:Fallback>
            </mc:AlternateContent>
          </a:graphicData>
        </a:graphic>
      </p:graphicFrame>
      <p:graphicFrame>
        <p:nvGraphicFramePr>
          <p:cNvPr id="965640" name="Object 8"/>
          <p:cNvGraphicFramePr>
            <a:graphicFrameLocks noChangeAspect="1"/>
          </p:cNvGraphicFramePr>
          <p:nvPr/>
        </p:nvGraphicFramePr>
        <p:xfrm>
          <a:off x="0" y="4191000"/>
          <a:ext cx="6324600" cy="752475"/>
        </p:xfrm>
        <a:graphic>
          <a:graphicData uri="http://schemas.openxmlformats.org/presentationml/2006/ole">
            <mc:AlternateContent xmlns:mc="http://schemas.openxmlformats.org/markup-compatibility/2006">
              <mc:Choice xmlns:v="urn:schemas-microsoft-com:vml" Requires="v">
                <p:oleObj spid="_x0000_s3451" name="" r:id="rId8" imgW="2882900" imgH="342900" progId="Equation.DSMT4">
                  <p:embed/>
                </p:oleObj>
              </mc:Choice>
              <mc:Fallback>
                <p:oleObj name="" r:id="rId8" imgW="2882900" imgH="342900" progId="Equation.DSMT4">
                  <p:embed/>
                  <p:pic>
                    <p:nvPicPr>
                      <p:cNvPr id="0" name="图片 3450"/>
                      <p:cNvPicPr/>
                      <p:nvPr/>
                    </p:nvPicPr>
                    <p:blipFill>
                      <a:blip r:embed="rId9"/>
                      <a:stretch>
                        <a:fillRect/>
                      </a:stretch>
                    </p:blipFill>
                    <p:spPr>
                      <a:xfrm>
                        <a:off x="0" y="4191000"/>
                        <a:ext cx="6324600" cy="752475"/>
                      </a:xfrm>
                      <a:prstGeom prst="rect">
                        <a:avLst/>
                      </a:prstGeom>
                      <a:noFill/>
                      <a:ln w="38100">
                        <a:noFill/>
                        <a:miter/>
                      </a:ln>
                    </p:spPr>
                  </p:pic>
                </p:oleObj>
              </mc:Fallback>
            </mc:AlternateContent>
          </a:graphicData>
        </a:graphic>
      </p:graphicFrame>
      <p:graphicFrame>
        <p:nvGraphicFramePr>
          <p:cNvPr id="965641" name="Object 9"/>
          <p:cNvGraphicFramePr>
            <a:graphicFrameLocks noChangeAspect="1"/>
          </p:cNvGraphicFramePr>
          <p:nvPr/>
        </p:nvGraphicFramePr>
        <p:xfrm>
          <a:off x="381000" y="4876800"/>
          <a:ext cx="4495800" cy="912813"/>
        </p:xfrm>
        <a:graphic>
          <a:graphicData uri="http://schemas.openxmlformats.org/presentationml/2006/ole">
            <mc:AlternateContent xmlns:mc="http://schemas.openxmlformats.org/markup-compatibility/2006">
              <mc:Choice xmlns:v="urn:schemas-microsoft-com:vml" Requires="v">
                <p:oleObj spid="_x0000_s3453" name="" r:id="rId10" imgW="1688465" imgH="342900" progId="Equation.DSMT4">
                  <p:embed/>
                </p:oleObj>
              </mc:Choice>
              <mc:Fallback>
                <p:oleObj name="" r:id="rId10" imgW="1688465" imgH="342900" progId="Equation.DSMT4">
                  <p:embed/>
                  <p:pic>
                    <p:nvPicPr>
                      <p:cNvPr id="0" name="图片 3452"/>
                      <p:cNvPicPr/>
                      <p:nvPr/>
                    </p:nvPicPr>
                    <p:blipFill>
                      <a:blip r:embed="rId11"/>
                      <a:stretch>
                        <a:fillRect/>
                      </a:stretch>
                    </p:blipFill>
                    <p:spPr>
                      <a:xfrm>
                        <a:off x="381000" y="4876800"/>
                        <a:ext cx="4495800" cy="912813"/>
                      </a:xfrm>
                      <a:prstGeom prst="rect">
                        <a:avLst/>
                      </a:prstGeom>
                      <a:noFill/>
                      <a:ln w="38100">
                        <a:noFill/>
                        <a:miter/>
                      </a:ln>
                    </p:spPr>
                  </p:pic>
                </p:oleObj>
              </mc:Fallback>
            </mc:AlternateContent>
          </a:graphicData>
        </a:graphic>
      </p:graphicFrame>
      <p:graphicFrame>
        <p:nvGraphicFramePr>
          <p:cNvPr id="965642" name="Object 10"/>
          <p:cNvGraphicFramePr>
            <a:graphicFrameLocks noChangeAspect="1"/>
          </p:cNvGraphicFramePr>
          <p:nvPr/>
        </p:nvGraphicFramePr>
        <p:xfrm>
          <a:off x="0" y="5867400"/>
          <a:ext cx="5334000" cy="557213"/>
        </p:xfrm>
        <a:graphic>
          <a:graphicData uri="http://schemas.openxmlformats.org/presentationml/2006/ole">
            <mc:AlternateContent xmlns:mc="http://schemas.openxmlformats.org/markup-compatibility/2006">
              <mc:Choice xmlns:v="urn:schemas-microsoft-com:vml" Requires="v">
                <p:oleObj spid="_x0000_s3455" name="" r:id="rId12" imgW="2311400" imgH="241300" progId="Equation.DSMT4">
                  <p:embed/>
                </p:oleObj>
              </mc:Choice>
              <mc:Fallback>
                <p:oleObj name="" r:id="rId12" imgW="2311400" imgH="241300" progId="Equation.DSMT4">
                  <p:embed/>
                  <p:pic>
                    <p:nvPicPr>
                      <p:cNvPr id="0" name="图片 3454"/>
                      <p:cNvPicPr/>
                      <p:nvPr/>
                    </p:nvPicPr>
                    <p:blipFill>
                      <a:blip r:embed="rId13"/>
                      <a:stretch>
                        <a:fillRect/>
                      </a:stretch>
                    </p:blipFill>
                    <p:spPr>
                      <a:xfrm>
                        <a:off x="0" y="5867400"/>
                        <a:ext cx="5334000" cy="557213"/>
                      </a:xfrm>
                      <a:prstGeom prst="rect">
                        <a:avLst/>
                      </a:prstGeom>
                      <a:noFill/>
                      <a:ln w="38100">
                        <a:noFill/>
                        <a:miter/>
                      </a:ln>
                    </p:spPr>
                  </p:pic>
                </p:oleObj>
              </mc:Fallback>
            </mc:AlternateContent>
          </a:graphicData>
        </a:graphic>
      </p:graphicFrame>
      <p:sp>
        <p:nvSpPr>
          <p:cNvPr id="965643" name="Rectangle 11"/>
          <p:cNvSpPr/>
          <p:nvPr/>
        </p:nvSpPr>
        <p:spPr>
          <a:xfrm>
            <a:off x="5562600" y="5237163"/>
            <a:ext cx="3581400" cy="83185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并联电容的作用：</a:t>
            </a:r>
            <a:endParaRPr lang="zh-CN" altLang="en-US" sz="2400" b="1" dirty="0">
              <a:solidFill>
                <a:srgbClr val="FF0000"/>
              </a:solidFill>
              <a:latin typeface="Times New Roman" panose="02020603050405020304" pitchFamily="18" charset="0"/>
              <a:ea typeface="华文中宋" panose="02010600040101010101" pitchFamily="2" charset="-122"/>
            </a:endParaRPr>
          </a:p>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ea typeface="华文中宋" panose="02010600040101010101" pitchFamily="2" charset="-122"/>
              </a:rPr>
              <a:t>减小电流，提高功率因数 </a:t>
            </a:r>
            <a:endParaRPr lang="zh-CN" altLang="en-US" sz="2400" b="1" dirty="0">
              <a:solidFill>
                <a:srgbClr val="FF0000"/>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65634">
                                            <p:txEl>
                                              <p:charRg st="0" end="111"/>
                                            </p:txEl>
                                          </p:spTgt>
                                        </p:tgtEl>
                                        <p:attrNameLst>
                                          <p:attrName>style.visibility</p:attrName>
                                        </p:attrNameLst>
                                      </p:cBhvr>
                                      <p:to>
                                        <p:strVal val="visible"/>
                                      </p:to>
                                    </p:set>
                                    <p:animEffect transition="in" filter="blinds(horizontal)">
                                      <p:cBhvr>
                                        <p:cTn id="7" dur="500"/>
                                        <p:tgtEl>
                                          <p:spTgt spid="965634">
                                            <p:txEl>
                                              <p:charRg st="0" end="111"/>
                                            </p:txEl>
                                          </p:spTgt>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965636"/>
                                        </p:tgtEl>
                                        <p:attrNameLst>
                                          <p:attrName>style.visibility</p:attrName>
                                        </p:attrNameLst>
                                      </p:cBhvr>
                                      <p:to>
                                        <p:strVal val="visible"/>
                                      </p:to>
                                    </p:set>
                                    <p:animEffect transition="in" filter="box(in)">
                                      <p:cBhvr>
                                        <p:cTn id="11" dur="500"/>
                                        <p:tgtEl>
                                          <p:spTgt spid="96563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65637"/>
                                        </p:tgtEl>
                                        <p:attrNameLst>
                                          <p:attrName>style.visibility</p:attrName>
                                        </p:attrNameLst>
                                      </p:cBhvr>
                                      <p:to>
                                        <p:strVal val="visible"/>
                                      </p:to>
                                    </p:set>
                                    <p:animEffect transition="in" filter="wipe(left)">
                                      <p:cBhvr>
                                        <p:cTn id="16" dur="500"/>
                                        <p:tgtEl>
                                          <p:spTgt spid="96563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65635"/>
                                        </p:tgtEl>
                                        <p:attrNameLst>
                                          <p:attrName>style.visibility</p:attrName>
                                        </p:attrNameLst>
                                      </p:cBhvr>
                                      <p:to>
                                        <p:strVal val="visible"/>
                                      </p:to>
                                    </p:set>
                                    <p:animEffect transition="in" filter="wipe(left)">
                                      <p:cBhvr>
                                        <p:cTn id="21" dur="500"/>
                                        <p:tgtEl>
                                          <p:spTgt spid="9656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65638"/>
                                        </p:tgtEl>
                                        <p:attrNameLst>
                                          <p:attrName>style.visibility</p:attrName>
                                        </p:attrNameLst>
                                      </p:cBhvr>
                                      <p:to>
                                        <p:strVal val="visible"/>
                                      </p:to>
                                    </p:set>
                                    <p:animEffect transition="in" filter="wipe(left)">
                                      <p:cBhvr>
                                        <p:cTn id="26" dur="500"/>
                                        <p:tgtEl>
                                          <p:spTgt spid="96563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65639"/>
                                        </p:tgtEl>
                                        <p:attrNameLst>
                                          <p:attrName>style.visibility</p:attrName>
                                        </p:attrNameLst>
                                      </p:cBhvr>
                                      <p:to>
                                        <p:strVal val="visible"/>
                                      </p:to>
                                    </p:set>
                                    <p:animEffect transition="in" filter="wipe(left)">
                                      <p:cBhvr>
                                        <p:cTn id="31" dur="500"/>
                                        <p:tgtEl>
                                          <p:spTgt spid="96563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65640"/>
                                        </p:tgtEl>
                                        <p:attrNameLst>
                                          <p:attrName>style.visibility</p:attrName>
                                        </p:attrNameLst>
                                      </p:cBhvr>
                                      <p:to>
                                        <p:strVal val="visible"/>
                                      </p:to>
                                    </p:set>
                                    <p:animEffect transition="in" filter="wipe(left)">
                                      <p:cBhvr>
                                        <p:cTn id="36" dur="500"/>
                                        <p:tgtEl>
                                          <p:spTgt spid="96564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65641"/>
                                        </p:tgtEl>
                                        <p:attrNameLst>
                                          <p:attrName>style.visibility</p:attrName>
                                        </p:attrNameLst>
                                      </p:cBhvr>
                                      <p:to>
                                        <p:strVal val="visible"/>
                                      </p:to>
                                    </p:set>
                                    <p:animEffect transition="in" filter="wipe(left)">
                                      <p:cBhvr>
                                        <p:cTn id="41" dur="500"/>
                                        <p:tgtEl>
                                          <p:spTgt spid="96564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65642"/>
                                        </p:tgtEl>
                                        <p:attrNameLst>
                                          <p:attrName>style.visibility</p:attrName>
                                        </p:attrNameLst>
                                      </p:cBhvr>
                                      <p:to>
                                        <p:strVal val="visible"/>
                                      </p:to>
                                    </p:set>
                                    <p:animEffect transition="in" filter="wipe(left)">
                                      <p:cBhvr>
                                        <p:cTn id="46" dur="500"/>
                                        <p:tgtEl>
                                          <p:spTgt spid="96564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965643"/>
                                        </p:tgtEl>
                                        <p:attrNameLst>
                                          <p:attrName>style.visibility</p:attrName>
                                        </p:attrNameLst>
                                      </p:cBhvr>
                                      <p:to>
                                        <p:strVal val="visible"/>
                                      </p:to>
                                    </p:set>
                                    <p:animEffect transition="in" filter="blinds(horizontal)">
                                      <p:cBhvr>
                                        <p:cTn id="51" dur="500"/>
                                        <p:tgtEl>
                                          <p:spTgt spid="965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634" grpId="0" build="p"/>
      <p:bldP spid="965637" grpId="0"/>
      <p:bldP spid="96564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标题 1"/>
          <p:cNvSpPr>
            <a:spLocks noGrp="1"/>
          </p:cNvSpPr>
          <p:nvPr>
            <p:ph type="title"/>
          </p:nvPr>
        </p:nvSpPr>
        <p:spPr>
          <a:ln/>
        </p:spPr>
        <p:txBody>
          <a:bodyPr vert="horz" wrap="square" lIns="91440" tIns="45720" rIns="91440" bIns="45720" anchor="ctr"/>
          <a:p>
            <a:pPr>
              <a:buNone/>
            </a:pPr>
            <a:r>
              <a:rPr lang="zh-CN" altLang="en-US" b="1" dirty="0">
                <a:latin typeface="Times New Roman" panose="02020603050405020304" pitchFamily="18" charset="0"/>
                <a:ea typeface="华文中宋" panose="02010600040101010101" pitchFamily="2" charset="-122"/>
              </a:rPr>
              <a:t>作业</a:t>
            </a:r>
            <a:endParaRPr lang="zh-CN" altLang="en-US" b="1" dirty="0">
              <a:latin typeface="Times New Roman" panose="02020603050405020304" pitchFamily="18" charset="0"/>
              <a:ea typeface="华文中宋" panose="02010600040101010101" pitchFamily="2" charset="-122"/>
            </a:endParaRPr>
          </a:p>
        </p:txBody>
      </p:sp>
      <p:sp>
        <p:nvSpPr>
          <p:cNvPr id="105475" name="内容占位符 2"/>
          <p:cNvSpPr>
            <a:spLocks noGrp="1"/>
          </p:cNvSpPr>
          <p:nvPr>
            <p:ph idx="1"/>
          </p:nvPr>
        </p:nvSpPr>
        <p:spPr>
          <a:ln/>
        </p:spPr>
        <p:txBody>
          <a:bodyPr vert="horz" wrap="square" lIns="91440" tIns="45720" rIns="91440" bIns="45720" anchor="t"/>
          <a:p>
            <a:r>
              <a:rPr lang="en-US" altLang="zh-CN" sz="4000" dirty="0">
                <a:latin typeface="Times New Roman" panose="02020603050405020304" pitchFamily="18" charset="0"/>
                <a:ea typeface="华文中宋" panose="02010600040101010101" pitchFamily="2" charset="-122"/>
              </a:rPr>
              <a:t>P72</a:t>
            </a:r>
            <a:endParaRPr lang="en-US" altLang="zh-CN" sz="4000" dirty="0">
              <a:latin typeface="Times New Roman" panose="02020603050405020304" pitchFamily="18" charset="0"/>
              <a:ea typeface="华文中宋" panose="02010600040101010101" pitchFamily="2" charset="-122"/>
            </a:endParaRPr>
          </a:p>
          <a:p>
            <a:r>
              <a:rPr lang="en-US" altLang="zh-CN" sz="4000" dirty="0">
                <a:latin typeface="Times New Roman" panose="02020603050405020304" pitchFamily="18" charset="0"/>
                <a:ea typeface="华文中宋" panose="02010600040101010101" pitchFamily="2" charset="-122"/>
              </a:rPr>
              <a:t>3-1</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3-4</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3-5</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3-8</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3-9</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3-12</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3-13</a:t>
            </a:r>
            <a:r>
              <a:rPr lang="zh-CN" altLang="en-US" sz="4000" dirty="0">
                <a:latin typeface="Times New Roman" panose="02020603050405020304" pitchFamily="18" charset="0"/>
                <a:ea typeface="华文中宋" panose="02010600040101010101" pitchFamily="2" charset="-122"/>
              </a:rPr>
              <a:t>，</a:t>
            </a:r>
            <a:r>
              <a:rPr lang="en-US" altLang="zh-CN" sz="4000" dirty="0">
                <a:latin typeface="Times New Roman" panose="02020603050405020304" pitchFamily="18" charset="0"/>
                <a:ea typeface="华文中宋" panose="02010600040101010101" pitchFamily="2" charset="-122"/>
              </a:rPr>
              <a:t>3-14</a:t>
            </a:r>
            <a:endParaRPr lang="zh-CN" altLang="en-US" sz="4000" dirty="0">
              <a:latin typeface="Times New Roman" panose="02020603050405020304" pitchFamily="18" charset="0"/>
              <a:ea typeface="华文中宋" panose="02010600040101010101" pitchFamily="2" charset="-122"/>
            </a:endParaRPr>
          </a:p>
        </p:txBody>
      </p:sp>
      <p:sp>
        <p:nvSpPr>
          <p:cNvPr id="105476" name="灯片编号占位符 3"/>
          <p:cNvSpPr txBox="1">
            <a:spLocks noGrp="1"/>
          </p:cNvSpPr>
          <p:nvPr>
            <p:ph type="sldNum" sz="quarter" idx="12"/>
          </p:nvPr>
        </p:nvSpPr>
        <p:spPr>
          <a:ln/>
        </p:spPr>
        <p:txBody>
          <a:bodyPr/>
          <a:p>
            <a:pPr marL="0" indent="0" algn="r" eaLnBrk="1" hangingPunct="1">
              <a:spcBef>
                <a:spcPct val="0"/>
              </a:spcBef>
              <a:buClrTx/>
              <a:buSzTx/>
              <a:buFontTx/>
              <a:buNone/>
            </a:pPr>
            <a:fld id="{9A0DB2DC-4C9A-4742-B13C-FB6460FD3503}" type="slidenum">
              <a:rPr lang="en-US" altLang="zh-CN" sz="1400" dirty="0">
                <a:latin typeface="Times New Roman" panose="02020603050405020304" pitchFamily="18" charset="0"/>
                <a:ea typeface="华文中宋" panose="02010600040101010101" pitchFamily="2" charset="-122"/>
              </a:rPr>
            </a:fld>
            <a:endParaRPr lang="en-US" altLang="zh-CN" sz="1400" dirty="0">
              <a:latin typeface="Times New Roman" panose="02020603050405020304" pitchFamily="18" charset="0"/>
              <a:ea typeface="华文中宋" panose="02010600040101010101" pitchFamily="2" charset="-122"/>
            </a:endParaRPr>
          </a:p>
        </p:txBody>
      </p:sp>
    </p:spTree>
  </p:cSld>
  <p:clrMapOvr>
    <a:masterClrMapping/>
  </p:clrMapOvr>
</p:sld>
</file>

<file path=ppt/theme/theme1.xml><?xml version="1.0" encoding="utf-8"?>
<a:theme xmlns:a="http://schemas.openxmlformats.org/drawingml/2006/main" name="古瓶荷花">
  <a:themeElements>
    <a:clrScheme name="古瓶荷花 10">
      <a:dk1>
        <a:srgbClr val="0033CC"/>
      </a:dk1>
      <a:lt1>
        <a:srgbClr val="FFFFFF"/>
      </a:lt1>
      <a:dk2>
        <a:srgbClr val="007572"/>
      </a:dk2>
      <a:lt2>
        <a:srgbClr val="C0C0C0"/>
      </a:lt2>
      <a:accent1>
        <a:srgbClr val="FFFFFF"/>
      </a:accent1>
      <a:accent2>
        <a:srgbClr val="FF0000"/>
      </a:accent2>
      <a:accent3>
        <a:srgbClr val="FFFFFF"/>
      </a:accent3>
      <a:accent4>
        <a:srgbClr val="002AAE"/>
      </a:accent4>
      <a:accent5>
        <a:srgbClr val="FFFFFF"/>
      </a:accent5>
      <a:accent6>
        <a:srgbClr val="E70000"/>
      </a:accent6>
      <a:hlink>
        <a:srgbClr val="0000FF"/>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FF"/>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38100" cap="flat" cmpd="sng" algn="ctr">
          <a:solidFill>
            <a:srgbClr val="0000FF"/>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
      <a:clrScheme name="古瓶荷花 9">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0000FF"/>
        </a:hlink>
        <a:folHlink>
          <a:srgbClr val="7D7DA9"/>
        </a:folHlink>
      </a:clrScheme>
      <a:clrMap bg1="lt1" tx1="dk1" bg2="lt2" tx2="dk2" accent1="accent1" accent2="accent2" accent3="accent3" accent4="accent4" accent5="accent5" accent6="accent6" hlink="hlink" folHlink="folHlink"/>
    </a:extraClrScheme>
    <a:extraClrScheme>
      <a:clrScheme name="古瓶荷花 10">
        <a:dk1>
          <a:srgbClr val="0033CC"/>
        </a:dk1>
        <a:lt1>
          <a:srgbClr val="FFFFFF"/>
        </a:lt1>
        <a:dk2>
          <a:srgbClr val="007572"/>
        </a:dk2>
        <a:lt2>
          <a:srgbClr val="C0C0C0"/>
        </a:lt2>
        <a:accent1>
          <a:srgbClr val="FFFFFF"/>
        </a:accent1>
        <a:accent2>
          <a:srgbClr val="FF0000"/>
        </a:accent2>
        <a:accent3>
          <a:srgbClr val="FFFFFF"/>
        </a:accent3>
        <a:accent4>
          <a:srgbClr val="002AAE"/>
        </a:accent4>
        <a:accent5>
          <a:srgbClr val="FFFFFF"/>
        </a:accent5>
        <a:accent6>
          <a:srgbClr val="E70000"/>
        </a:accent6>
        <a:hlink>
          <a:srgbClr val="0000FF"/>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8988</Words>
  <Application>WPS 演示</Application>
  <PresentationFormat>全屏显示(4:3)</PresentationFormat>
  <Paragraphs>2346</Paragraphs>
  <Slides>101</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392</vt:i4>
      </vt:variant>
      <vt:variant>
        <vt:lpstr>幻灯片标题</vt:lpstr>
      </vt:variant>
      <vt:variant>
        <vt:i4>101</vt:i4>
      </vt:variant>
    </vt:vector>
  </HeadingPairs>
  <TitlesOfParts>
    <vt:vector size="503" baseType="lpstr">
      <vt:lpstr>Arial</vt:lpstr>
      <vt:lpstr>宋体</vt:lpstr>
      <vt:lpstr>Wingdings</vt:lpstr>
      <vt:lpstr>Times New Roman</vt:lpstr>
      <vt:lpstr>华文中宋</vt:lpstr>
      <vt:lpstr>Symbol</vt:lpstr>
      <vt:lpstr>Wingdings 2</vt:lpstr>
      <vt:lpstr>微软雅黑</vt:lpstr>
      <vt:lpstr>Arial Unicode MS</vt:lpstr>
      <vt:lpstr>古瓶荷花</vt:lpstr>
      <vt:lpstr>Equation.DSMT4</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Equation.DSMT4</vt:lpstr>
      <vt:lpstr>Equation.3</vt:lpstr>
      <vt:lpstr>Equation.3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西北第二民族学院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逻辑代数基础.ppt</dc:title>
  <dc:creator>白顺先</dc:creator>
  <cp:lastModifiedBy>听风</cp:lastModifiedBy>
  <cp:revision>1332</cp:revision>
  <dcterms:created xsi:type="dcterms:W3CDTF">2006-01-22T02:27:45Z</dcterms:created>
  <dcterms:modified xsi:type="dcterms:W3CDTF">2021-04-07T07:48:09Z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2</vt:i4>
  </property>
  <property fmtid="{D5CDD505-2E9C-101B-9397-08002B2CF9AE}" pid="3" name="KSOProductBuildVer">
    <vt:lpwstr>2052-11.1.0.9192</vt:lpwstr>
  </property>
</Properties>
</file>